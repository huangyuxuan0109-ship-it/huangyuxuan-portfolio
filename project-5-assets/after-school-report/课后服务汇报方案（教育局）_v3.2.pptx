
<file path=[Content_Types].xml><?xml version="1.0" encoding="utf-8"?>
<Types xmlns="http://schemas.openxmlformats.org/package/2006/content-types">
  <Default Extension="png" ContentType="image/png"/>
  <Default Extension="jpeg" ContentType="image/jpeg"/>
  <Default Extension="JPG" ContentType="image/.jp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fonts/font1.fntdata" ContentType="application/x-fontdata"/>
  <Override PartName="/ppt/fonts/font2.fntdata" ContentType="application/x-fontdata"/>
  <Override PartName="/ppt/fonts/font3.fntdata" ContentType="application/x-fontdata"/>
  <Override PartName="/ppt/fonts/font4.fntdata" ContentType="application/x-fontdata"/>
  <Override PartName="/ppt/fonts/font5.fntdata" ContentType="application/x-fontdata"/>
  <Override PartName="/ppt/fonts/font6.fntdata" ContentType="application/x-fontdata"/>
  <Override PartName="/ppt/fonts/font7.fntdata" ContentType="application/x-fontdata"/>
  <Override PartName="/ppt/fonts/font8.fntdata" ContentType="application/x-fontdata"/>
  <Override PartName="/ppt/handoutMasters/handoutMaster1.xml" ContentType="application/vnd.openxmlformats-officedocument.presentationml.handoutMaster+xml"/>
  <Override PartName="/ppt/media/image19.svg" ContentType="image/svg+xml"/>
  <Override PartName="/ppt/media/image21.svg" ContentType="image/svg+xml"/>
  <Override PartName="/ppt/media/image33.svg" ContentType="image/svg+xml"/>
  <Override PartName="/ppt/media/image35.svg" ContentType="image/svg+xml"/>
  <Override PartName="/ppt/media/image37.svg" ContentType="image/svg+xml"/>
  <Override PartName="/ppt/media/image39.svg" ContentType="image/svg+xml"/>
  <Override PartName="/ppt/media/image41.svg" ContentType="image/svg+xml"/>
  <Override PartName="/ppt/media/image43.svg" ContentType="image/svg+xml"/>
  <Override PartName="/ppt/media/image45.svg" ContentType="image/svg+xml"/>
  <Override PartName="/ppt/media/image47.svg" ContentType="image/svg+xml"/>
  <Override PartName="/ppt/media/image49.svg" ContentType="image/svg+xml"/>
  <Override PartName="/ppt/media/image51.svg" ContentType="image/svg+xml"/>
  <Override PartName="/ppt/media/image53.svg" ContentType="image/svg+xml"/>
  <Override PartName="/ppt/media/image55.svg" ContentType="image/svg+xml"/>
  <Override PartName="/ppt/media/image58.svg" ContentType="image/svg+xml"/>
  <Override PartName="/ppt/media/image60.svg" ContentType="image/svg+xml"/>
  <Override PartName="/ppt/media/image62.svg" ContentType="image/svg+xml"/>
  <Override PartName="/ppt/media/image64.svg" ContentType="image/svg+xml"/>
  <Override PartName="/ppt/media/image66.svg" ContentType="image/svg+xml"/>
  <Override PartName="/ppt/media/image68.svg" ContentType="image/svg+xml"/>
  <Override PartName="/ppt/media/image69.svg" ContentType="image/svg+xml"/>
  <Override PartName="/ppt/media/image70.svg" ContentType="image/svg+xml"/>
  <Override PartName="/ppt/media/image71.svg" ContentType="image/svg+xml"/>
  <Override PartName="/ppt/media/image75.svg" ContentType="image/svg+xml"/>
  <Override PartName="/ppt/media/image77.svg" ContentType="image/svg+xml"/>
  <Override PartName="/ppt/media/image79.svg" ContentType="image/svg+xml"/>
  <Override PartName="/ppt/media/image81.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tags/tag118.xml" ContentType="application/vnd.openxmlformats-officedocument.presentationml.tags+xml"/>
  <Override PartName="/ppt/tags/tag119.xml" ContentType="application/vnd.openxmlformats-officedocument.presentationml.tags+xml"/>
  <Override PartName="/ppt/tags/tag12.xml" ContentType="application/vnd.openxmlformats-officedocument.presentationml.tags+xml"/>
  <Override PartName="/ppt/tags/tag120.xml" ContentType="application/vnd.openxmlformats-officedocument.presentationml.tags+xml"/>
  <Override PartName="/ppt/tags/tag121.xml" ContentType="application/vnd.openxmlformats-officedocument.presentationml.tags+xml"/>
  <Override PartName="/ppt/tags/tag122.xml" ContentType="application/vnd.openxmlformats-officedocument.presentationml.tags+xml"/>
  <Override PartName="/ppt/tags/tag123.xml" ContentType="application/vnd.openxmlformats-officedocument.presentationml.tags+xml"/>
  <Override PartName="/ppt/tags/tag124.xml" ContentType="application/vnd.openxmlformats-officedocument.presentationml.tags+xml"/>
  <Override PartName="/ppt/tags/tag125.xml" ContentType="application/vnd.openxmlformats-officedocument.presentationml.tags+xml"/>
  <Override PartName="/ppt/tags/tag126.xml" ContentType="application/vnd.openxmlformats-officedocument.presentationml.tags+xml"/>
  <Override PartName="/ppt/tags/tag127.xml" ContentType="application/vnd.openxmlformats-officedocument.presentationml.tags+xml"/>
  <Override PartName="/ppt/tags/tag128.xml" ContentType="application/vnd.openxmlformats-officedocument.presentationml.tags+xml"/>
  <Override PartName="/ppt/tags/tag129.xml" ContentType="application/vnd.openxmlformats-officedocument.presentationml.tags+xml"/>
  <Override PartName="/ppt/tags/tag13.xml" ContentType="application/vnd.openxmlformats-officedocument.presentationml.tags+xml"/>
  <Override PartName="/ppt/tags/tag130.xml" ContentType="application/vnd.openxmlformats-officedocument.presentationml.tags+xml"/>
  <Override PartName="/ppt/tags/tag131.xml" ContentType="application/vnd.openxmlformats-officedocument.presentationml.tags+xml"/>
  <Override PartName="/ppt/tags/tag132.xml" ContentType="application/vnd.openxmlformats-officedocument.presentationml.tags+xml"/>
  <Override PartName="/ppt/tags/tag133.xml" ContentType="application/vnd.openxmlformats-officedocument.presentationml.tags+xml"/>
  <Override PartName="/ppt/tags/tag134.xml" ContentType="application/vnd.openxmlformats-officedocument.presentationml.tags+xml"/>
  <Override PartName="/ppt/tags/tag135.xml" ContentType="application/vnd.openxmlformats-officedocument.presentationml.tags+xml"/>
  <Override PartName="/ppt/tags/tag136.xml" ContentType="application/vnd.openxmlformats-officedocument.presentationml.tags+xml"/>
  <Override PartName="/ppt/tags/tag137.xml" ContentType="application/vnd.openxmlformats-officedocument.presentationml.tags+xml"/>
  <Override PartName="/ppt/tags/tag138.xml" ContentType="application/vnd.openxmlformats-officedocument.presentationml.tags+xml"/>
  <Override PartName="/ppt/tags/tag139.xml" ContentType="application/vnd.openxmlformats-officedocument.presentationml.tags+xml"/>
  <Override PartName="/ppt/tags/tag14.xml" ContentType="application/vnd.openxmlformats-officedocument.presentationml.tags+xml"/>
  <Override PartName="/ppt/tags/tag140.xml" ContentType="application/vnd.openxmlformats-officedocument.presentationml.tags+xml"/>
  <Override PartName="/ppt/tags/tag141.xml" ContentType="application/vnd.openxmlformats-officedocument.presentationml.tags+xml"/>
  <Override PartName="/ppt/tags/tag142.xml" ContentType="application/vnd.openxmlformats-officedocument.presentationml.tags+xml"/>
  <Override PartName="/ppt/tags/tag143.xml" ContentType="application/vnd.openxmlformats-officedocument.presentationml.tags+xml"/>
  <Override PartName="/ppt/tags/tag144.xml" ContentType="application/vnd.openxmlformats-officedocument.presentationml.tags+xml"/>
  <Override PartName="/ppt/tags/tag145.xml" ContentType="application/vnd.openxmlformats-officedocument.presentationml.tags+xml"/>
  <Override PartName="/ppt/tags/tag146.xml" ContentType="application/vnd.openxmlformats-officedocument.presentationml.tags+xml"/>
  <Override PartName="/ppt/tags/tag147.xml" ContentType="application/vnd.openxmlformats-officedocument.presentationml.tags+xml"/>
  <Override PartName="/ppt/tags/tag148.xml" ContentType="application/vnd.openxmlformats-officedocument.presentationml.tags+xml"/>
  <Override PartName="/ppt/tags/tag149.xml" ContentType="application/vnd.openxmlformats-officedocument.presentationml.tags+xml"/>
  <Override PartName="/ppt/tags/tag15.xml" ContentType="application/vnd.openxmlformats-officedocument.presentationml.tags+xml"/>
  <Override PartName="/ppt/tags/tag150.xml" ContentType="application/vnd.openxmlformats-officedocument.presentationml.tags+xml"/>
  <Override PartName="/ppt/tags/tag151.xml" ContentType="application/vnd.openxmlformats-officedocument.presentationml.tags+xml"/>
  <Override PartName="/ppt/tags/tag152.xml" ContentType="application/vnd.openxmlformats-officedocument.presentationml.tags+xml"/>
  <Override PartName="/ppt/tags/tag153.xml" ContentType="application/vnd.openxmlformats-officedocument.presentationml.tags+xml"/>
  <Override PartName="/ppt/tags/tag154.xml" ContentType="application/vnd.openxmlformats-officedocument.presentationml.tags+xml"/>
  <Override PartName="/ppt/tags/tag155.xml" ContentType="application/vnd.openxmlformats-officedocument.presentationml.tags+xml"/>
  <Override PartName="/ppt/tags/tag156.xml" ContentType="application/vnd.openxmlformats-officedocument.presentationml.tags+xml"/>
  <Override PartName="/ppt/tags/tag157.xml" ContentType="application/vnd.openxmlformats-officedocument.presentationml.tags+xml"/>
  <Override PartName="/ppt/tags/tag158.xml" ContentType="application/vnd.openxmlformats-officedocument.presentationml.tags+xml"/>
  <Override PartName="/ppt/tags/tag159.xml" ContentType="application/vnd.openxmlformats-officedocument.presentationml.tags+xml"/>
  <Override PartName="/ppt/tags/tag16.xml" ContentType="application/vnd.openxmlformats-officedocument.presentationml.tags+xml"/>
  <Override PartName="/ppt/tags/tag160.xml" ContentType="application/vnd.openxmlformats-officedocument.presentationml.tags+xml"/>
  <Override PartName="/ppt/tags/tag161.xml" ContentType="application/vnd.openxmlformats-officedocument.presentationml.tags+xml"/>
  <Override PartName="/ppt/tags/tag162.xml" ContentType="application/vnd.openxmlformats-officedocument.presentationml.tags+xml"/>
  <Override PartName="/ppt/tags/tag163.xml" ContentType="application/vnd.openxmlformats-officedocument.presentationml.tags+xml"/>
  <Override PartName="/ppt/tags/tag164.xml" ContentType="application/vnd.openxmlformats-officedocument.presentationml.tags+xml"/>
  <Override PartName="/ppt/tags/tag165.xml" ContentType="application/vnd.openxmlformats-officedocument.presentationml.tags+xml"/>
  <Override PartName="/ppt/tags/tag166.xml" ContentType="application/vnd.openxmlformats-officedocument.presentationml.tags+xml"/>
  <Override PartName="/ppt/tags/tag167.xml" ContentType="application/vnd.openxmlformats-officedocument.presentationml.tags+xml"/>
  <Override PartName="/ppt/tags/tag168.xml" ContentType="application/vnd.openxmlformats-officedocument.presentationml.tags+xml"/>
  <Override PartName="/ppt/tags/tag169.xml" ContentType="application/vnd.openxmlformats-officedocument.presentationml.tags+xml"/>
  <Override PartName="/ppt/tags/tag17.xml" ContentType="application/vnd.openxmlformats-officedocument.presentationml.tags+xml"/>
  <Override PartName="/ppt/tags/tag170.xml" ContentType="application/vnd.openxmlformats-officedocument.presentationml.tags+xml"/>
  <Override PartName="/ppt/tags/tag171.xml" ContentType="application/vnd.openxmlformats-officedocument.presentationml.tags+xml"/>
  <Override PartName="/ppt/tags/tag172.xml" ContentType="application/vnd.openxmlformats-officedocument.presentationml.tags+xml"/>
  <Override PartName="/ppt/tags/tag173.xml" ContentType="application/vnd.openxmlformats-officedocument.presentationml.tags+xml"/>
  <Override PartName="/ppt/tags/tag174.xml" ContentType="application/vnd.openxmlformats-officedocument.presentationml.tags+xml"/>
  <Override PartName="/ppt/tags/tag175.xml" ContentType="application/vnd.openxmlformats-officedocument.presentationml.tags+xml"/>
  <Override PartName="/ppt/tags/tag176.xml" ContentType="application/vnd.openxmlformats-officedocument.presentationml.tags+xml"/>
  <Override PartName="/ppt/tags/tag177.xml" ContentType="application/vnd.openxmlformats-officedocument.presentationml.tags+xml"/>
  <Override PartName="/ppt/tags/tag178.xml" ContentType="application/vnd.openxmlformats-officedocument.presentationml.tags+xml"/>
  <Override PartName="/ppt/tags/tag179.xml" ContentType="application/vnd.openxmlformats-officedocument.presentationml.tags+xml"/>
  <Override PartName="/ppt/tags/tag18.xml" ContentType="application/vnd.openxmlformats-officedocument.presentationml.tags+xml"/>
  <Override PartName="/ppt/tags/tag180.xml" ContentType="application/vnd.openxmlformats-officedocument.presentationml.tags+xml"/>
  <Override PartName="/ppt/tags/tag181.xml" ContentType="application/vnd.openxmlformats-officedocument.presentationml.tags+xml"/>
  <Override PartName="/ppt/tags/tag182.xml" ContentType="application/vnd.openxmlformats-officedocument.presentationml.tags+xml"/>
  <Override PartName="/ppt/tags/tag183.xml" ContentType="application/vnd.openxmlformats-officedocument.presentationml.tags+xml"/>
  <Override PartName="/ppt/tags/tag184.xml" ContentType="application/vnd.openxmlformats-officedocument.presentationml.tags+xml"/>
  <Override PartName="/ppt/tags/tag185.xml" ContentType="application/vnd.openxmlformats-officedocument.presentationml.tags+xml"/>
  <Override PartName="/ppt/tags/tag186.xml" ContentType="application/vnd.openxmlformats-officedocument.presentationml.tags+xml"/>
  <Override PartName="/ppt/tags/tag187.xml" ContentType="application/vnd.openxmlformats-officedocument.presentationml.tags+xml"/>
  <Override PartName="/ppt/tags/tag188.xml" ContentType="application/vnd.openxmlformats-officedocument.presentationml.tags+xml"/>
  <Override PartName="/ppt/tags/tag189.xml" ContentType="application/vnd.openxmlformats-officedocument.presentationml.tags+xml"/>
  <Override PartName="/ppt/tags/tag19.xml" ContentType="application/vnd.openxmlformats-officedocument.presentationml.tags+xml"/>
  <Override PartName="/ppt/tags/tag190.xml" ContentType="application/vnd.openxmlformats-officedocument.presentationml.tags+xml"/>
  <Override PartName="/ppt/tags/tag191.xml" ContentType="application/vnd.openxmlformats-officedocument.presentationml.tags+xml"/>
  <Override PartName="/ppt/tags/tag192.xml" ContentType="application/vnd.openxmlformats-officedocument.presentationml.tags+xml"/>
  <Override PartName="/ppt/tags/tag193.xml" ContentType="application/vnd.openxmlformats-officedocument.presentationml.tags+xml"/>
  <Override PartName="/ppt/tags/tag194.xml" ContentType="application/vnd.openxmlformats-officedocument.presentationml.tags+xml"/>
  <Override PartName="/ppt/tags/tag195.xml" ContentType="application/vnd.openxmlformats-officedocument.presentationml.tags+xml"/>
  <Override PartName="/ppt/tags/tag196.xml" ContentType="application/vnd.openxmlformats-officedocument.presentationml.tags+xml"/>
  <Override PartName="/ppt/tags/tag197.xml" ContentType="application/vnd.openxmlformats-officedocument.presentationml.tags+xml"/>
  <Override PartName="/ppt/tags/tag198.xml" ContentType="application/vnd.openxmlformats-officedocument.presentationml.tags+xml"/>
  <Override PartName="/ppt/tags/tag19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00.xml" ContentType="application/vnd.openxmlformats-officedocument.presentationml.tags+xml"/>
  <Override PartName="/ppt/tags/tag201.xml" ContentType="application/vnd.openxmlformats-officedocument.presentationml.tags+xml"/>
  <Override PartName="/ppt/tags/tag202.xml" ContentType="application/vnd.openxmlformats-officedocument.presentationml.tags+xml"/>
  <Override PartName="/ppt/tags/tag203.xml" ContentType="application/vnd.openxmlformats-officedocument.presentationml.tags+xml"/>
  <Override PartName="/ppt/tags/tag204.xml" ContentType="application/vnd.openxmlformats-officedocument.presentationml.tags+xml"/>
  <Override PartName="/ppt/tags/tag205.xml" ContentType="application/vnd.openxmlformats-officedocument.presentationml.tags+xml"/>
  <Override PartName="/ppt/tags/tag206.xml" ContentType="application/vnd.openxmlformats-officedocument.presentationml.tags+xml"/>
  <Override PartName="/ppt/tags/tag207.xml" ContentType="application/vnd.openxmlformats-officedocument.presentationml.tags+xml"/>
  <Override PartName="/ppt/tags/tag208.xml" ContentType="application/vnd.openxmlformats-officedocument.presentationml.tags+xml"/>
  <Override PartName="/ppt/tags/tag209.xml" ContentType="application/vnd.openxmlformats-officedocument.presentationml.tags+xml"/>
  <Override PartName="/ppt/tags/tag21.xml" ContentType="application/vnd.openxmlformats-officedocument.presentationml.tags+xml"/>
  <Override PartName="/ppt/tags/tag210.xml" ContentType="application/vnd.openxmlformats-officedocument.presentationml.tags+xml"/>
  <Override PartName="/ppt/tags/tag211.xml" ContentType="application/vnd.openxmlformats-officedocument.presentationml.tags+xml"/>
  <Override PartName="/ppt/tags/tag212.xml" ContentType="application/vnd.openxmlformats-officedocument.presentationml.tags+xml"/>
  <Override PartName="/ppt/tags/tag213.xml" ContentType="application/vnd.openxmlformats-officedocument.presentationml.tags+xml"/>
  <Override PartName="/ppt/tags/tag214.xml" ContentType="application/vnd.openxmlformats-officedocument.presentationml.tags+xml"/>
  <Override PartName="/ppt/tags/tag215.xml" ContentType="application/vnd.openxmlformats-officedocument.presentationml.tags+xml"/>
  <Override PartName="/ppt/tags/tag216.xml" ContentType="application/vnd.openxmlformats-officedocument.presentationml.tags+xml"/>
  <Override PartName="/ppt/tags/tag217.xml" ContentType="application/vnd.openxmlformats-officedocument.presentationml.tags+xml"/>
  <Override PartName="/ppt/tags/tag218.xml" ContentType="application/vnd.openxmlformats-officedocument.presentationml.tags+xml"/>
  <Override PartName="/ppt/tags/tag219.xml" ContentType="application/vnd.openxmlformats-officedocument.presentationml.tags+xml"/>
  <Override PartName="/ppt/tags/tag22.xml" ContentType="application/vnd.openxmlformats-officedocument.presentationml.tags+xml"/>
  <Override PartName="/ppt/tags/tag220.xml" ContentType="application/vnd.openxmlformats-officedocument.presentationml.tags+xml"/>
  <Override PartName="/ppt/tags/tag221.xml" ContentType="application/vnd.openxmlformats-officedocument.presentationml.tags+xml"/>
  <Override PartName="/ppt/tags/tag222.xml" ContentType="application/vnd.openxmlformats-officedocument.presentationml.tags+xml"/>
  <Override PartName="/ppt/tags/tag223.xml" ContentType="application/vnd.openxmlformats-officedocument.presentationml.tags+xml"/>
  <Override PartName="/ppt/tags/tag224.xml" ContentType="application/vnd.openxmlformats-officedocument.presentationml.tags+xml"/>
  <Override PartName="/ppt/tags/tag225.xml" ContentType="application/vnd.openxmlformats-officedocument.presentationml.tags+xml"/>
  <Override PartName="/ppt/tags/tag226.xml" ContentType="application/vnd.openxmlformats-officedocument.presentationml.tags+xml"/>
  <Override PartName="/ppt/tags/tag227.xml" ContentType="application/vnd.openxmlformats-officedocument.presentationml.tags+xml"/>
  <Override PartName="/ppt/tags/tag228.xml" ContentType="application/vnd.openxmlformats-officedocument.presentationml.tags+xml"/>
  <Override PartName="/ppt/tags/tag229.xml" ContentType="application/vnd.openxmlformats-officedocument.presentationml.tags+xml"/>
  <Override PartName="/ppt/tags/tag23.xml" ContentType="application/vnd.openxmlformats-officedocument.presentationml.tags+xml"/>
  <Override PartName="/ppt/tags/tag230.xml" ContentType="application/vnd.openxmlformats-officedocument.presentationml.tags+xml"/>
  <Override PartName="/ppt/tags/tag231.xml" ContentType="application/vnd.openxmlformats-officedocument.presentationml.tags+xml"/>
  <Override PartName="/ppt/tags/tag232.xml" ContentType="application/vnd.openxmlformats-officedocument.presentationml.tags+xml"/>
  <Override PartName="/ppt/tags/tag233.xml" ContentType="application/vnd.openxmlformats-officedocument.presentationml.tags+xml"/>
  <Override PartName="/ppt/tags/tag234.xml" ContentType="application/vnd.openxmlformats-officedocument.presentationml.tags+xml"/>
  <Override PartName="/ppt/tags/tag235.xml" ContentType="application/vnd.openxmlformats-officedocument.presentationml.tags+xml"/>
  <Override PartName="/ppt/tags/tag236.xml" ContentType="application/vnd.openxmlformats-officedocument.presentationml.tags+xml"/>
  <Override PartName="/ppt/tags/tag237.xml" ContentType="application/vnd.openxmlformats-officedocument.presentationml.tags+xml"/>
  <Override PartName="/ppt/tags/tag238.xml" ContentType="application/vnd.openxmlformats-officedocument.presentationml.tags+xml"/>
  <Override PartName="/ppt/tags/tag239.xml" ContentType="application/vnd.openxmlformats-officedocument.presentationml.tags+xml"/>
  <Override PartName="/ppt/tags/tag24.xml" ContentType="application/vnd.openxmlformats-officedocument.presentationml.tags+xml"/>
  <Override PartName="/ppt/tags/tag240.xml" ContentType="application/vnd.openxmlformats-officedocument.presentationml.tags+xml"/>
  <Override PartName="/ppt/tags/tag241.xml" ContentType="application/vnd.openxmlformats-officedocument.presentationml.tags+xml"/>
  <Override PartName="/ppt/tags/tag242.xml" ContentType="application/vnd.openxmlformats-officedocument.presentationml.tags+xml"/>
  <Override PartName="/ppt/tags/tag243.xml" ContentType="application/vnd.openxmlformats-officedocument.presentationml.tags+xml"/>
  <Override PartName="/ppt/tags/tag244.xml" ContentType="application/vnd.openxmlformats-officedocument.presentationml.tags+xml"/>
  <Override PartName="/ppt/tags/tag245.xml" ContentType="application/vnd.openxmlformats-officedocument.presentationml.tags+xml"/>
  <Override PartName="/ppt/tags/tag246.xml" ContentType="application/vnd.openxmlformats-officedocument.presentationml.tags+xml"/>
  <Override PartName="/ppt/tags/tag247.xml" ContentType="application/vnd.openxmlformats-officedocument.presentationml.tags+xml"/>
  <Override PartName="/ppt/tags/tag248.xml" ContentType="application/vnd.openxmlformats-officedocument.presentationml.tags+xml"/>
  <Override PartName="/ppt/tags/tag249.xml" ContentType="application/vnd.openxmlformats-officedocument.presentationml.tags+xml"/>
  <Override PartName="/ppt/tags/tag25.xml" ContentType="application/vnd.openxmlformats-officedocument.presentationml.tags+xml"/>
  <Override PartName="/ppt/tags/tag250.xml" ContentType="application/vnd.openxmlformats-officedocument.presentationml.tags+xml"/>
  <Override PartName="/ppt/tags/tag251.xml" ContentType="application/vnd.openxmlformats-officedocument.presentationml.tags+xml"/>
  <Override PartName="/ppt/tags/tag252.xml" ContentType="application/vnd.openxmlformats-officedocument.presentationml.tags+xml"/>
  <Override PartName="/ppt/tags/tag253.xml" ContentType="application/vnd.openxmlformats-officedocument.presentationml.tags+xml"/>
  <Override PartName="/ppt/tags/tag254.xml" ContentType="application/vnd.openxmlformats-officedocument.presentationml.tags+xml"/>
  <Override PartName="/ppt/tags/tag255.xml" ContentType="application/vnd.openxmlformats-officedocument.presentationml.tags+xml"/>
  <Override PartName="/ppt/tags/tag256.xml" ContentType="application/vnd.openxmlformats-officedocument.presentationml.tags+xml"/>
  <Override PartName="/ppt/tags/tag257.xml" ContentType="application/vnd.openxmlformats-officedocument.presentationml.tags+xml"/>
  <Override PartName="/ppt/tags/tag258.xml" ContentType="application/vnd.openxmlformats-officedocument.presentationml.tags+xml"/>
  <Override PartName="/ppt/tags/tag259.xml" ContentType="application/vnd.openxmlformats-officedocument.presentationml.tags+xml"/>
  <Override PartName="/ppt/tags/tag26.xml" ContentType="application/vnd.openxmlformats-officedocument.presentationml.tags+xml"/>
  <Override PartName="/ppt/tags/tag260.xml" ContentType="application/vnd.openxmlformats-officedocument.presentationml.tags+xml"/>
  <Override PartName="/ppt/tags/tag261.xml" ContentType="application/vnd.openxmlformats-officedocument.presentationml.tags+xml"/>
  <Override PartName="/ppt/tags/tag262.xml" ContentType="application/vnd.openxmlformats-officedocument.presentationml.tags+xml"/>
  <Override PartName="/ppt/tags/tag263.xml" ContentType="application/vnd.openxmlformats-officedocument.presentationml.tags+xml"/>
  <Override PartName="/ppt/tags/tag264.xml" ContentType="application/vnd.openxmlformats-officedocument.presentationml.tags+xml"/>
  <Override PartName="/ppt/tags/tag265.xml" ContentType="application/vnd.openxmlformats-officedocument.presentationml.tags+xml"/>
  <Override PartName="/ppt/tags/tag266.xml" ContentType="application/vnd.openxmlformats-officedocument.presentationml.tags+xml"/>
  <Override PartName="/ppt/tags/tag267.xml" ContentType="application/vnd.openxmlformats-officedocument.presentationml.tags+xml"/>
  <Override PartName="/ppt/tags/tag268.xml" ContentType="application/vnd.openxmlformats-officedocument.presentationml.tags+xml"/>
  <Override PartName="/ppt/tags/tag269.xml" ContentType="application/vnd.openxmlformats-officedocument.presentationml.tags+xml"/>
  <Override PartName="/ppt/tags/tag27.xml" ContentType="application/vnd.openxmlformats-officedocument.presentationml.tags+xml"/>
  <Override PartName="/ppt/tags/tag270.xml" ContentType="application/vnd.openxmlformats-officedocument.presentationml.tags+xml"/>
  <Override PartName="/ppt/tags/tag271.xml" ContentType="application/vnd.openxmlformats-officedocument.presentationml.tags+xml"/>
  <Override PartName="/ppt/tags/tag272.xml" ContentType="application/vnd.openxmlformats-officedocument.presentationml.tags+xml"/>
  <Override PartName="/ppt/tags/tag273.xml" ContentType="application/vnd.openxmlformats-officedocument.presentationml.tags+xml"/>
  <Override PartName="/ppt/tags/tag274.xml" ContentType="application/vnd.openxmlformats-officedocument.presentationml.tags+xml"/>
  <Override PartName="/ppt/tags/tag275.xml" ContentType="application/vnd.openxmlformats-officedocument.presentationml.tags+xml"/>
  <Override PartName="/ppt/tags/tag276.xml" ContentType="application/vnd.openxmlformats-officedocument.presentationml.tags+xml"/>
  <Override PartName="/ppt/tags/tag277.xml" ContentType="application/vnd.openxmlformats-officedocument.presentationml.tags+xml"/>
  <Override PartName="/ppt/tags/tag278.xml" ContentType="application/vnd.openxmlformats-officedocument.presentationml.tags+xml"/>
  <Override PartName="/ppt/tags/tag279.xml" ContentType="application/vnd.openxmlformats-officedocument.presentationml.tags+xml"/>
  <Override PartName="/ppt/tags/tag28.xml" ContentType="application/vnd.openxmlformats-officedocument.presentationml.tags+xml"/>
  <Override PartName="/ppt/tags/tag280.xml" ContentType="application/vnd.openxmlformats-officedocument.presentationml.tags+xml"/>
  <Override PartName="/ppt/tags/tag281.xml" ContentType="application/vnd.openxmlformats-officedocument.presentationml.tags+xml"/>
  <Override PartName="/ppt/tags/tag282.xml" ContentType="application/vnd.openxmlformats-officedocument.presentationml.tags+xml"/>
  <Override PartName="/ppt/tags/tag283.xml" ContentType="application/vnd.openxmlformats-officedocument.presentationml.tags+xml"/>
  <Override PartName="/ppt/tags/tag284.xml" ContentType="application/vnd.openxmlformats-officedocument.presentationml.tags+xml"/>
  <Override PartName="/ppt/tags/tag285.xml" ContentType="application/vnd.openxmlformats-officedocument.presentationml.tags+xml"/>
  <Override PartName="/ppt/tags/tag286.xml" ContentType="application/vnd.openxmlformats-officedocument.presentationml.tags+xml"/>
  <Override PartName="/ppt/tags/tag287.xml" ContentType="application/vnd.openxmlformats-officedocument.presentationml.tags+xml"/>
  <Override PartName="/ppt/tags/tag288.xml" ContentType="application/vnd.openxmlformats-officedocument.presentationml.tags+xml"/>
  <Override PartName="/ppt/tags/tag289.xml" ContentType="application/vnd.openxmlformats-officedocument.presentationml.tags+xml"/>
  <Override PartName="/ppt/tags/tag29.xml" ContentType="application/vnd.openxmlformats-officedocument.presentationml.tags+xml"/>
  <Override PartName="/ppt/tags/tag290.xml" ContentType="application/vnd.openxmlformats-officedocument.presentationml.tags+xml"/>
  <Override PartName="/ppt/tags/tag291.xml" ContentType="application/vnd.openxmlformats-officedocument.presentationml.tags+xml"/>
  <Override PartName="/ppt/tags/tag292.xml" ContentType="application/vnd.openxmlformats-officedocument.presentationml.tags+xml"/>
  <Override PartName="/ppt/tags/tag293.xml" ContentType="application/vnd.openxmlformats-officedocument.presentationml.tags+xml"/>
  <Override PartName="/ppt/tags/tag294.xml" ContentType="application/vnd.openxmlformats-officedocument.presentationml.tags+xml"/>
  <Override PartName="/ppt/tags/tag295.xml" ContentType="application/vnd.openxmlformats-officedocument.presentationml.tags+xml"/>
  <Override PartName="/ppt/tags/tag296.xml" ContentType="application/vnd.openxmlformats-officedocument.presentationml.tags+xml"/>
  <Override PartName="/ppt/tags/tag297.xml" ContentType="application/vnd.openxmlformats-officedocument.presentationml.tags+xml"/>
  <Override PartName="/ppt/tags/tag298.xml" ContentType="application/vnd.openxmlformats-officedocument.presentationml.tags+xml"/>
  <Override PartName="/ppt/tags/tag29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00.xml" ContentType="application/vnd.openxmlformats-officedocument.presentationml.tags+xml"/>
  <Override PartName="/ppt/tags/tag301.xml" ContentType="application/vnd.openxmlformats-officedocument.presentationml.tags+xml"/>
  <Override PartName="/ppt/tags/tag302.xml" ContentType="application/vnd.openxmlformats-officedocument.presentationml.tags+xml"/>
  <Override PartName="/ppt/tags/tag303.xml" ContentType="application/vnd.openxmlformats-officedocument.presentationml.tags+xml"/>
  <Override PartName="/ppt/tags/tag304.xml" ContentType="application/vnd.openxmlformats-officedocument.presentationml.tags+xml"/>
  <Override PartName="/ppt/tags/tag305.xml" ContentType="application/vnd.openxmlformats-officedocument.presentationml.tags+xml"/>
  <Override PartName="/ppt/tags/tag306.xml" ContentType="application/vnd.openxmlformats-officedocument.presentationml.tags+xml"/>
  <Override PartName="/ppt/tags/tag307.xml" ContentType="application/vnd.openxmlformats-officedocument.presentationml.tags+xml"/>
  <Override PartName="/ppt/tags/tag308.xml" ContentType="application/vnd.openxmlformats-officedocument.presentationml.tags+xml"/>
  <Override PartName="/ppt/tags/tag309.xml" ContentType="application/vnd.openxmlformats-officedocument.presentationml.tags+xml"/>
  <Override PartName="/ppt/tags/tag31.xml" ContentType="application/vnd.openxmlformats-officedocument.presentationml.tags+xml"/>
  <Override PartName="/ppt/tags/tag310.xml" ContentType="application/vnd.openxmlformats-officedocument.presentationml.tags+xml"/>
  <Override PartName="/ppt/tags/tag311.xml" ContentType="application/vnd.openxmlformats-officedocument.presentationml.tags+xml"/>
  <Override PartName="/ppt/tags/tag312.xml" ContentType="application/vnd.openxmlformats-officedocument.presentationml.tags+xml"/>
  <Override PartName="/ppt/tags/tag313.xml" ContentType="application/vnd.openxmlformats-officedocument.presentationml.tags+xml"/>
  <Override PartName="/ppt/tags/tag314.xml" ContentType="application/vnd.openxmlformats-officedocument.presentationml.tags+xml"/>
  <Override PartName="/ppt/tags/tag315.xml" ContentType="application/vnd.openxmlformats-officedocument.presentationml.tags+xml"/>
  <Override PartName="/ppt/tags/tag316.xml" ContentType="application/vnd.openxmlformats-officedocument.presentationml.tags+xml"/>
  <Override PartName="/ppt/tags/tag317.xml" ContentType="application/vnd.openxmlformats-officedocument.presentationml.tags+xml"/>
  <Override PartName="/ppt/tags/tag318.xml" ContentType="application/vnd.openxmlformats-officedocument.presentationml.tags+xml"/>
  <Override PartName="/ppt/tags/tag319.xml" ContentType="application/vnd.openxmlformats-officedocument.presentationml.tags+xml"/>
  <Override PartName="/ppt/tags/tag32.xml" ContentType="application/vnd.openxmlformats-officedocument.presentationml.tags+xml"/>
  <Override PartName="/ppt/tags/tag320.xml" ContentType="application/vnd.openxmlformats-officedocument.presentationml.tags+xml"/>
  <Override PartName="/ppt/tags/tag321.xml" ContentType="application/vnd.openxmlformats-officedocument.presentationml.tags+xml"/>
  <Override PartName="/ppt/tags/tag322.xml" ContentType="application/vnd.openxmlformats-officedocument.presentationml.tags+xml"/>
  <Override PartName="/ppt/tags/tag323.xml" ContentType="application/vnd.openxmlformats-officedocument.presentationml.tags+xml"/>
  <Override PartName="/ppt/tags/tag324.xml" ContentType="application/vnd.openxmlformats-officedocument.presentationml.tags+xml"/>
  <Override PartName="/ppt/tags/tag325.xml" ContentType="application/vnd.openxmlformats-officedocument.presentationml.tags+xml"/>
  <Override PartName="/ppt/tags/tag326.xml" ContentType="application/vnd.openxmlformats-officedocument.presentationml.tags+xml"/>
  <Override PartName="/ppt/tags/tag327.xml" ContentType="application/vnd.openxmlformats-officedocument.presentationml.tags+xml"/>
  <Override PartName="/ppt/tags/tag328.xml" ContentType="application/vnd.openxmlformats-officedocument.presentationml.tags+xml"/>
  <Override PartName="/ppt/tags/tag329.xml" ContentType="application/vnd.openxmlformats-officedocument.presentationml.tags+xml"/>
  <Override PartName="/ppt/tags/tag33.xml" ContentType="application/vnd.openxmlformats-officedocument.presentationml.tags+xml"/>
  <Override PartName="/ppt/tags/tag330.xml" ContentType="application/vnd.openxmlformats-officedocument.presentationml.tags+xml"/>
  <Override PartName="/ppt/tags/tag331.xml" ContentType="application/vnd.openxmlformats-officedocument.presentationml.tags+xml"/>
  <Override PartName="/ppt/tags/tag332.xml" ContentType="application/vnd.openxmlformats-officedocument.presentationml.tags+xml"/>
  <Override PartName="/ppt/tags/tag333.xml" ContentType="application/vnd.openxmlformats-officedocument.presentationml.tags+xml"/>
  <Override PartName="/ppt/tags/tag334.xml" ContentType="application/vnd.openxmlformats-officedocument.presentationml.tags+xml"/>
  <Override PartName="/ppt/tags/tag335.xml" ContentType="application/vnd.openxmlformats-officedocument.presentationml.tags+xml"/>
  <Override PartName="/ppt/tags/tag336.xml" ContentType="application/vnd.openxmlformats-officedocument.presentationml.tags+xml"/>
  <Override PartName="/ppt/tags/tag337.xml" ContentType="application/vnd.openxmlformats-officedocument.presentationml.tags+xml"/>
  <Override PartName="/ppt/tags/tag338.xml" ContentType="application/vnd.openxmlformats-officedocument.presentationml.tags+xml"/>
  <Override PartName="/ppt/tags/tag339.xml" ContentType="application/vnd.openxmlformats-officedocument.presentationml.tags+xml"/>
  <Override PartName="/ppt/tags/tag34.xml" ContentType="application/vnd.openxmlformats-officedocument.presentationml.tags+xml"/>
  <Override PartName="/ppt/tags/tag340.xml" ContentType="application/vnd.openxmlformats-officedocument.presentationml.tags+xml"/>
  <Override PartName="/ppt/tags/tag341.xml" ContentType="application/vnd.openxmlformats-officedocument.presentationml.tags+xml"/>
  <Override PartName="/ppt/tags/tag342.xml" ContentType="application/vnd.openxmlformats-officedocument.presentationml.tags+xml"/>
  <Override PartName="/ppt/tags/tag343.xml" ContentType="application/vnd.openxmlformats-officedocument.presentationml.tags+xml"/>
  <Override PartName="/ppt/tags/tag344.xml" ContentType="application/vnd.openxmlformats-officedocument.presentationml.tags+xml"/>
  <Override PartName="/ppt/tags/tag345.xml" ContentType="application/vnd.openxmlformats-officedocument.presentationml.tags+xml"/>
  <Override PartName="/ppt/tags/tag346.xml" ContentType="application/vnd.openxmlformats-officedocument.presentationml.tags+xml"/>
  <Override PartName="/ppt/tags/tag347.xml" ContentType="application/vnd.openxmlformats-officedocument.presentationml.tags+xml"/>
  <Override PartName="/ppt/tags/tag348.xml" ContentType="application/vnd.openxmlformats-officedocument.presentationml.tags+xml"/>
  <Override PartName="/ppt/tags/tag349.xml" ContentType="application/vnd.openxmlformats-officedocument.presentationml.tags+xml"/>
  <Override PartName="/ppt/tags/tag35.xml" ContentType="application/vnd.openxmlformats-officedocument.presentationml.tags+xml"/>
  <Override PartName="/ppt/tags/tag350.xml" ContentType="application/vnd.openxmlformats-officedocument.presentationml.tags+xml"/>
  <Override PartName="/ppt/tags/tag351.xml" ContentType="application/vnd.openxmlformats-officedocument.presentationml.tags+xml"/>
  <Override PartName="/ppt/tags/tag352.xml" ContentType="application/vnd.openxmlformats-officedocument.presentationml.tags+xml"/>
  <Override PartName="/ppt/tags/tag353.xml" ContentType="application/vnd.openxmlformats-officedocument.presentationml.tags+xml"/>
  <Override PartName="/ppt/tags/tag354.xml" ContentType="application/vnd.openxmlformats-officedocument.presentationml.tags+xml"/>
  <Override PartName="/ppt/tags/tag355.xml" ContentType="application/vnd.openxmlformats-officedocument.presentationml.tags+xml"/>
  <Override PartName="/ppt/tags/tag356.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 id="2147483665" r:id="rId3"/>
  </p:sldMasterIdLst>
  <p:notesMasterIdLst>
    <p:notesMasterId r:id="rId5"/>
  </p:notesMasterIdLst>
  <p:handoutMasterIdLst>
    <p:handoutMasterId r:id="rId26"/>
  </p:handoutMasterIdLst>
  <p:sldIdLst>
    <p:sldId id="1670" r:id="rId4"/>
    <p:sldId id="3520" r:id="rId6"/>
    <p:sldId id="3514" r:id="rId7"/>
    <p:sldId id="3516" r:id="rId8"/>
    <p:sldId id="3512" r:id="rId9"/>
    <p:sldId id="3521" r:id="rId10"/>
    <p:sldId id="3518" r:id="rId11"/>
    <p:sldId id="3528" r:id="rId12"/>
    <p:sldId id="3532" r:id="rId13"/>
    <p:sldId id="3515" r:id="rId14"/>
    <p:sldId id="3494" r:id="rId15"/>
    <p:sldId id="3496" r:id="rId16"/>
    <p:sldId id="3531" r:id="rId17"/>
    <p:sldId id="3446" r:id="rId18"/>
    <p:sldId id="3511" r:id="rId19"/>
    <p:sldId id="3464" r:id="rId20"/>
    <p:sldId id="3380" r:id="rId21"/>
    <p:sldId id="3489" r:id="rId22"/>
    <p:sldId id="3490" r:id="rId23"/>
    <p:sldId id="3491" r:id="rId24"/>
    <p:sldId id="1522" r:id="rId25"/>
  </p:sldIdLst>
  <p:sldSz cx="12192000" cy="6858000"/>
  <p:notesSz cx="6858000" cy="9144000"/>
  <p:embeddedFontLst>
    <p:embeddedFont>
      <p:font typeface="微软雅黑 Light" panose="020B0502040204020203" charset="-122"/>
      <p:regular r:id="rId31"/>
    </p:embeddedFont>
    <p:embeddedFont>
      <p:font typeface="微软雅黑" panose="020B0503020204020204" charset="-122"/>
      <p:regular r:id="rId32"/>
    </p:embeddedFont>
    <p:embeddedFont>
      <p:font typeface="Calibri" panose="020F0502020204030204" charset="0"/>
      <p:regular r:id="rId33"/>
      <p:bold r:id="rId34"/>
      <p:italic r:id="rId35"/>
      <p:boldItalic r:id="rId36"/>
    </p:embeddedFont>
    <p:embeddedFont>
      <p:font typeface="Bahnschrift" panose="020B0502040204020203" pitchFamily="34" charset="0"/>
      <p:regular r:id="rId37"/>
      <p:bold r:id="rId38"/>
    </p:embeddedFont>
  </p:embeddedFontLst>
  <p:custDataLst>
    <p:tags r:id="rId39"/>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5" orient="horz" pos="2428" userDrawn="1">
          <p15:clr>
            <a:srgbClr val="A4A3A4"/>
          </p15:clr>
        </p15:guide>
        <p15:guide id="2" pos="3882" userDrawn="1">
          <p15:clr>
            <a:srgbClr val="A4A3A4"/>
          </p15:clr>
        </p15:guide>
        <p15:guide id="3" pos="2286" userDrawn="1">
          <p15:clr>
            <a:srgbClr val="A4A3A4"/>
          </p15:clr>
        </p15:guide>
        <p15:guide id="4" orient="horz" pos="1597" userDrawn="1">
          <p15:clr>
            <a:srgbClr val="A4A3A4"/>
          </p15:clr>
        </p15:guide>
        <p15:guide id="6" pos="709" userDrawn="1">
          <p15:clr>
            <a:srgbClr val="A4A3A4"/>
          </p15:clr>
        </p15:guide>
        <p15:guide id="7" orient="horz" pos="503" userDrawn="1">
          <p15:clr>
            <a:srgbClr val="A4A3A4"/>
          </p15:clr>
        </p15:guide>
        <p15:guide id="8" orient="horz" pos="998"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Administrator" initials="A" lastIdx="2" clrIdx="0"/>
  <p:cmAuthor id="2" name="作者" initials="A" lastIdx="0" clrIdx="1"/>
  <p:cmAuthor id="3" name="lenovo" initials="l" lastIdx="6" clrIdx="2"/>
  <p:cmAuthor id="4" name="steve" initials="s" lastIdx="1" clrIdx="3"/>
  <p:cmAuthor id="5" name="宋洁然" initials="宋" lastIdx="2" clrIdx="1"/>
  <p:cmAuthor id="6" name="ming qiu" initials="m" lastIdx="17" clrIdx="1"/>
  <p:cmAuthor id="7" name="1206988966@qq.com" initials="1" lastIdx="1" clrIdx="2"/>
  <p:cmAuthor id="8" name="姜伟光" initials="姜" lastIdx="1" clrIdx="0"/>
  <p:cmAuthor id="9" name="lujun" initials="l" lastIdx="1" clrIdx="8"/>
  <p:cmAuthor id="10" name="Think" initials="T" lastIdx="1" clrIdx="9"/>
  <p:cmAuthor id="11" name="85013" initials="8" lastIdx="1" clrIdx="10"/>
  <p:cmAuthor id="12" name="zhaohao" initials="z" lastIdx="1" clrIdx="11"/>
  <p:cmAuthor id="16" name="bosssoft" initials="l" lastIdx="1" clrIdx="15"/>
  <p:cmAuthor id="76" name="潘 磊" initials="潘" lastIdx="1" clrIdx="25"/>
  <p:cmAuthor id="77" name="huanghengbing" initials="h" lastIdx="1" clrIdx="26"/>
  <p:cmAuthor id="0" name="Bian Hongxu" initials="BH" lastIdx="1" clrIdx="0"/>
  <p:cmAuthor id="78" name="HL Xiao" initials="HX" lastIdx="18" clrIdx="27"/>
  <p:cmAuthor id="407585519" name="واحد بريء" initials="و" lastIdx="1" clrIdx="17"/>
</p:cmAuthorLst>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54D97"/>
    <a:srgbClr val="FFFFFF"/>
    <a:srgbClr val="2564A8"/>
    <a:srgbClr val="D4A979"/>
    <a:srgbClr val="F2F2F2"/>
    <a:srgbClr val="285AA1"/>
    <a:srgbClr val="E4ECF6"/>
    <a:srgbClr val="2370E3"/>
    <a:srgbClr val="1556BC"/>
    <a:srgbClr val="58B6E5"/>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C8BFB205-C076-44A3-9290-34B90F40C942}" styleName="表样式 1 25">
    <a:wholeTbl>
      <a:tcTxStyle>
        <a:fontRef idx="none">
          <a:srgbClr val="000000"/>
        </a:fontRef>
      </a:tcTxStyle>
      <a:tcStyle>
        <a:tcBdr>
          <a:left>
            <a:ln w="9525" cmpd="sng">
              <a:solidFill>
                <a:schemeClr val="accent1"/>
              </a:solidFill>
              <a:prstDash val="solid"/>
            </a:ln>
          </a:left>
          <a:right>
            <a:ln w="9525" cmpd="sng">
              <a:solidFill>
                <a:schemeClr val="accent1"/>
              </a:solidFill>
              <a:prstDash val="solid"/>
            </a:ln>
          </a:right>
          <a:top>
            <a:ln w="9525" cmpd="sng">
              <a:solidFill>
                <a:schemeClr val="accent1"/>
              </a:solidFill>
              <a:prstDash val="solid"/>
            </a:ln>
          </a:top>
          <a:bottom>
            <a:ln w="9525" cmpd="sng">
              <a:solidFill>
                <a:schemeClr val="accent1"/>
              </a:solidFill>
              <a:prstDash val="solid"/>
            </a:ln>
          </a:bottom>
          <a:insideH>
            <a:ln w="9525" cmpd="sng">
              <a:solidFill>
                <a:schemeClr val="accent1">
                  <a:lumMod val="40000"/>
                  <a:lumOff val="60000"/>
                </a:schemeClr>
              </a:solidFill>
              <a:prstDash val="solid"/>
            </a:ln>
          </a:insideH>
          <a:insideV>
            <a:ln w="9525" cmpd="sng">
              <a:solidFill>
                <a:schemeClr val="accent1">
                  <a:lumMod val="40000"/>
                  <a:lumOff val="60000"/>
                </a:schemeClr>
              </a:solidFill>
              <a:prstDash val="solid"/>
            </a:ln>
          </a:insideV>
        </a:tcBdr>
        <a:fill>
          <a:solidFill>
            <a:srgbClr val="FFFFFF"/>
          </a:solidFill>
        </a:fill>
      </a:tcStyle>
    </a:wholeTbl>
    <a:band2H>
      <a:tcStyle>
        <a:tcBdr/>
        <a:fill>
          <a:solidFill>
            <a:schemeClr val="accent1">
              <a:lumMod val="10000"/>
              <a:lumOff val="90000"/>
            </a:schemeClr>
          </a:solidFill>
        </a:fill>
      </a:tcStyle>
    </a:band2H>
    <a:band1V>
      <a:tcStyle>
        <a:tcBdr/>
        <a:fill>
          <a:solidFill>
            <a:schemeClr val="accent1">
              <a:lumMod val="10000"/>
              <a:lumOff val="90000"/>
            </a:schemeClr>
          </a:solidFill>
        </a:fill>
      </a:tcStyle>
    </a:band1V>
    <a:band2V>
      <a:tcStyle>
        <a:tcBdr>
          <a:left>
            <a:ln w="9525" cmpd="sng">
              <a:solidFill>
                <a:schemeClr val="accent1">
                  <a:lumMod val="40000"/>
                  <a:lumOff val="60000"/>
                </a:schemeClr>
              </a:solidFill>
              <a:prstDash val="solid"/>
            </a:ln>
          </a:left>
          <a:right>
            <a:ln w="9525" cmpd="sng">
              <a:solidFill>
                <a:schemeClr val="accent1">
                  <a:lumMod val="40000"/>
                  <a:lumOff val="60000"/>
                </a:schemeClr>
              </a:solidFill>
              <a:prstDash val="solid"/>
            </a:ln>
          </a:right>
          <a:top>
            <a:ln w="9525" cmpd="sng">
              <a:solidFill>
                <a:schemeClr val="accent1"/>
              </a:solidFill>
              <a:prstDash val="solid"/>
            </a:ln>
          </a:top>
          <a:bottom>
            <a:ln w="9525" cmpd="sng">
              <a:solidFill>
                <a:schemeClr val="accent1"/>
              </a:solidFill>
              <a:prstDash val="solid"/>
            </a:ln>
          </a:bottom>
          <a:insideH>
            <a:ln w="9525" cmpd="sng">
              <a:solidFill>
                <a:schemeClr val="accent1">
                  <a:lumMod val="40000"/>
                  <a:lumOff val="60000"/>
                </a:schemeClr>
              </a:solidFill>
              <a:prstDash val="solid"/>
            </a:ln>
          </a:insideH>
          <a:insideV>
            <a:ln>
              <a:noFill/>
            </a:ln>
          </a:insideV>
        </a:tcBdr>
      </a:tcStyle>
    </a:band2V>
    <a:lastCol>
      <a:tcTxStyle b="on">
        <a:fontRef idx="none">
          <a:srgbClr val="08090C"/>
        </a:fontRef>
      </a:tcTxStyle>
      <a:tcStyle>
        <a:tcBdr>
          <a:left>
            <a:ln w="9525" cmpd="sng">
              <a:solidFill>
                <a:schemeClr val="accent1">
                  <a:lumMod val="40000"/>
                  <a:lumOff val="60000"/>
                </a:schemeClr>
              </a:solidFill>
              <a:prstDash val="solid"/>
            </a:ln>
          </a:left>
          <a:right>
            <a:ln w="9525" cmpd="sng">
              <a:solidFill>
                <a:schemeClr val="accent1"/>
              </a:solidFill>
              <a:prstDash val="solid"/>
            </a:ln>
          </a:right>
          <a:top>
            <a:ln w="9525" cmpd="sng">
              <a:solidFill>
                <a:schemeClr val="accent1"/>
              </a:solidFill>
              <a:prstDash val="solid"/>
            </a:ln>
          </a:top>
          <a:bottom>
            <a:ln w="9525" cmpd="sng">
              <a:solidFill>
                <a:schemeClr val="accent1"/>
              </a:solidFill>
              <a:prstDash val="solid"/>
            </a:ln>
          </a:bottom>
          <a:insideH>
            <a:ln w="9525" cmpd="sng">
              <a:solidFill>
                <a:schemeClr val="accent1">
                  <a:lumMod val="40000"/>
                  <a:lumOff val="60000"/>
                </a:schemeClr>
              </a:solidFill>
              <a:prstDash val="solid"/>
            </a:ln>
          </a:insideH>
          <a:insideV>
            <a:ln>
              <a:noFill/>
            </a:ln>
          </a:insideV>
        </a:tcBdr>
        <a:fill>
          <a:solidFill>
            <a:schemeClr val="accent1">
              <a:lumMod val="20000"/>
              <a:lumOff val="80000"/>
            </a:schemeClr>
          </a:solidFill>
        </a:fill>
      </a:tcStyle>
    </a:lastCol>
    <a:firstCol>
      <a:tcTxStyle b="on">
        <a:fontRef idx="none">
          <a:srgbClr val="08090C"/>
        </a:fontRef>
      </a:tcTxStyle>
      <a:tcStyle>
        <a:tcBdr>
          <a:left>
            <a:ln w="9525" cmpd="sng">
              <a:solidFill>
                <a:schemeClr val="accent1"/>
              </a:solidFill>
              <a:prstDash val="solid"/>
            </a:ln>
          </a:left>
          <a:right>
            <a:ln w="9525" cmpd="sng">
              <a:solidFill>
                <a:schemeClr val="accent1">
                  <a:lumMod val="40000"/>
                  <a:lumOff val="60000"/>
                </a:schemeClr>
              </a:solidFill>
              <a:prstDash val="solid"/>
            </a:ln>
          </a:right>
          <a:top>
            <a:ln w="9525" cmpd="sng">
              <a:solidFill>
                <a:schemeClr val="accent1"/>
              </a:solidFill>
              <a:prstDash val="solid"/>
            </a:ln>
          </a:top>
          <a:bottom>
            <a:ln w="9525" cmpd="sng">
              <a:solidFill>
                <a:schemeClr val="accent1"/>
              </a:solidFill>
              <a:prstDash val="solid"/>
            </a:ln>
          </a:bottom>
          <a:insideH>
            <a:ln w="9525" cmpd="sng">
              <a:solidFill>
                <a:schemeClr val="accent1">
                  <a:lumMod val="40000"/>
                  <a:lumOff val="60000"/>
                </a:schemeClr>
              </a:solidFill>
              <a:prstDash val="solid"/>
            </a:ln>
          </a:insideH>
          <a:insideV>
            <a:ln>
              <a:noFill/>
            </a:ln>
          </a:insideV>
        </a:tcBdr>
        <a:fill>
          <a:solidFill>
            <a:schemeClr val="accent1">
              <a:lumMod val="20000"/>
              <a:lumOff val="80000"/>
            </a:schemeClr>
          </a:solidFill>
        </a:fill>
      </a:tcStyle>
    </a:firstCol>
    <a:lastRow>
      <a:tcTxStyle b="on">
        <a:fontRef idx="none">
          <a:schemeClr val="accent1"/>
        </a:fontRef>
      </a:tcTxStyle>
      <a:tcStyle>
        <a:tcBdr>
          <a:left>
            <a:ln w="9525" cmpd="sng">
              <a:solidFill>
                <a:schemeClr val="accent1"/>
              </a:solidFill>
              <a:prstDash val="solid"/>
            </a:ln>
          </a:left>
          <a:right>
            <a:ln w="9525" cmpd="sng">
              <a:solidFill>
                <a:schemeClr val="accent1"/>
              </a:solidFill>
              <a:prstDash val="solid"/>
            </a:ln>
          </a:right>
          <a:top>
            <a:ln w="9525" cmpd="sng">
              <a:solidFill>
                <a:schemeClr val="accent1"/>
              </a:solidFill>
              <a:prstDash val="solid"/>
            </a:ln>
          </a:top>
          <a:bottom>
            <a:ln w="9525" cmpd="sng">
              <a:solidFill>
                <a:schemeClr val="accent1"/>
              </a:solidFill>
              <a:prstDash val="solid"/>
            </a:ln>
          </a:bottom>
          <a:insideH>
            <a:ln>
              <a:noFill/>
            </a:ln>
          </a:insideH>
          <a:insideV>
            <a:ln>
              <a:noFill/>
            </a:ln>
          </a:insideV>
        </a:tcBdr>
        <a:fill>
          <a:solidFill>
            <a:srgbClr val="FFFFFF"/>
          </a:solidFill>
        </a:fill>
      </a:tcStyle>
    </a:lastRow>
    <a:seCell>
      <a:tcStyle>
        <a:tcBdr>
          <a:left>
            <a:ln>
              <a:noFill/>
            </a:ln>
          </a:left>
          <a:right>
            <a:ln w="9525" cmpd="sng">
              <a:solidFill>
                <a:schemeClr val="accent1"/>
              </a:solidFill>
              <a:prstDash val="solid"/>
            </a:ln>
          </a:right>
          <a:top>
            <a:ln w="9525" cmpd="sng">
              <a:solidFill>
                <a:schemeClr val="accent1"/>
              </a:solidFill>
              <a:prstDash val="solid"/>
            </a:ln>
          </a:top>
          <a:bottom>
            <a:ln w="9525" cmpd="sng">
              <a:solidFill>
                <a:schemeClr val="accent1"/>
              </a:solidFill>
              <a:prstDash val="solid"/>
            </a:ln>
          </a:bottom>
          <a:insideH>
            <a:ln>
              <a:noFill/>
            </a:ln>
          </a:insideH>
          <a:insideV>
            <a:ln>
              <a:noFill/>
            </a:ln>
          </a:insideV>
        </a:tcBdr>
        <a:fill>
          <a:solidFill>
            <a:srgbClr val="FFFFFF"/>
          </a:solidFill>
        </a:fill>
      </a:tcStyle>
    </a:seCell>
    <a:swCell>
      <a:tcTxStyle b="on">
        <a:fontRef idx="none">
          <a:schemeClr val="accent1"/>
        </a:fontRef>
      </a:tcTxStyle>
      <a:tcStyle>
        <a:tcBdr>
          <a:left>
            <a:ln w="9525" cmpd="sng">
              <a:solidFill>
                <a:schemeClr val="accent1"/>
              </a:solidFill>
              <a:prstDash val="solid"/>
            </a:ln>
          </a:left>
          <a:right>
            <a:ln>
              <a:noFill/>
            </a:ln>
          </a:right>
          <a:top>
            <a:ln w="9525" cmpd="sng">
              <a:solidFill>
                <a:schemeClr val="accent1"/>
              </a:solidFill>
              <a:prstDash val="solid"/>
            </a:ln>
          </a:top>
          <a:bottom>
            <a:ln w="9525" cmpd="sng">
              <a:solidFill>
                <a:schemeClr val="accent1"/>
              </a:solidFill>
              <a:prstDash val="solid"/>
            </a:ln>
          </a:bottom>
          <a:insideH>
            <a:ln>
              <a:noFill/>
            </a:ln>
          </a:insideH>
          <a:insideV>
            <a:ln>
              <a:noFill/>
            </a:ln>
          </a:insideV>
        </a:tcBdr>
        <a:fill>
          <a:solidFill>
            <a:srgbClr val="FFFFFF"/>
          </a:solidFill>
        </a:fill>
      </a:tcStyle>
    </a:swCell>
    <a:firstRow>
      <a:tcTxStyle b="on">
        <a:fontRef idx="none">
          <a:srgbClr val="FFFFFF"/>
        </a:fontRef>
      </a:tcTxStyle>
      <a:tcStyle>
        <a:tcBdr>
          <a:left>
            <a:ln w="9525" cmpd="sng">
              <a:solidFill>
                <a:schemeClr val="accent1"/>
              </a:solidFill>
              <a:prstDash val="solid"/>
            </a:ln>
          </a:left>
          <a:right>
            <a:ln w="9525" cmpd="sng">
              <a:solidFill>
                <a:schemeClr val="accent1"/>
              </a:solidFill>
              <a:prstDash val="solid"/>
            </a:ln>
          </a:right>
          <a:top>
            <a:ln w="9525" cmpd="sng">
              <a:solidFill>
                <a:schemeClr val="accent1"/>
              </a:solidFill>
              <a:prstDash val="solid"/>
            </a:ln>
          </a:top>
          <a:bottom>
            <a:ln w="9525" cmpd="sng">
              <a:solidFill>
                <a:schemeClr val="accent1"/>
              </a:solidFill>
              <a:prstDash val="solid"/>
            </a:ln>
          </a:bottom>
          <a:insideH>
            <a:ln>
              <a:noFill/>
            </a:ln>
          </a:insideH>
          <a:insideV>
            <a:ln w="9525" cmpd="sng">
              <a:solidFill>
                <a:schemeClr val="accent1">
                  <a:lumMod val="40000"/>
                  <a:lumOff val="60000"/>
                </a:schemeClr>
              </a:solidFill>
              <a:prstDash val="solid"/>
            </a:ln>
          </a:insideV>
        </a:tcBdr>
        <a:fill>
          <a:solidFill>
            <a:schemeClr val="accent1"/>
          </a:solidFill>
        </a:fill>
      </a:tcStyle>
    </a:firstRow>
  </a:tblStyle>
  <a:tblStyle styleId="{0E64CAED-956A-463B-916D-C92FA230421B}" styleName="表样式 1 25">
    <a:wholeTbl>
      <a:tcTxStyle>
        <a:fontRef idx="none">
          <a:srgbClr val="000000"/>
        </a:fontRef>
      </a:tcTxStyle>
      <a:tcStyle>
        <a:tcBdr>
          <a:left>
            <a:ln w="9525" cmpd="sng">
              <a:solidFill>
                <a:schemeClr val="accent1"/>
              </a:solidFill>
              <a:prstDash val="solid"/>
            </a:ln>
          </a:left>
          <a:right>
            <a:ln w="9525" cmpd="sng">
              <a:solidFill>
                <a:schemeClr val="accent1"/>
              </a:solidFill>
              <a:prstDash val="solid"/>
            </a:ln>
          </a:right>
          <a:top>
            <a:ln w="9525" cmpd="sng">
              <a:solidFill>
                <a:schemeClr val="accent1"/>
              </a:solidFill>
              <a:prstDash val="solid"/>
            </a:ln>
          </a:top>
          <a:bottom>
            <a:ln w="9525" cmpd="sng">
              <a:solidFill>
                <a:schemeClr val="accent1"/>
              </a:solidFill>
              <a:prstDash val="solid"/>
            </a:ln>
          </a:bottom>
          <a:insideH>
            <a:ln w="9525" cmpd="sng">
              <a:solidFill>
                <a:schemeClr val="accent1">
                  <a:lumMod val="40000"/>
                  <a:lumOff val="60000"/>
                </a:schemeClr>
              </a:solidFill>
              <a:prstDash val="solid"/>
            </a:ln>
          </a:insideH>
          <a:insideV>
            <a:ln w="9525" cmpd="sng">
              <a:solidFill>
                <a:schemeClr val="accent1">
                  <a:lumMod val="40000"/>
                  <a:lumOff val="60000"/>
                </a:schemeClr>
              </a:solidFill>
              <a:prstDash val="solid"/>
            </a:ln>
          </a:insideV>
        </a:tcBdr>
        <a:fill>
          <a:solidFill>
            <a:srgbClr val="FFFFFF"/>
          </a:solidFill>
        </a:fill>
      </a:tcStyle>
    </a:wholeTbl>
    <a:band2H>
      <a:tcStyle>
        <a:tcBdr/>
        <a:fill>
          <a:solidFill>
            <a:schemeClr val="accent1">
              <a:lumMod val="10000"/>
              <a:lumOff val="90000"/>
            </a:schemeClr>
          </a:solidFill>
        </a:fill>
      </a:tcStyle>
    </a:band2H>
    <a:band1V>
      <a:tcStyle>
        <a:tcBdr/>
        <a:fill>
          <a:solidFill>
            <a:schemeClr val="accent1">
              <a:lumMod val="10000"/>
              <a:lumOff val="90000"/>
            </a:schemeClr>
          </a:solidFill>
        </a:fill>
      </a:tcStyle>
    </a:band1V>
    <a:band2V>
      <a:tcStyle>
        <a:tcBdr>
          <a:left>
            <a:ln w="9525" cmpd="sng">
              <a:solidFill>
                <a:schemeClr val="accent1">
                  <a:lumMod val="40000"/>
                  <a:lumOff val="60000"/>
                </a:schemeClr>
              </a:solidFill>
              <a:prstDash val="solid"/>
            </a:ln>
          </a:left>
          <a:right>
            <a:ln w="9525" cmpd="sng">
              <a:solidFill>
                <a:schemeClr val="accent1">
                  <a:lumMod val="40000"/>
                  <a:lumOff val="60000"/>
                </a:schemeClr>
              </a:solidFill>
              <a:prstDash val="solid"/>
            </a:ln>
          </a:right>
          <a:top>
            <a:ln w="9525" cmpd="sng">
              <a:solidFill>
                <a:schemeClr val="accent1"/>
              </a:solidFill>
              <a:prstDash val="solid"/>
            </a:ln>
          </a:top>
          <a:bottom>
            <a:ln w="9525" cmpd="sng">
              <a:solidFill>
                <a:schemeClr val="accent1"/>
              </a:solidFill>
              <a:prstDash val="solid"/>
            </a:ln>
          </a:bottom>
          <a:insideH>
            <a:ln w="9525" cmpd="sng">
              <a:solidFill>
                <a:schemeClr val="accent1">
                  <a:lumMod val="40000"/>
                  <a:lumOff val="60000"/>
                </a:schemeClr>
              </a:solidFill>
              <a:prstDash val="solid"/>
            </a:ln>
          </a:insideH>
          <a:insideV>
            <a:ln>
              <a:noFill/>
            </a:ln>
          </a:insideV>
        </a:tcBdr>
      </a:tcStyle>
    </a:band2V>
    <a:lastCol>
      <a:tcTxStyle b="on">
        <a:fontRef idx="none">
          <a:srgbClr val="08090C"/>
        </a:fontRef>
      </a:tcTxStyle>
      <a:tcStyle>
        <a:tcBdr>
          <a:left>
            <a:ln w="9525" cmpd="sng">
              <a:solidFill>
                <a:schemeClr val="accent1">
                  <a:lumMod val="40000"/>
                  <a:lumOff val="60000"/>
                </a:schemeClr>
              </a:solidFill>
              <a:prstDash val="solid"/>
            </a:ln>
          </a:left>
          <a:right>
            <a:ln w="9525" cmpd="sng">
              <a:solidFill>
                <a:schemeClr val="accent1"/>
              </a:solidFill>
              <a:prstDash val="solid"/>
            </a:ln>
          </a:right>
          <a:top>
            <a:ln w="9525" cmpd="sng">
              <a:solidFill>
                <a:schemeClr val="accent1"/>
              </a:solidFill>
              <a:prstDash val="solid"/>
            </a:ln>
          </a:top>
          <a:bottom>
            <a:ln w="9525" cmpd="sng">
              <a:solidFill>
                <a:schemeClr val="accent1"/>
              </a:solidFill>
              <a:prstDash val="solid"/>
            </a:ln>
          </a:bottom>
          <a:insideH>
            <a:ln w="9525" cmpd="sng">
              <a:solidFill>
                <a:schemeClr val="accent1">
                  <a:lumMod val="40000"/>
                  <a:lumOff val="60000"/>
                </a:schemeClr>
              </a:solidFill>
              <a:prstDash val="solid"/>
            </a:ln>
          </a:insideH>
          <a:insideV>
            <a:ln>
              <a:noFill/>
            </a:ln>
          </a:insideV>
        </a:tcBdr>
        <a:fill>
          <a:solidFill>
            <a:schemeClr val="accent1">
              <a:lumMod val="20000"/>
              <a:lumOff val="80000"/>
            </a:schemeClr>
          </a:solidFill>
        </a:fill>
      </a:tcStyle>
    </a:lastCol>
    <a:firstCol>
      <a:tcTxStyle b="on">
        <a:fontRef idx="none">
          <a:srgbClr val="08090C"/>
        </a:fontRef>
      </a:tcTxStyle>
      <a:tcStyle>
        <a:tcBdr>
          <a:left>
            <a:ln w="9525" cmpd="sng">
              <a:solidFill>
                <a:schemeClr val="accent1"/>
              </a:solidFill>
              <a:prstDash val="solid"/>
            </a:ln>
          </a:left>
          <a:right>
            <a:ln w="9525" cmpd="sng">
              <a:solidFill>
                <a:schemeClr val="accent1">
                  <a:lumMod val="40000"/>
                  <a:lumOff val="60000"/>
                </a:schemeClr>
              </a:solidFill>
              <a:prstDash val="solid"/>
            </a:ln>
          </a:right>
          <a:top>
            <a:ln w="9525" cmpd="sng">
              <a:solidFill>
                <a:schemeClr val="accent1"/>
              </a:solidFill>
              <a:prstDash val="solid"/>
            </a:ln>
          </a:top>
          <a:bottom>
            <a:ln w="9525" cmpd="sng">
              <a:solidFill>
                <a:schemeClr val="accent1"/>
              </a:solidFill>
              <a:prstDash val="solid"/>
            </a:ln>
          </a:bottom>
          <a:insideH>
            <a:ln w="9525" cmpd="sng">
              <a:solidFill>
                <a:schemeClr val="accent1">
                  <a:lumMod val="40000"/>
                  <a:lumOff val="60000"/>
                </a:schemeClr>
              </a:solidFill>
              <a:prstDash val="solid"/>
            </a:ln>
          </a:insideH>
          <a:insideV>
            <a:ln>
              <a:noFill/>
            </a:ln>
          </a:insideV>
        </a:tcBdr>
        <a:fill>
          <a:solidFill>
            <a:schemeClr val="accent1">
              <a:lumMod val="20000"/>
              <a:lumOff val="80000"/>
            </a:schemeClr>
          </a:solidFill>
        </a:fill>
      </a:tcStyle>
    </a:firstCol>
    <a:lastRow>
      <a:tcTxStyle b="on">
        <a:fontRef idx="none">
          <a:schemeClr val="accent1"/>
        </a:fontRef>
      </a:tcTxStyle>
      <a:tcStyle>
        <a:tcBdr>
          <a:left>
            <a:ln w="9525" cmpd="sng">
              <a:solidFill>
                <a:schemeClr val="accent1"/>
              </a:solidFill>
              <a:prstDash val="solid"/>
            </a:ln>
          </a:left>
          <a:right>
            <a:ln w="9525" cmpd="sng">
              <a:solidFill>
                <a:schemeClr val="accent1"/>
              </a:solidFill>
              <a:prstDash val="solid"/>
            </a:ln>
          </a:right>
          <a:top>
            <a:ln w="9525" cmpd="sng">
              <a:solidFill>
                <a:schemeClr val="accent1"/>
              </a:solidFill>
              <a:prstDash val="solid"/>
            </a:ln>
          </a:top>
          <a:bottom>
            <a:ln w="9525" cmpd="sng">
              <a:solidFill>
                <a:schemeClr val="accent1"/>
              </a:solidFill>
              <a:prstDash val="solid"/>
            </a:ln>
          </a:bottom>
          <a:insideH>
            <a:ln>
              <a:noFill/>
            </a:ln>
          </a:insideH>
          <a:insideV>
            <a:ln>
              <a:noFill/>
            </a:ln>
          </a:insideV>
        </a:tcBdr>
        <a:fill>
          <a:solidFill>
            <a:srgbClr val="FFFFFF"/>
          </a:solidFill>
        </a:fill>
      </a:tcStyle>
    </a:lastRow>
    <a:seCell>
      <a:tcStyle>
        <a:tcBdr>
          <a:left>
            <a:ln>
              <a:noFill/>
            </a:ln>
          </a:left>
          <a:right>
            <a:ln w="9525" cmpd="sng">
              <a:solidFill>
                <a:schemeClr val="accent1"/>
              </a:solidFill>
              <a:prstDash val="solid"/>
            </a:ln>
          </a:right>
          <a:top>
            <a:ln w="9525" cmpd="sng">
              <a:solidFill>
                <a:schemeClr val="accent1"/>
              </a:solidFill>
              <a:prstDash val="solid"/>
            </a:ln>
          </a:top>
          <a:bottom>
            <a:ln w="9525" cmpd="sng">
              <a:solidFill>
                <a:schemeClr val="accent1"/>
              </a:solidFill>
              <a:prstDash val="solid"/>
            </a:ln>
          </a:bottom>
          <a:insideH>
            <a:ln>
              <a:noFill/>
            </a:ln>
          </a:insideH>
          <a:insideV>
            <a:ln>
              <a:noFill/>
            </a:ln>
          </a:insideV>
        </a:tcBdr>
        <a:fill>
          <a:solidFill>
            <a:srgbClr val="FFFFFF"/>
          </a:solidFill>
        </a:fill>
      </a:tcStyle>
    </a:seCell>
    <a:swCell>
      <a:tcTxStyle b="on">
        <a:fontRef idx="none">
          <a:schemeClr val="accent1"/>
        </a:fontRef>
      </a:tcTxStyle>
      <a:tcStyle>
        <a:tcBdr>
          <a:left>
            <a:ln w="9525" cmpd="sng">
              <a:solidFill>
                <a:schemeClr val="accent1"/>
              </a:solidFill>
              <a:prstDash val="solid"/>
            </a:ln>
          </a:left>
          <a:right>
            <a:ln>
              <a:noFill/>
            </a:ln>
          </a:right>
          <a:top>
            <a:ln w="9525" cmpd="sng">
              <a:solidFill>
                <a:schemeClr val="accent1"/>
              </a:solidFill>
              <a:prstDash val="solid"/>
            </a:ln>
          </a:top>
          <a:bottom>
            <a:ln w="9525" cmpd="sng">
              <a:solidFill>
                <a:schemeClr val="accent1"/>
              </a:solidFill>
              <a:prstDash val="solid"/>
            </a:ln>
          </a:bottom>
          <a:insideH>
            <a:ln>
              <a:noFill/>
            </a:ln>
          </a:insideH>
          <a:insideV>
            <a:ln>
              <a:noFill/>
            </a:ln>
          </a:insideV>
        </a:tcBdr>
        <a:fill>
          <a:solidFill>
            <a:srgbClr val="FFFFFF"/>
          </a:solidFill>
        </a:fill>
      </a:tcStyle>
    </a:swCell>
    <a:firstRow>
      <a:tcTxStyle b="on">
        <a:fontRef idx="none">
          <a:srgbClr val="FFFFFF"/>
        </a:fontRef>
      </a:tcTxStyle>
      <a:tcStyle>
        <a:tcBdr>
          <a:left>
            <a:ln w="9525" cmpd="sng">
              <a:solidFill>
                <a:schemeClr val="accent1"/>
              </a:solidFill>
              <a:prstDash val="solid"/>
            </a:ln>
          </a:left>
          <a:right>
            <a:ln w="9525" cmpd="sng">
              <a:solidFill>
                <a:schemeClr val="accent1"/>
              </a:solidFill>
              <a:prstDash val="solid"/>
            </a:ln>
          </a:right>
          <a:top>
            <a:ln w="9525" cmpd="sng">
              <a:solidFill>
                <a:schemeClr val="accent1"/>
              </a:solidFill>
              <a:prstDash val="solid"/>
            </a:ln>
          </a:top>
          <a:bottom>
            <a:ln w="9525" cmpd="sng">
              <a:solidFill>
                <a:schemeClr val="accent1"/>
              </a:solidFill>
              <a:prstDash val="solid"/>
            </a:ln>
          </a:bottom>
          <a:insideH>
            <a:ln>
              <a:noFill/>
            </a:ln>
          </a:insideH>
          <a:insideV>
            <a:ln w="9525" cmpd="sng">
              <a:solidFill>
                <a:schemeClr val="accent1">
                  <a:lumMod val="40000"/>
                  <a:lumOff val="60000"/>
                </a:schemeClr>
              </a:solidFill>
              <a:prstDash val="solid"/>
            </a:ln>
          </a:insideV>
        </a:tcBdr>
        <a:fill>
          <a:solidFill>
            <a:schemeClr val="accent1"/>
          </a:solidFill>
        </a:fill>
      </a:tcStyle>
    </a:firstRow>
  </a:tblStyle>
  <a:tblStyle styleId="{E540AE2A-119F-4CD3-B882-5AFB7FEADBD2}" styleName="表样式 1 25">
    <a:wholeTbl>
      <a:tcTxStyle>
        <a:fontRef idx="none">
          <a:srgbClr val="000000"/>
        </a:fontRef>
      </a:tcTxStyle>
      <a:tcStyle>
        <a:tcBdr>
          <a:left>
            <a:ln w="9525" cmpd="sng">
              <a:solidFill>
                <a:schemeClr val="accent1"/>
              </a:solidFill>
              <a:prstDash val="solid"/>
            </a:ln>
          </a:left>
          <a:right>
            <a:ln w="9525" cmpd="sng">
              <a:solidFill>
                <a:schemeClr val="accent1"/>
              </a:solidFill>
              <a:prstDash val="solid"/>
            </a:ln>
          </a:right>
          <a:top>
            <a:ln w="9525" cmpd="sng">
              <a:solidFill>
                <a:schemeClr val="accent1"/>
              </a:solidFill>
              <a:prstDash val="solid"/>
            </a:ln>
          </a:top>
          <a:bottom>
            <a:ln w="9525" cmpd="sng">
              <a:solidFill>
                <a:schemeClr val="accent1"/>
              </a:solidFill>
              <a:prstDash val="solid"/>
            </a:ln>
          </a:bottom>
          <a:insideH>
            <a:ln w="9525" cmpd="sng">
              <a:solidFill>
                <a:schemeClr val="accent1">
                  <a:lumMod val="40000"/>
                  <a:lumOff val="60000"/>
                </a:schemeClr>
              </a:solidFill>
              <a:prstDash val="solid"/>
            </a:ln>
          </a:insideH>
          <a:insideV>
            <a:ln w="9525" cmpd="sng">
              <a:solidFill>
                <a:schemeClr val="accent1">
                  <a:lumMod val="40000"/>
                  <a:lumOff val="60000"/>
                </a:schemeClr>
              </a:solidFill>
              <a:prstDash val="solid"/>
            </a:ln>
          </a:insideV>
        </a:tcBdr>
        <a:fill>
          <a:solidFill>
            <a:srgbClr val="FFFFFF"/>
          </a:solidFill>
        </a:fill>
      </a:tcStyle>
    </a:wholeTbl>
    <a:band2H>
      <a:tcStyle>
        <a:tcBdr/>
        <a:fill>
          <a:solidFill>
            <a:schemeClr val="accent1">
              <a:lumMod val="10000"/>
              <a:lumOff val="90000"/>
            </a:schemeClr>
          </a:solidFill>
        </a:fill>
      </a:tcStyle>
    </a:band2H>
    <a:band1V>
      <a:tcStyle>
        <a:tcBdr/>
        <a:fill>
          <a:solidFill>
            <a:schemeClr val="accent1">
              <a:lumMod val="10000"/>
              <a:lumOff val="90000"/>
            </a:schemeClr>
          </a:solidFill>
        </a:fill>
      </a:tcStyle>
    </a:band1V>
    <a:band2V>
      <a:tcStyle>
        <a:tcBdr>
          <a:left>
            <a:ln w="9525" cmpd="sng">
              <a:solidFill>
                <a:schemeClr val="accent1">
                  <a:lumMod val="40000"/>
                  <a:lumOff val="60000"/>
                </a:schemeClr>
              </a:solidFill>
              <a:prstDash val="solid"/>
            </a:ln>
          </a:left>
          <a:right>
            <a:ln w="9525" cmpd="sng">
              <a:solidFill>
                <a:schemeClr val="accent1">
                  <a:lumMod val="40000"/>
                  <a:lumOff val="60000"/>
                </a:schemeClr>
              </a:solidFill>
              <a:prstDash val="solid"/>
            </a:ln>
          </a:right>
          <a:top>
            <a:ln w="9525" cmpd="sng">
              <a:solidFill>
                <a:schemeClr val="accent1"/>
              </a:solidFill>
              <a:prstDash val="solid"/>
            </a:ln>
          </a:top>
          <a:bottom>
            <a:ln w="9525" cmpd="sng">
              <a:solidFill>
                <a:schemeClr val="accent1"/>
              </a:solidFill>
              <a:prstDash val="solid"/>
            </a:ln>
          </a:bottom>
          <a:insideH>
            <a:ln w="9525" cmpd="sng">
              <a:solidFill>
                <a:schemeClr val="accent1">
                  <a:lumMod val="40000"/>
                  <a:lumOff val="60000"/>
                </a:schemeClr>
              </a:solidFill>
              <a:prstDash val="solid"/>
            </a:ln>
          </a:insideH>
          <a:insideV>
            <a:ln>
              <a:noFill/>
            </a:ln>
          </a:insideV>
        </a:tcBdr>
      </a:tcStyle>
    </a:band2V>
    <a:lastCol>
      <a:tcTxStyle b="on">
        <a:fontRef idx="none">
          <a:srgbClr val="08090C"/>
        </a:fontRef>
      </a:tcTxStyle>
      <a:tcStyle>
        <a:tcBdr>
          <a:left>
            <a:ln w="9525" cmpd="sng">
              <a:solidFill>
                <a:schemeClr val="accent1">
                  <a:lumMod val="40000"/>
                  <a:lumOff val="60000"/>
                </a:schemeClr>
              </a:solidFill>
              <a:prstDash val="solid"/>
            </a:ln>
          </a:left>
          <a:right>
            <a:ln w="9525" cmpd="sng">
              <a:solidFill>
                <a:schemeClr val="accent1"/>
              </a:solidFill>
              <a:prstDash val="solid"/>
            </a:ln>
          </a:right>
          <a:top>
            <a:ln w="9525" cmpd="sng">
              <a:solidFill>
                <a:schemeClr val="accent1"/>
              </a:solidFill>
              <a:prstDash val="solid"/>
            </a:ln>
          </a:top>
          <a:bottom>
            <a:ln w="9525" cmpd="sng">
              <a:solidFill>
                <a:schemeClr val="accent1"/>
              </a:solidFill>
              <a:prstDash val="solid"/>
            </a:ln>
          </a:bottom>
          <a:insideH>
            <a:ln w="9525" cmpd="sng">
              <a:solidFill>
                <a:schemeClr val="accent1">
                  <a:lumMod val="40000"/>
                  <a:lumOff val="60000"/>
                </a:schemeClr>
              </a:solidFill>
              <a:prstDash val="solid"/>
            </a:ln>
          </a:insideH>
          <a:insideV>
            <a:ln>
              <a:noFill/>
            </a:ln>
          </a:insideV>
        </a:tcBdr>
        <a:fill>
          <a:solidFill>
            <a:schemeClr val="accent1">
              <a:lumMod val="20000"/>
              <a:lumOff val="80000"/>
            </a:schemeClr>
          </a:solidFill>
        </a:fill>
      </a:tcStyle>
    </a:lastCol>
    <a:firstCol>
      <a:tcTxStyle b="on">
        <a:fontRef idx="none">
          <a:srgbClr val="08090C"/>
        </a:fontRef>
      </a:tcTxStyle>
      <a:tcStyle>
        <a:tcBdr>
          <a:left>
            <a:ln w="9525" cmpd="sng">
              <a:solidFill>
                <a:schemeClr val="accent1"/>
              </a:solidFill>
              <a:prstDash val="solid"/>
            </a:ln>
          </a:left>
          <a:right>
            <a:ln w="9525" cmpd="sng">
              <a:solidFill>
                <a:schemeClr val="accent1">
                  <a:lumMod val="40000"/>
                  <a:lumOff val="60000"/>
                </a:schemeClr>
              </a:solidFill>
              <a:prstDash val="solid"/>
            </a:ln>
          </a:right>
          <a:top>
            <a:ln w="9525" cmpd="sng">
              <a:solidFill>
                <a:schemeClr val="accent1"/>
              </a:solidFill>
              <a:prstDash val="solid"/>
            </a:ln>
          </a:top>
          <a:bottom>
            <a:ln w="9525" cmpd="sng">
              <a:solidFill>
                <a:schemeClr val="accent1"/>
              </a:solidFill>
              <a:prstDash val="solid"/>
            </a:ln>
          </a:bottom>
          <a:insideH>
            <a:ln w="9525" cmpd="sng">
              <a:solidFill>
                <a:schemeClr val="accent1">
                  <a:lumMod val="40000"/>
                  <a:lumOff val="60000"/>
                </a:schemeClr>
              </a:solidFill>
              <a:prstDash val="solid"/>
            </a:ln>
          </a:insideH>
          <a:insideV>
            <a:ln>
              <a:noFill/>
            </a:ln>
          </a:insideV>
        </a:tcBdr>
        <a:fill>
          <a:solidFill>
            <a:schemeClr val="accent1">
              <a:lumMod val="20000"/>
              <a:lumOff val="80000"/>
            </a:schemeClr>
          </a:solidFill>
        </a:fill>
      </a:tcStyle>
    </a:firstCol>
    <a:lastRow>
      <a:tcTxStyle b="on">
        <a:fontRef idx="none">
          <a:schemeClr val="accent1"/>
        </a:fontRef>
      </a:tcTxStyle>
      <a:tcStyle>
        <a:tcBdr>
          <a:left>
            <a:ln w="9525" cmpd="sng">
              <a:solidFill>
                <a:schemeClr val="accent1"/>
              </a:solidFill>
              <a:prstDash val="solid"/>
            </a:ln>
          </a:left>
          <a:right>
            <a:ln w="9525" cmpd="sng">
              <a:solidFill>
                <a:schemeClr val="accent1"/>
              </a:solidFill>
              <a:prstDash val="solid"/>
            </a:ln>
          </a:right>
          <a:top>
            <a:ln w="9525" cmpd="sng">
              <a:solidFill>
                <a:schemeClr val="accent1"/>
              </a:solidFill>
              <a:prstDash val="solid"/>
            </a:ln>
          </a:top>
          <a:bottom>
            <a:ln w="9525" cmpd="sng">
              <a:solidFill>
                <a:schemeClr val="accent1"/>
              </a:solidFill>
              <a:prstDash val="solid"/>
            </a:ln>
          </a:bottom>
          <a:insideH>
            <a:ln>
              <a:noFill/>
            </a:ln>
          </a:insideH>
          <a:insideV>
            <a:ln>
              <a:noFill/>
            </a:ln>
          </a:insideV>
        </a:tcBdr>
        <a:fill>
          <a:solidFill>
            <a:srgbClr val="FFFFFF"/>
          </a:solidFill>
        </a:fill>
      </a:tcStyle>
    </a:lastRow>
    <a:seCell>
      <a:tcStyle>
        <a:tcBdr>
          <a:left>
            <a:ln>
              <a:noFill/>
            </a:ln>
          </a:left>
          <a:right>
            <a:ln w="9525" cmpd="sng">
              <a:solidFill>
                <a:schemeClr val="accent1"/>
              </a:solidFill>
              <a:prstDash val="solid"/>
            </a:ln>
          </a:right>
          <a:top>
            <a:ln w="9525" cmpd="sng">
              <a:solidFill>
                <a:schemeClr val="accent1"/>
              </a:solidFill>
              <a:prstDash val="solid"/>
            </a:ln>
          </a:top>
          <a:bottom>
            <a:ln w="9525" cmpd="sng">
              <a:solidFill>
                <a:schemeClr val="accent1"/>
              </a:solidFill>
              <a:prstDash val="solid"/>
            </a:ln>
          </a:bottom>
          <a:insideH>
            <a:ln>
              <a:noFill/>
            </a:ln>
          </a:insideH>
          <a:insideV>
            <a:ln>
              <a:noFill/>
            </a:ln>
          </a:insideV>
        </a:tcBdr>
        <a:fill>
          <a:solidFill>
            <a:srgbClr val="FFFFFF"/>
          </a:solidFill>
        </a:fill>
      </a:tcStyle>
    </a:seCell>
    <a:swCell>
      <a:tcTxStyle b="on">
        <a:fontRef idx="none">
          <a:schemeClr val="accent1"/>
        </a:fontRef>
      </a:tcTxStyle>
      <a:tcStyle>
        <a:tcBdr>
          <a:left>
            <a:ln w="9525" cmpd="sng">
              <a:solidFill>
                <a:schemeClr val="accent1"/>
              </a:solidFill>
              <a:prstDash val="solid"/>
            </a:ln>
          </a:left>
          <a:right>
            <a:ln>
              <a:noFill/>
            </a:ln>
          </a:right>
          <a:top>
            <a:ln w="9525" cmpd="sng">
              <a:solidFill>
                <a:schemeClr val="accent1"/>
              </a:solidFill>
              <a:prstDash val="solid"/>
            </a:ln>
          </a:top>
          <a:bottom>
            <a:ln w="9525" cmpd="sng">
              <a:solidFill>
                <a:schemeClr val="accent1"/>
              </a:solidFill>
              <a:prstDash val="solid"/>
            </a:ln>
          </a:bottom>
          <a:insideH>
            <a:ln>
              <a:noFill/>
            </a:ln>
          </a:insideH>
          <a:insideV>
            <a:ln>
              <a:noFill/>
            </a:ln>
          </a:insideV>
        </a:tcBdr>
        <a:fill>
          <a:solidFill>
            <a:srgbClr val="FFFFFF"/>
          </a:solidFill>
        </a:fill>
      </a:tcStyle>
    </a:swCell>
    <a:firstRow>
      <a:tcTxStyle b="on">
        <a:fontRef idx="none">
          <a:srgbClr val="FFFFFF"/>
        </a:fontRef>
      </a:tcTxStyle>
      <a:tcStyle>
        <a:tcBdr>
          <a:left>
            <a:ln w="9525" cmpd="sng">
              <a:solidFill>
                <a:schemeClr val="accent1"/>
              </a:solidFill>
              <a:prstDash val="solid"/>
            </a:ln>
          </a:left>
          <a:right>
            <a:ln w="9525" cmpd="sng">
              <a:solidFill>
                <a:schemeClr val="accent1"/>
              </a:solidFill>
              <a:prstDash val="solid"/>
            </a:ln>
          </a:right>
          <a:top>
            <a:ln w="9525" cmpd="sng">
              <a:solidFill>
                <a:schemeClr val="accent1"/>
              </a:solidFill>
              <a:prstDash val="solid"/>
            </a:ln>
          </a:top>
          <a:bottom>
            <a:ln w="9525" cmpd="sng">
              <a:solidFill>
                <a:schemeClr val="accent1"/>
              </a:solidFill>
              <a:prstDash val="solid"/>
            </a:ln>
          </a:bottom>
          <a:insideH>
            <a:ln>
              <a:noFill/>
            </a:ln>
          </a:insideH>
          <a:insideV>
            <a:ln w="9525" cmpd="sng">
              <a:solidFill>
                <a:schemeClr val="accent1">
                  <a:lumMod val="40000"/>
                  <a:lumOff val="60000"/>
                </a:schemeClr>
              </a:solidFill>
              <a:prstDash val="solid"/>
            </a:ln>
          </a:insideV>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3778" autoAdjust="0"/>
    <p:restoredTop sz="94660"/>
  </p:normalViewPr>
  <p:slideViewPr>
    <p:cSldViewPr snapToGrid="0" showGuides="1">
      <p:cViewPr varScale="1">
        <p:scale>
          <a:sx n="111" d="100"/>
          <a:sy n="111" d="100"/>
        </p:scale>
        <p:origin x="582" y="126"/>
      </p:cViewPr>
      <p:guideLst>
        <p:guide orient="horz" pos="2428"/>
        <p:guide pos="3882"/>
        <p:guide pos="2286"/>
        <p:guide orient="horz" pos="1597"/>
        <p:guide pos="709"/>
        <p:guide orient="horz" pos="503"/>
        <p:guide orient="horz" pos="998"/>
      </p:guideLst>
    </p:cSldViewPr>
  </p:slideViewPr>
  <p:notesTextViewPr>
    <p:cViewPr>
      <p:scale>
        <a:sx n="3" d="2"/>
        <a:sy n="3" d="2"/>
      </p:scale>
      <p:origin x="0" y="0"/>
    </p:cViewPr>
  </p:notesTextViewPr>
  <p:notesViewPr>
    <p:cSldViewPr snapToGrid="0">
      <p:cViewPr varScale="1">
        <p:scale>
          <a:sx n="92" d="100"/>
          <a:sy n="92" d="100"/>
        </p:scale>
        <p:origin x="2550" y="102"/>
      </p:cViewPr>
      <p:guideLst/>
    </p:cSldViewPr>
  </p:notesViewPr>
  <p:gridSpacing cx="72000" cy="72000"/>
</p:viewPr>
</file>

<file path=ppt/_rels/presentation.xml.rels><?xml version="1.0" encoding="UTF-8" standalone="yes"?>
<Relationships xmlns="http://schemas.openxmlformats.org/package/2006/relationships"><Relationship Id="rId9" Type="http://schemas.openxmlformats.org/officeDocument/2006/relationships/slide" Target="slides/slide5.xml"/><Relationship Id="rId8" Type="http://schemas.openxmlformats.org/officeDocument/2006/relationships/slide" Target="slides/slide4.xml"/><Relationship Id="rId7" Type="http://schemas.openxmlformats.org/officeDocument/2006/relationships/slide" Target="slides/slide3.xml"/><Relationship Id="rId6" Type="http://schemas.openxmlformats.org/officeDocument/2006/relationships/slide" Target="slides/slide2.xml"/><Relationship Id="rId5" Type="http://schemas.openxmlformats.org/officeDocument/2006/relationships/notesMaster" Target="notesMasters/notesMaster1.xml"/><Relationship Id="rId4" Type="http://schemas.openxmlformats.org/officeDocument/2006/relationships/slide" Target="slides/slide1.xml"/><Relationship Id="rId39" Type="http://schemas.openxmlformats.org/officeDocument/2006/relationships/tags" Target="tags/tag356.xml"/><Relationship Id="rId38" Type="http://schemas.openxmlformats.org/officeDocument/2006/relationships/font" Target="fonts/font8.fntdata"/><Relationship Id="rId37" Type="http://schemas.openxmlformats.org/officeDocument/2006/relationships/font" Target="fonts/font7.fntdata"/><Relationship Id="rId36" Type="http://schemas.openxmlformats.org/officeDocument/2006/relationships/font" Target="fonts/font6.fntdata"/><Relationship Id="rId35" Type="http://schemas.openxmlformats.org/officeDocument/2006/relationships/font" Target="fonts/font5.fntdata"/><Relationship Id="rId34" Type="http://schemas.openxmlformats.org/officeDocument/2006/relationships/font" Target="fonts/font4.fntdata"/><Relationship Id="rId33" Type="http://schemas.openxmlformats.org/officeDocument/2006/relationships/font" Target="fonts/font3.fntdata"/><Relationship Id="rId32" Type="http://schemas.openxmlformats.org/officeDocument/2006/relationships/font" Target="fonts/font2.fntdata"/><Relationship Id="rId31" Type="http://schemas.openxmlformats.org/officeDocument/2006/relationships/font" Target="fonts/font1.fntdata"/><Relationship Id="rId30" Type="http://schemas.openxmlformats.org/officeDocument/2006/relationships/commentAuthors" Target="commentAuthors.xml"/><Relationship Id="rId3" Type="http://schemas.openxmlformats.org/officeDocument/2006/relationships/slideMaster" Target="slideMasters/slideMaster2.xml"/><Relationship Id="rId29" Type="http://schemas.openxmlformats.org/officeDocument/2006/relationships/tableStyles" Target="tableStyles.xml"/><Relationship Id="rId28" Type="http://schemas.openxmlformats.org/officeDocument/2006/relationships/viewProps" Target="viewProps.xml"/><Relationship Id="rId27" Type="http://schemas.openxmlformats.org/officeDocument/2006/relationships/presProps" Target="presProps.xml"/><Relationship Id="rId26" Type="http://schemas.openxmlformats.org/officeDocument/2006/relationships/handoutMaster" Target="handoutMasters/handoutMaster1.xml"/><Relationship Id="rId25" Type="http://schemas.openxmlformats.org/officeDocument/2006/relationships/slide" Target="slides/slide21.xml"/><Relationship Id="rId24" Type="http://schemas.openxmlformats.org/officeDocument/2006/relationships/slide" Target="slides/slide20.xml"/><Relationship Id="rId23" Type="http://schemas.openxmlformats.org/officeDocument/2006/relationships/slide" Target="slides/slide19.xml"/><Relationship Id="rId22" Type="http://schemas.openxmlformats.org/officeDocument/2006/relationships/slide" Target="slides/slide18.xml"/><Relationship Id="rId21" Type="http://schemas.openxmlformats.org/officeDocument/2006/relationships/slide" Target="slides/slide17.xml"/><Relationship Id="rId20" Type="http://schemas.openxmlformats.org/officeDocument/2006/relationships/slide" Target="slides/slide16.xml"/><Relationship Id="rId2" Type="http://schemas.openxmlformats.org/officeDocument/2006/relationships/theme" Target="theme/theme1.xml"/><Relationship Id="rId19" Type="http://schemas.openxmlformats.org/officeDocument/2006/relationships/slide" Target="slides/slide15.xml"/><Relationship Id="rId18" Type="http://schemas.openxmlformats.org/officeDocument/2006/relationships/slide" Target="slides/slide14.xml"/><Relationship Id="rId17" Type="http://schemas.openxmlformats.org/officeDocument/2006/relationships/slide" Target="slides/slide13.xml"/><Relationship Id="rId16" Type="http://schemas.openxmlformats.org/officeDocument/2006/relationships/slide" Target="slides/slide12.xml"/><Relationship Id="rId15" Type="http://schemas.openxmlformats.org/officeDocument/2006/relationships/slide" Target="slides/slide11.xml"/><Relationship Id="rId14" Type="http://schemas.openxmlformats.org/officeDocument/2006/relationships/slide" Target="slides/slide10.xml"/><Relationship Id="rId13" Type="http://schemas.openxmlformats.org/officeDocument/2006/relationships/slide" Target="slides/slide9.xml"/><Relationship Id="rId12" Type="http://schemas.openxmlformats.org/officeDocument/2006/relationships/slide" Target="slides/slide8.xml"/><Relationship Id="rId11" Type="http://schemas.openxmlformats.org/officeDocument/2006/relationships/slide" Target="slides/slide7.xml"/><Relationship Id="rId10" Type="http://schemas.openxmlformats.org/officeDocument/2006/relationships/slide" Target="slides/slide6.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cs typeface="微软雅黑 Light" panose="020B0502040204020203" charset="-122"/>
            </a:endParaRPr>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F9B84EA-7D68-4D60-9CB1-D50884785D1C}" type="datetimeFigureOut">
              <a:rPr lang="zh-CN" altLang="en-US" smtClean="0">
                <a:cs typeface="微软雅黑 Light" panose="020B0502040204020203" charset="-122"/>
              </a:rPr>
            </a:fld>
            <a:endParaRPr lang="zh-CN" altLang="en-US">
              <a:cs typeface="微软雅黑 Light" panose="020B0502040204020203" charset="-122"/>
            </a:endParaRPr>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cs typeface="微软雅黑 Light" panose="020B0502040204020203" charset="-122"/>
            </a:endParaRPr>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D4E0FC9-F1F8-4FAE-9988-3BA365CFD46F}" type="slidenum">
              <a:rPr lang="zh-CN" altLang="en-US" smtClean="0">
                <a:cs typeface="微软雅黑 Light" panose="020B0502040204020203" charset="-122"/>
              </a:rPr>
            </a:fld>
            <a:endParaRPr lang="zh-CN" altLang="en-US">
              <a:cs typeface="微软雅黑 Light" panose="020B0502040204020203" charset="-122"/>
            </a:endParaRPr>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cs typeface="微软雅黑 Light" panose="020B0502040204020203" charset="-122"/>
              </a:defRPr>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cs typeface="微软雅黑 Light" panose="020B0502040204020203" charset="-122"/>
              </a:defRPr>
            </a:lvl1pPr>
          </a:lstStyle>
          <a:p>
            <a:fld id="{D2A48B96-639E-45A3-A0BA-2464DFDB1FAA}"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cs typeface="微软雅黑 Light" panose="020B0502040204020203" charset="-122"/>
              </a:defRPr>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cs typeface="微软雅黑 Light" panose="020B0502040204020203" charset="-122"/>
              </a:defRPr>
            </a:lvl1pPr>
          </a:lstStyle>
          <a:p>
            <a:fld id="{A6837353-30EB-4A48-80EB-173D804AEFBD}"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微软雅黑 Light" panose="020B0502040204020203" charset="-122"/>
      </a:defRPr>
    </a:lvl1pPr>
    <a:lvl2pPr marL="457200" algn="l" defTabSz="914400" rtl="0" eaLnBrk="1" latinLnBrk="0" hangingPunct="1">
      <a:defRPr sz="1200" kern="1200">
        <a:solidFill>
          <a:schemeClr val="tx1"/>
        </a:solidFill>
        <a:latin typeface="+mn-lt"/>
        <a:ea typeface="+mn-ea"/>
        <a:cs typeface="微软雅黑 Light" panose="020B0502040204020203" charset="-122"/>
      </a:defRPr>
    </a:lvl2pPr>
    <a:lvl3pPr marL="914400" algn="l" defTabSz="914400" rtl="0" eaLnBrk="1" latinLnBrk="0" hangingPunct="1">
      <a:defRPr sz="1200" kern="1200">
        <a:solidFill>
          <a:schemeClr val="tx1"/>
        </a:solidFill>
        <a:latin typeface="+mn-lt"/>
        <a:ea typeface="+mn-ea"/>
        <a:cs typeface="微软雅黑 Light" panose="020B0502040204020203" charset="-122"/>
      </a:defRPr>
    </a:lvl3pPr>
    <a:lvl4pPr marL="1371600" algn="l" defTabSz="914400" rtl="0" eaLnBrk="1" latinLnBrk="0" hangingPunct="1">
      <a:defRPr sz="1200" kern="1200">
        <a:solidFill>
          <a:schemeClr val="tx1"/>
        </a:solidFill>
        <a:latin typeface="+mn-lt"/>
        <a:ea typeface="+mn-ea"/>
        <a:cs typeface="微软雅黑 Light" panose="020B0502040204020203" charset="-122"/>
      </a:defRPr>
    </a:lvl4pPr>
    <a:lvl5pPr marL="1828800" algn="l" defTabSz="914400" rtl="0" eaLnBrk="1" latinLnBrk="0" hangingPunct="1">
      <a:defRPr sz="1200" kern="1200">
        <a:solidFill>
          <a:schemeClr val="tx1"/>
        </a:solidFill>
        <a:latin typeface="+mn-lt"/>
        <a:ea typeface="+mn-ea"/>
        <a:cs typeface="微软雅黑 Light" panose="020B0502040204020203" charset="-122"/>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各位领导，大家好。今天我向大家汇报一套基于现有智付校园平台升级的课后服务解决方案，</a:t>
            </a:r>
            <a:r>
              <a:rPr lang="zh-CN" altLang="en-US"/>
              <a:t>它不仅是一个数字化平台，而是一个结合技术平台、配套服务和持续运营能力的完整解决方案。</a:t>
            </a:r>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en-US" altLang="zh-CN"/>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pPr>
              <a:lnSpc>
                <a:spcPct val="150000"/>
              </a:lnSpc>
            </a:pPr>
            <a:r>
              <a:rPr lang="zh-CN" altLang="en-US"/>
              <a:t>当前课后服务并不是一个</a:t>
            </a:r>
            <a:r>
              <a:rPr lang="en-US" altLang="zh-CN"/>
              <a:t>“</a:t>
            </a:r>
            <a:r>
              <a:rPr lang="zh-CN" altLang="en-US"/>
              <a:t>可做可不做</a:t>
            </a:r>
            <a:r>
              <a:rPr lang="en-US" altLang="zh-CN"/>
              <a:t>”</a:t>
            </a:r>
            <a:r>
              <a:rPr lang="zh-CN" altLang="en-US"/>
              <a:t>的项目，而是国家层面明确要求落实的基本公共服务内容。多份中央和省级文件都在不断强调，义务教育阶段学校要全面、常态化地开展课后服务。比如</a:t>
            </a:r>
            <a:r>
              <a:rPr lang="en-US" altLang="zh-CN"/>
              <a:t>...</a:t>
            </a:r>
            <a:r>
              <a:rPr lang="zh-CN" altLang="en-US"/>
              <a:t>；此外</a:t>
            </a:r>
            <a:r>
              <a:rPr lang="en-US" altLang="zh-CN"/>
              <a:t>...</a:t>
            </a:r>
            <a:endParaRPr lang="en-US" altLang="zh-CN"/>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en-US" altLang="zh-CN"/>
              <a:t>“</a:t>
            </a:r>
            <a:r>
              <a:rPr lang="zh-CN" altLang="en-US"/>
              <a:t>在多个地区的调研中，我们发现教育局、学校、家长、第三方机构各方都有难题，如果不系统解决，这项工作很难落地到位。</a:t>
            </a:r>
            <a:r>
              <a:rPr lang="en-US" altLang="zh-CN"/>
              <a:t>”</a:t>
            </a:r>
            <a:r>
              <a:rPr lang="zh-CN" altLang="en-US"/>
              <a:t>。教育局</a:t>
            </a:r>
            <a:r>
              <a:rPr lang="en-US" altLang="zh-CN"/>
              <a:t>——</a:t>
            </a:r>
            <a:r>
              <a:rPr lang="zh-CN" altLang="en-US"/>
              <a:t>责任明确，但缺乏统一的监管机制和考核工具，缺少一个能支撑全流程管理的平台，导致监管抓手不足，风险难以防控。学校</a:t>
            </a:r>
            <a:r>
              <a:rPr lang="en-US" altLang="zh-CN"/>
              <a:t>——</a:t>
            </a:r>
            <a:r>
              <a:rPr lang="zh-CN" altLang="en-US"/>
              <a:t>课后服务的组织任务很重，但缺乏资源、缺师资、缺系统，大量行政事务挤占了教学主业的精力；同时，缺少统一的管理机制，和第三方机构的协作难度也很高。家长</a:t>
            </a:r>
            <a:r>
              <a:rPr lang="en-US" altLang="zh-CN"/>
              <a:t>——</a:t>
            </a:r>
            <a:r>
              <a:rPr lang="zh-CN" altLang="en-US"/>
              <a:t>对课程质量、师资水平、安全保障、机构资质都存在疑虑，对价格也非常敏感，更希望信息公开透明；而且不同课程之间的体验差异很大。第三方机构</a:t>
            </a:r>
            <a:r>
              <a:rPr lang="en-US" altLang="zh-CN"/>
              <a:t>——</a:t>
            </a:r>
            <a:r>
              <a:rPr lang="zh-CN" altLang="en-US"/>
              <a:t>缺少标准化对接和数据支持，课程效果难以量化，没有统一的监管和服务流程，甚至存在恶性竞争。</a:t>
            </a:r>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我们的方案不是只解决某一个环节，而是通过一个</a:t>
            </a:r>
            <a:r>
              <a:rPr lang="en-US" altLang="zh-CN"/>
              <a:t>“</a:t>
            </a:r>
            <a:r>
              <a:rPr lang="zh-CN" altLang="en-US"/>
              <a:t>从监管到质量提升</a:t>
            </a:r>
            <a:r>
              <a:rPr lang="en-US" altLang="zh-CN"/>
              <a:t>”</a:t>
            </a:r>
            <a:r>
              <a:rPr lang="zh-CN" altLang="en-US"/>
              <a:t>的闭环路径，把这些问题一次性解决：首先，有抓手，监管才能落地，政策才能执行；有执行力，才能保障项目快速复制推广；有质量，家长和学生才能真正认可；最后，有数据沉淀，才能持续优化、形成长期价值。这个闭环也正是从</a:t>
            </a:r>
            <a:r>
              <a:rPr lang="en-US" altLang="zh-CN"/>
              <a:t>“</a:t>
            </a:r>
            <a:r>
              <a:rPr lang="zh-CN" altLang="en-US"/>
              <a:t>有</a:t>
            </a:r>
            <a:r>
              <a:rPr lang="en-US" altLang="zh-CN"/>
              <a:t>”</a:t>
            </a:r>
            <a:r>
              <a:rPr lang="zh-CN" altLang="en-US"/>
              <a:t>到</a:t>
            </a:r>
            <a:r>
              <a:rPr lang="en-US" altLang="zh-CN"/>
              <a:t>“</a:t>
            </a:r>
            <a:r>
              <a:rPr lang="zh-CN" altLang="en-US"/>
              <a:t>好</a:t>
            </a:r>
            <a:r>
              <a:rPr lang="en-US" altLang="zh-CN"/>
              <a:t>”</a:t>
            </a:r>
            <a:r>
              <a:rPr lang="zh-CN" altLang="en-US"/>
              <a:t>的过程。</a:t>
            </a:r>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很多</a:t>
            </a:r>
            <a:r>
              <a:rPr lang="zh-CN" altLang="en-US"/>
              <a:t>其他平台交付的只是一个系统，后续执行效果完全依赖学校或机构自己解决，这也是很多项目落地效果差的根本原因。我们不是只卖工具，而是把平台、服务、运营三位一体打包交付：</a:t>
            </a:r>
            <a:endParaRPr lang="zh-CN" altLang="en-US"/>
          </a:p>
          <a:p>
            <a:r>
              <a:rPr lang="zh-CN" altLang="en-US"/>
              <a:t>平台是手段，让流程数字化、监管可控；服务是保障，专业团队进校、做实执行；运营是结果，推动项目从上线到成效可见。这也是为什么我们模式在落地性、可复制性和可持续性上，明显优于</a:t>
            </a:r>
            <a:r>
              <a:rPr lang="zh-CN" altLang="en-US"/>
              <a:t>其他厂商。</a:t>
            </a:r>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我们的平台功能亮点主要体现在教育局端、学校端、机构端、家长端、教师端五个应用端口，形成全链路、一体化的课后服务管理体系。首先是局端</a:t>
            </a:r>
            <a:r>
              <a:rPr lang="en-US" altLang="zh-CN"/>
              <a:t>“</a:t>
            </a:r>
            <a:r>
              <a:rPr lang="zh-CN" altLang="en-US"/>
              <a:t>监管驾驶舱</a:t>
            </a:r>
            <a:r>
              <a:rPr lang="en-US" altLang="zh-CN"/>
              <a:t>”</a:t>
            </a:r>
            <a:r>
              <a:rPr lang="zh-CN" altLang="en-US"/>
              <a:t>，可以实现所有核心数据的集中可视化；报名、排课、考勤、评价、结算全链条可追溯；同时对接智付校园票据与资金系统，实现财务审计一键匹配，帮助教育主管部门真正做到过程可管、操作可查、资金可审、结果可评，显著提升政策满意度与民生评价指标。学校端</a:t>
            </a:r>
            <a:r>
              <a:rPr lang="en-US" altLang="zh-CN"/>
              <a:t>“</a:t>
            </a:r>
            <a:r>
              <a:rPr lang="zh-CN" altLang="en-US"/>
              <a:t>管理工具箱</a:t>
            </a:r>
            <a:r>
              <a:rPr lang="en-US" altLang="zh-CN"/>
              <a:t>”</a:t>
            </a:r>
            <a:r>
              <a:rPr lang="zh-CN" altLang="en-US"/>
              <a:t>，可实现课程、教师、学生、服务的统一管理；考勤、家校沟通、报账台账全流程数字化，让学校从</a:t>
            </a:r>
            <a:r>
              <a:rPr lang="en-US" altLang="zh-CN"/>
              <a:t>“</a:t>
            </a:r>
            <a:r>
              <a:rPr lang="zh-CN" altLang="en-US"/>
              <a:t>忙着填表</a:t>
            </a:r>
            <a:r>
              <a:rPr lang="en-US" altLang="zh-CN"/>
              <a:t>”</a:t>
            </a:r>
            <a:r>
              <a:rPr lang="zh-CN" altLang="en-US"/>
              <a:t>转变为</a:t>
            </a:r>
            <a:r>
              <a:rPr lang="en-US" altLang="zh-CN"/>
              <a:t>“</a:t>
            </a:r>
            <a:r>
              <a:rPr lang="zh-CN" altLang="en-US"/>
              <a:t>抓好质量</a:t>
            </a:r>
            <a:r>
              <a:rPr lang="en-US" altLang="zh-CN"/>
              <a:t>”</a:t>
            </a:r>
            <a:r>
              <a:rPr lang="zh-CN" altLang="en-US"/>
              <a:t>，轻松迎检。机构端，我们提供</a:t>
            </a:r>
            <a:r>
              <a:rPr lang="en-US" altLang="zh-CN"/>
              <a:t>“</a:t>
            </a:r>
            <a:r>
              <a:rPr lang="zh-CN" altLang="en-US"/>
              <a:t>合规接入与运营支撑</a:t>
            </a:r>
            <a:r>
              <a:rPr lang="en-US" altLang="zh-CN"/>
              <a:t>”</a:t>
            </a:r>
            <a:r>
              <a:rPr lang="zh-CN" altLang="en-US"/>
              <a:t>，为机构提供统一入口，完成备案、上架、资质审核，并通过排班对接、签到留痕、教学反馈等功能实现全流程规范化；结算对账自动匹配，运营数据透明可见，不仅降低对接成本，还能让真正优质的机构被数据看见。家长端，我们强调</a:t>
            </a:r>
            <a:r>
              <a:rPr lang="en-US" altLang="zh-CN"/>
              <a:t>“</a:t>
            </a:r>
            <a:r>
              <a:rPr lang="zh-CN" altLang="en-US"/>
              <a:t>透明选择与服务体验</a:t>
            </a:r>
            <a:r>
              <a:rPr lang="en-US" altLang="zh-CN"/>
              <a:t>”</a:t>
            </a:r>
            <a:r>
              <a:rPr lang="zh-CN" altLang="en-US"/>
              <a:t>，家长可以一键完成报名、缴费、发票申请，全程查看课程安排、课堂反馈、到离校提醒；可自主评价与申诉，托管优惠规则可查，信息公开透明，费用合理，极大提升家长的信任度和满意度。教师端，我们实现</a:t>
            </a:r>
            <a:r>
              <a:rPr lang="en-US" altLang="zh-CN"/>
              <a:t>“</a:t>
            </a:r>
            <a:r>
              <a:rPr lang="zh-CN" altLang="en-US"/>
              <a:t>教学与考勤一体化</a:t>
            </a:r>
            <a:r>
              <a:rPr lang="en-US" altLang="zh-CN"/>
              <a:t>”</a:t>
            </a:r>
            <a:r>
              <a:rPr lang="zh-CN" altLang="en-US"/>
              <a:t>。教师可随时查看课表、代课信息，完成签到、作业上传、课堂反馈；系统自动生成课时统计与星级评价，培训与证照到期自动提醒，让</a:t>
            </a:r>
            <a:r>
              <a:rPr lang="en-US" altLang="zh-CN"/>
              <a:t>“</a:t>
            </a:r>
            <a:r>
              <a:rPr lang="zh-CN" altLang="en-US"/>
              <a:t>教得好、教得合规</a:t>
            </a:r>
            <a:r>
              <a:rPr lang="en-US" altLang="zh-CN"/>
              <a:t>”</a:t>
            </a:r>
            <a:r>
              <a:rPr lang="zh-CN" altLang="en-US"/>
              <a:t>落实到每一节课。</a:t>
            </a:r>
            <a:endParaRPr lang="en-US" altLang="zh-CN"/>
          </a:p>
          <a:p>
            <a:r>
              <a:rPr lang="zh-CN" altLang="en-US"/>
              <a:t>最后，五端同底座，所有模块与智</a:t>
            </a:r>
            <a:r>
              <a:rPr lang="zh-CN" altLang="en-US"/>
              <a:t>付校园账户、票据和资金监管体系打通，实现同入口、同账号、同合规，真正做到减负、增效、可控、合规，为课后服务提供坚实的数字化支撑。</a:t>
            </a:r>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为了保障课后服务顺利运行，我们专门配备了驻校服务专员，不仅协助平台的落地使用，更承担起大量事务性工作，真正做到</a:t>
            </a:r>
            <a:r>
              <a:rPr lang="en-US" altLang="zh-CN"/>
              <a:t>“</a:t>
            </a:r>
            <a:r>
              <a:rPr lang="zh-CN" altLang="en-US"/>
              <a:t>交付就有服务</a:t>
            </a:r>
            <a:r>
              <a:rPr lang="en-US" altLang="zh-CN"/>
              <a:t>”</a:t>
            </a:r>
            <a:r>
              <a:rPr lang="zh-CN" altLang="en-US"/>
              <a:t>。像您现在看到的这一页，就是我们服务交付中心必须提供的五项基本服务能力，比如：</a:t>
            </a:r>
            <a:r>
              <a:rPr lang="en-US" altLang="zh-CN"/>
              <a:t>..........</a:t>
            </a:r>
            <a:r>
              <a:rPr lang="zh-CN" altLang="en-US"/>
              <a:t>通过这套标准化流程，我们的目标就是减轻学校端的工作压力，让服务更高效、更透明，同时也为教育局提供可监管的数据抓手，实现全过程、可视化管理。</a:t>
            </a:r>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sym typeface="+mn-ea"/>
              </a:rPr>
              <a:t>但是，平台上线只是第一步，要让这些价值真正落地，关键还在于配套的服务和持续运营。在服务能力方面，我们会协助教育局建立统一的机构备案与审核制度；提供标准课程库并指导学校开发特色校本课程；统一师资培训与安全管理，建立星级与黑名单机制；制定课后安全预案和应急处置机制；同时建立家长沟通与反馈的快速处理通道。在运营能力方面，我们会每周进行运营监控，发现问题及时预警；利用大数据优化课程和师资配置；每学期出具《课后服务质量评估报告》，可直接用于年度总结和民生汇报；同时持续跟进政策变化，确保系统与服务的合规和前瞻；并定期培训学校和机构，推广优秀案例。</a:t>
            </a:r>
            <a:endParaRPr lang="zh-CN" altLang="en-US"/>
          </a:p>
          <a:p>
            <a:endParaRPr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sym typeface="+mn-ea"/>
              </a:rPr>
              <a:t>我们不仅有平台和运营保障，还能确保服务内容的持续优化和提质。而在课后服务中，真正的核心不只是</a:t>
            </a:r>
            <a:r>
              <a:rPr lang="en-US" altLang="zh-CN">
                <a:sym typeface="+mn-ea"/>
              </a:rPr>
              <a:t>“</a:t>
            </a:r>
            <a:r>
              <a:rPr lang="zh-CN" altLang="en-US">
                <a:sym typeface="+mn-ea"/>
              </a:rPr>
              <a:t>有没有人上课</a:t>
            </a:r>
            <a:r>
              <a:rPr lang="en-US" altLang="zh-CN">
                <a:sym typeface="+mn-ea"/>
              </a:rPr>
              <a:t>”</a:t>
            </a:r>
            <a:r>
              <a:rPr lang="zh-CN" altLang="en-US">
                <a:sym typeface="+mn-ea"/>
              </a:rPr>
              <a:t>，更是</a:t>
            </a:r>
            <a:r>
              <a:rPr lang="en-US" altLang="zh-CN">
                <a:sym typeface="+mn-ea"/>
              </a:rPr>
              <a:t>“</a:t>
            </a:r>
            <a:r>
              <a:rPr lang="zh-CN" altLang="en-US">
                <a:sym typeface="+mn-ea"/>
              </a:rPr>
              <a:t>课程有没有价值</a:t>
            </a:r>
            <a:r>
              <a:rPr lang="en-US" altLang="zh-CN">
                <a:sym typeface="+mn-ea"/>
              </a:rPr>
              <a:t>”</a:t>
            </a:r>
            <a:r>
              <a:rPr lang="zh-CN" altLang="en-US">
                <a:sym typeface="+mn-ea"/>
              </a:rPr>
              <a:t>。基于这一点，我们联合北京师范大学教育学专家团队，围绕国家《教育强国建设纲要》和义务教育课程方案中的</a:t>
            </a:r>
            <a:r>
              <a:rPr lang="en-US" altLang="zh-CN">
                <a:sym typeface="+mn-ea"/>
              </a:rPr>
              <a:t>“</a:t>
            </a:r>
            <a:r>
              <a:rPr lang="zh-CN" altLang="en-US">
                <a:sym typeface="+mn-ea"/>
              </a:rPr>
              <a:t>五育并举</a:t>
            </a:r>
            <a:r>
              <a:rPr lang="en-US" altLang="zh-CN">
                <a:sym typeface="+mn-ea"/>
              </a:rPr>
              <a:t>”</a:t>
            </a:r>
            <a:r>
              <a:rPr lang="zh-CN" altLang="en-US">
                <a:sym typeface="+mn-ea"/>
              </a:rPr>
              <a:t>精神，构建了具有区域特色与全国视野的课后课程体系。</a:t>
            </a:r>
            <a:r>
              <a:rPr lang="zh-CN" altLang="en-US"/>
              <a:t>我们提供的不仅是理念，还配套了完整的教学设计（含教学目标、课程纲要、评价标准）、可选师资支持（经验讲师、本地合作机构、培训赋能）和平台化内容支持（在线课程审核与推送），并由我们的教研团队协助校内教师开展</a:t>
            </a:r>
            <a:r>
              <a:rPr lang="en-US" altLang="zh-CN"/>
              <a:t>“</a:t>
            </a:r>
            <a:r>
              <a:rPr lang="zh-CN" altLang="en-US"/>
              <a:t>校本</a:t>
            </a:r>
            <a:r>
              <a:rPr lang="en-US" altLang="zh-CN"/>
              <a:t>+</a:t>
            </a:r>
            <a:r>
              <a:rPr lang="zh-CN" altLang="en-US"/>
              <a:t>融合</a:t>
            </a:r>
            <a:r>
              <a:rPr lang="en-US" altLang="zh-CN"/>
              <a:t>”</a:t>
            </a:r>
            <a:r>
              <a:rPr lang="zh-CN" altLang="en-US"/>
              <a:t>式课后课程开发。</a:t>
            </a:r>
            <a:endParaRPr lang="zh-CN"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但再好的课程，如果没有合适的师资来落地，质量也很难保障。在服务中我们发现，</a:t>
            </a:r>
            <a:r>
              <a:rPr lang="en-US" altLang="zh-CN"/>
              <a:t>“</a:t>
            </a:r>
            <a:r>
              <a:rPr lang="zh-CN" altLang="en-US"/>
              <a:t>师资</a:t>
            </a:r>
            <a:r>
              <a:rPr lang="en-US" altLang="zh-CN"/>
              <a:t>”</a:t>
            </a:r>
            <a:r>
              <a:rPr lang="zh-CN" altLang="en-US"/>
              <a:t>是课后服务最核心的瓶颈之一，所以我们同步设计了师资支持体系，从</a:t>
            </a:r>
            <a:r>
              <a:rPr lang="en-US" altLang="zh-CN"/>
              <a:t>“</a:t>
            </a:r>
            <a:r>
              <a:rPr lang="zh-CN" altLang="en-US"/>
              <a:t>来源</a:t>
            </a:r>
            <a:r>
              <a:rPr lang="en-US" altLang="zh-CN"/>
              <a:t> + </a:t>
            </a:r>
            <a:r>
              <a:rPr lang="zh-CN" altLang="en-US"/>
              <a:t>培训</a:t>
            </a:r>
            <a:r>
              <a:rPr lang="en-US" altLang="zh-CN"/>
              <a:t> + </a:t>
            </a:r>
            <a:r>
              <a:rPr lang="zh-CN" altLang="en-US"/>
              <a:t>管理</a:t>
            </a:r>
            <a:r>
              <a:rPr lang="en-US" altLang="zh-CN"/>
              <a:t> + </a:t>
            </a:r>
            <a:r>
              <a:rPr lang="zh-CN" altLang="en-US"/>
              <a:t>合规</a:t>
            </a:r>
            <a:r>
              <a:rPr lang="en-US" altLang="zh-CN"/>
              <a:t>”</a:t>
            </a:r>
            <a:r>
              <a:rPr lang="zh-CN" altLang="en-US"/>
              <a:t>四个维度全面保障。在师资来源方面，我们不仅依托校内教师，还</a:t>
            </a:r>
            <a:r>
              <a:rPr lang="zh-CN" altLang="en-US"/>
              <a:t>结合教育公司专业讲师、师范类高校学生以及社区退休教师资源，既能保障质量，又能缓解人力紧张。在管理与培训方面，所有教师必须在平台实名注册，全流程留痕，包括签到、评价和教学行为记录；组织岗前培训，涵盖安全、教学法、家校沟通等模块；推出</a:t>
            </a:r>
            <a:r>
              <a:rPr lang="en-US" altLang="zh-CN"/>
              <a:t>“</a:t>
            </a:r>
            <a:r>
              <a:rPr lang="zh-CN" altLang="en-US"/>
              <a:t>课后教师星级体系</a:t>
            </a:r>
            <a:r>
              <a:rPr lang="en-US" altLang="zh-CN"/>
              <a:t>”</a:t>
            </a:r>
            <a:r>
              <a:rPr lang="zh-CN" altLang="en-US"/>
              <a:t>，增强管理维度；同时建立教师黑名单和异常记录制度，配合教育局快速处理投诉。在安全与政策匹配方面，我们对接阳光师资系统，核验无犯罪证明，政审与体检材料存档；提供</a:t>
            </a:r>
            <a:r>
              <a:rPr lang="en-US" altLang="zh-CN"/>
              <a:t>“</a:t>
            </a:r>
            <a:r>
              <a:rPr lang="zh-CN" altLang="en-US"/>
              <a:t>合规材料模板包</a:t>
            </a:r>
            <a:r>
              <a:rPr lang="en-US" altLang="zh-CN"/>
              <a:t>”</a:t>
            </a:r>
            <a:r>
              <a:rPr lang="zh-CN" altLang="en-US"/>
              <a:t>，让教育局一键审核；还可配套引入教师意外伤害保险，降低管理风险。</a:t>
            </a:r>
            <a:endParaRPr lang="zh-CN"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我们方案的核心价值可以用八个字概括</a:t>
            </a:r>
            <a:r>
              <a:rPr lang="en-US" altLang="zh-CN"/>
              <a:t>——</a:t>
            </a:r>
            <a:r>
              <a:rPr lang="zh-CN" altLang="en-US"/>
              <a:t>减负、增效、可控、合规。</a:t>
            </a:r>
            <a:r>
              <a:rPr lang="zh-CN" altLang="en-US">
                <a:sym typeface="+mn-ea"/>
              </a:rPr>
              <a:t>对教育局而言，将监管数据集中化、动态化，确保第三方合规接入、过程可控，真正提升政策满意度和民生评价指标。</a:t>
            </a:r>
            <a:r>
              <a:rPr lang="zh-CN" altLang="en-US"/>
              <a:t>对学校而言，能显著降低组织成本、提升工作效率，把教师、课程、学生和服务统一到一张表里管理，实现</a:t>
            </a:r>
            <a:r>
              <a:rPr lang="en-US" altLang="zh-CN"/>
              <a:t>“</a:t>
            </a:r>
            <a:r>
              <a:rPr lang="zh-CN" altLang="en-US"/>
              <a:t>一校一账一报表</a:t>
            </a:r>
            <a:r>
              <a:rPr lang="en-US" altLang="zh-CN"/>
              <a:t>”</a:t>
            </a:r>
            <a:r>
              <a:rPr lang="zh-CN" altLang="en-US"/>
              <a:t>，轻松迎接检查。对家长而言，入口统一、信息公开透明，家长可以自主选课、缴费、评价，全程服务可见、过程可查、费用合规，信任度更高。对机构而言，我们提供统一入口进行备案、上架与资质审核，课程排课、签到、结算全流程留痕，数据驱动运营，让报名率、完课率、满意度可视化，降低对接成本，提高合作复购率。</a:t>
            </a:r>
            <a:endParaRPr lang="zh-CN"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我们在</a:t>
            </a:r>
            <a:r>
              <a:rPr lang="zh-CN" altLang="en-US"/>
              <a:t>福州市长乐区，平台已经成功落地，覆盖了</a:t>
            </a:r>
            <a:r>
              <a:rPr lang="en-US" altLang="zh-CN"/>
              <a:t>20</a:t>
            </a:r>
            <a:r>
              <a:rPr lang="zh-CN" altLang="en-US"/>
              <a:t>所学校、超过</a:t>
            </a:r>
            <a:r>
              <a:rPr lang="en-US" altLang="zh-CN"/>
              <a:t>3</a:t>
            </a:r>
            <a:r>
              <a:rPr lang="zh-CN" altLang="en-US"/>
              <a:t>万名学生，平台使用率保持在</a:t>
            </a:r>
            <a:r>
              <a:rPr lang="en-US" altLang="zh-CN"/>
              <a:t>95%</a:t>
            </a:r>
            <a:r>
              <a:rPr lang="zh-CN" altLang="en-US"/>
              <a:t>以上，教师和行政端反馈都非常好；家长满意度达到</a:t>
            </a:r>
            <a:r>
              <a:rPr lang="en-US" altLang="zh-CN"/>
              <a:t>96.8%</a:t>
            </a:r>
            <a:r>
              <a:rPr lang="zh-CN" altLang="en-US"/>
              <a:t>，显著高于传统的线下服务期。</a:t>
            </a:r>
            <a:endParaRPr lang="zh-CN"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tags" Target="../tags/tag1.xml"/><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4" Type="http://schemas.openxmlformats.org/officeDocument/2006/relationships/image" Target="../media/image14.png"/><Relationship Id="rId3" Type="http://schemas.openxmlformats.org/officeDocument/2006/relationships/image" Target="../media/image12.png"/><Relationship Id="rId2" Type="http://schemas.openxmlformats.org/officeDocument/2006/relationships/tags" Target="../tags/tag2.xml"/><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tags" Target="../tags/tag3.xml"/><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7.jpe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5" Type="http://schemas.openxmlformats.org/officeDocument/2006/relationships/tags" Target="../tags/tag13.xml"/><Relationship Id="rId4" Type="http://schemas.openxmlformats.org/officeDocument/2006/relationships/tags" Target="../tags/tag12.xml"/><Relationship Id="rId3" Type="http://schemas.openxmlformats.org/officeDocument/2006/relationships/tags" Target="../tags/tag11.xml"/><Relationship Id="rId2" Type="http://schemas.openxmlformats.org/officeDocument/2006/relationships/tags" Target="../tags/tag10.xml"/><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pic>
        <p:nvPicPr>
          <p:cNvPr id="2" name="图片 1" descr="资源 38-8"/>
          <p:cNvPicPr>
            <a:picLocks noChangeAspect="1"/>
          </p:cNvPicPr>
          <p:nvPr userDrawn="1"/>
        </p:nvPicPr>
        <p:blipFill>
          <a:blip r:embed="rId2"/>
          <a:stretch>
            <a:fillRect/>
          </a:stretch>
        </p:blipFill>
        <p:spPr>
          <a:xfrm>
            <a:off x="0" y="0"/>
            <a:ext cx="4083050" cy="6858000"/>
          </a:xfrm>
          <a:prstGeom prst="rect">
            <a:avLst/>
          </a:prstGeom>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pic>
        <p:nvPicPr>
          <p:cNvPr id="7" name="图片 6" descr="资源 7@2x"/>
          <p:cNvPicPr>
            <a:picLocks noChangeAspect="1"/>
          </p:cNvPicPr>
          <p:nvPr userDrawn="1"/>
        </p:nvPicPr>
        <p:blipFill>
          <a:blip r:embed="rId2"/>
          <a:stretch>
            <a:fillRect/>
          </a:stretch>
        </p:blipFill>
        <p:spPr>
          <a:xfrm>
            <a:off x="0" y="1744345"/>
            <a:ext cx="12192000" cy="5113655"/>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pic>
        <p:nvPicPr>
          <p:cNvPr id="11" name="图片 10" descr="资源 12@2x"/>
          <p:cNvPicPr>
            <a:picLocks noChangeAspect="1"/>
          </p:cNvPicPr>
          <p:nvPr userDrawn="1"/>
        </p:nvPicPr>
        <p:blipFill>
          <a:blip r:embed="rId2"/>
          <a:stretch>
            <a:fillRect/>
          </a:stretch>
        </p:blipFill>
        <p:spPr>
          <a:xfrm>
            <a:off x="4417695" y="375920"/>
            <a:ext cx="5471160" cy="6106160"/>
          </a:xfrm>
          <a:prstGeom prst="rect">
            <a:avLst/>
          </a:prstGeom>
        </p:spPr>
      </p:pic>
      <p:pic>
        <p:nvPicPr>
          <p:cNvPr id="9" name="图片 8" descr="资源 14@2x"/>
          <p:cNvPicPr>
            <a:picLocks noChangeAspect="1"/>
          </p:cNvPicPr>
          <p:nvPr userDrawn="1"/>
        </p:nvPicPr>
        <p:blipFill>
          <a:blip r:embed="rId3"/>
          <a:stretch>
            <a:fillRect/>
          </a:stretch>
        </p:blipFill>
        <p:spPr>
          <a:xfrm>
            <a:off x="1077595" y="1111250"/>
            <a:ext cx="3976370" cy="3976370"/>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pic>
        <p:nvPicPr>
          <p:cNvPr id="11" name="图片 10" descr="资源 12@2x"/>
          <p:cNvPicPr>
            <a:picLocks noChangeAspect="1"/>
          </p:cNvPicPr>
          <p:nvPr userDrawn="1"/>
        </p:nvPicPr>
        <p:blipFill>
          <a:blip r:embed="rId2"/>
          <a:stretch>
            <a:fillRect/>
          </a:stretch>
        </p:blipFill>
        <p:spPr>
          <a:xfrm>
            <a:off x="4417695" y="375920"/>
            <a:ext cx="5471160" cy="6106160"/>
          </a:xfrm>
          <a:prstGeom prst="rect">
            <a:avLst/>
          </a:prstGeom>
        </p:spPr>
      </p:pic>
      <p:pic>
        <p:nvPicPr>
          <p:cNvPr id="10" name="图片 9" descr="资源 13@2x"/>
          <p:cNvPicPr>
            <a:picLocks noChangeAspect="1"/>
          </p:cNvPicPr>
          <p:nvPr userDrawn="1"/>
        </p:nvPicPr>
        <p:blipFill>
          <a:blip r:embed="rId3"/>
          <a:stretch>
            <a:fillRect/>
          </a:stretch>
        </p:blipFill>
        <p:spPr>
          <a:xfrm>
            <a:off x="1038860" y="1070610"/>
            <a:ext cx="4168140" cy="4165600"/>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pic>
        <p:nvPicPr>
          <p:cNvPr id="3" name="图片 2" descr="资源 30-8"/>
          <p:cNvPicPr>
            <a:picLocks noChangeAspect="1"/>
          </p:cNvPicPr>
          <p:nvPr userDrawn="1"/>
        </p:nvPicPr>
        <p:blipFill>
          <a:blip r:embed="rId2"/>
          <a:srcRect l="191"/>
          <a:stretch>
            <a:fillRect/>
          </a:stretch>
        </p:blipFill>
        <p:spPr>
          <a:xfrm>
            <a:off x="0" y="0"/>
            <a:ext cx="12192635" cy="6858000"/>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3_自定义版式">
    <p:spTree>
      <p:nvGrpSpPr>
        <p:cNvPr id="1" name=""/>
        <p:cNvGrpSpPr/>
        <p:nvPr/>
      </p:nvGrpSpPr>
      <p:grpSpPr>
        <a:xfrm>
          <a:off x="0" y="0"/>
          <a:ext cx="0" cy="0"/>
          <a:chOff x="0" y="0"/>
          <a:chExt cx="0" cy="0"/>
        </a:xfrm>
      </p:grpSpPr>
      <p:pic>
        <p:nvPicPr>
          <p:cNvPr id="3" name="图片 2" descr="资源 28-8"/>
          <p:cNvPicPr>
            <a:picLocks noChangeAspect="1"/>
          </p:cNvPicPr>
          <p:nvPr userDrawn="1"/>
        </p:nvPicPr>
        <p:blipFill>
          <a:blip r:embed="rId2"/>
          <a:stretch>
            <a:fillRect/>
          </a:stretch>
        </p:blipFill>
        <p:spPr>
          <a:xfrm>
            <a:off x="45085" y="0"/>
            <a:ext cx="12146915" cy="6858000"/>
          </a:xfrm>
          <a:prstGeom prst="rect">
            <a:avLst/>
          </a:prstGeom>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1_自定义版式">
    <p:spTree>
      <p:nvGrpSpPr>
        <p:cNvPr id="1" name=""/>
        <p:cNvGrpSpPr/>
        <p:nvPr/>
      </p:nvGrpSpPr>
      <p:grpSpPr>
        <a:xfrm>
          <a:off x="0" y="0"/>
          <a:ext cx="0" cy="0"/>
          <a:chOff x="0" y="0"/>
          <a:chExt cx="0" cy="0"/>
        </a:xfrm>
      </p:grpSpPr>
      <p:pic>
        <p:nvPicPr>
          <p:cNvPr id="3" name="图片 2" descr="资源 36-8"/>
          <p:cNvPicPr>
            <a:picLocks noChangeAspect="1"/>
          </p:cNvPicPr>
          <p:nvPr userDrawn="1"/>
        </p:nvPicPr>
        <p:blipFill>
          <a:blip r:embed="rId2"/>
          <a:stretch>
            <a:fillRect/>
          </a:stretch>
        </p:blipFill>
        <p:spPr>
          <a:xfrm>
            <a:off x="0" y="4719320"/>
            <a:ext cx="12192000" cy="2138680"/>
          </a:xfrm>
          <a:prstGeom prst="rect">
            <a:avLst/>
          </a:prstGeom>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5_自定义版式">
    <p:spTree>
      <p:nvGrpSpPr>
        <p:cNvPr id="1" name=""/>
        <p:cNvGrpSpPr/>
        <p:nvPr/>
      </p:nvGrpSpPr>
      <p:grpSpPr>
        <a:xfrm>
          <a:off x="0" y="0"/>
          <a:ext cx="0" cy="0"/>
          <a:chOff x="0" y="0"/>
          <a:chExt cx="0" cy="0"/>
        </a:xfrm>
      </p:grpSpPr>
      <p:pic>
        <p:nvPicPr>
          <p:cNvPr id="2" name="图片 1" descr="资源 29-8"/>
          <p:cNvPicPr>
            <a:picLocks noChangeAspect="1"/>
          </p:cNvPicPr>
          <p:nvPr userDrawn="1"/>
        </p:nvPicPr>
        <p:blipFill>
          <a:blip r:embed="rId2"/>
          <a:stretch>
            <a:fillRect/>
          </a:stretch>
        </p:blipFill>
        <p:spPr>
          <a:xfrm>
            <a:off x="0" y="0"/>
            <a:ext cx="12192000" cy="6858000"/>
          </a:xfrm>
          <a:prstGeom prst="rect">
            <a:avLst/>
          </a:prstGeom>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2_自定义版式">
    <p:spTree>
      <p:nvGrpSpPr>
        <p:cNvPr id="1" name=""/>
        <p:cNvGrpSpPr/>
        <p:nvPr/>
      </p:nvGrpSpPr>
      <p:grpSpPr>
        <a:xfrm>
          <a:off x="0" y="0"/>
          <a:ext cx="0" cy="0"/>
          <a:chOff x="0" y="0"/>
          <a:chExt cx="0" cy="0"/>
        </a:xfrm>
      </p:grpSpPr>
      <p:pic>
        <p:nvPicPr>
          <p:cNvPr id="2" name="图片 1" descr="资源 27-8"/>
          <p:cNvPicPr>
            <a:picLocks noChangeAspect="1"/>
          </p:cNvPicPr>
          <p:nvPr userDrawn="1"/>
        </p:nvPicPr>
        <p:blipFill>
          <a:blip r:embed="rId2"/>
          <a:stretch>
            <a:fillRect/>
          </a:stretch>
        </p:blipFill>
        <p:spPr>
          <a:xfrm>
            <a:off x="0" y="0"/>
            <a:ext cx="12192000" cy="6858000"/>
          </a:xfrm>
          <a:prstGeom prst="rect">
            <a:avLst/>
          </a:prstGeom>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pic>
        <p:nvPicPr>
          <p:cNvPr id="5" name="图片 4" descr="资源 20@2x"/>
          <p:cNvPicPr>
            <a:picLocks noChangeAspect="1"/>
          </p:cNvPicPr>
          <p:nvPr userDrawn="1"/>
        </p:nvPicPr>
        <p:blipFill>
          <a:blip r:embed="rId2"/>
          <a:stretch>
            <a:fillRect/>
          </a:stretch>
        </p:blipFill>
        <p:spPr>
          <a:xfrm>
            <a:off x="0" y="762000"/>
            <a:ext cx="12192000" cy="82550"/>
          </a:xfrm>
          <a:prstGeom prst="rect">
            <a:avLst/>
          </a:prstGeom>
          <a:gradFill>
            <a:gsLst>
              <a:gs pos="68000">
                <a:srgbClr val="E6922C"/>
              </a:gs>
              <a:gs pos="91000">
                <a:schemeClr val="accent1">
                  <a:lumMod val="30000"/>
                  <a:lumOff val="70000"/>
                  <a:alpha val="0"/>
                </a:schemeClr>
              </a:gs>
            </a:gsLst>
            <a:lin ang="0" scaled="0"/>
          </a:gradFill>
        </p:spPr>
      </p:pic>
      <p:pic>
        <p:nvPicPr>
          <p:cNvPr id="6" name="图片 5" descr="资源 9@2x"/>
          <p:cNvPicPr>
            <a:picLocks noChangeAspect="1"/>
          </p:cNvPicPr>
          <p:nvPr userDrawn="1"/>
        </p:nvPicPr>
        <p:blipFill>
          <a:blip r:embed="rId3"/>
          <a:stretch>
            <a:fillRect/>
          </a:stretch>
        </p:blipFill>
        <p:spPr>
          <a:xfrm>
            <a:off x="8742680" y="6053455"/>
            <a:ext cx="3285490" cy="574675"/>
          </a:xfrm>
          <a:prstGeom prst="rect">
            <a:avLst/>
          </a:prstGeom>
        </p:spPr>
      </p:pic>
      <p:sp>
        <p:nvSpPr>
          <p:cNvPr id="2" name="矩形 1"/>
          <p:cNvSpPr/>
          <p:nvPr userDrawn="1"/>
        </p:nvSpPr>
        <p:spPr>
          <a:xfrm>
            <a:off x="0" y="762000"/>
            <a:ext cx="12192000" cy="81915"/>
          </a:xfrm>
          <a:prstGeom prst="rect">
            <a:avLst/>
          </a:prstGeom>
          <a:gradFill>
            <a:gsLst>
              <a:gs pos="41000">
                <a:srgbClr val="254D97"/>
              </a:gs>
              <a:gs pos="72000">
                <a:srgbClr val="E7CAA9"/>
              </a:gs>
            </a:gsLst>
            <a:lin ang="0" scaled="0"/>
          </a:gra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cs typeface="微软雅黑 Light" panose="020B0502040204020203" charset="-122"/>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4_自定义版式">
    <p:spTree>
      <p:nvGrpSpPr>
        <p:cNvPr id="1" name=""/>
        <p:cNvGrpSpPr/>
        <p:nvPr/>
      </p:nvGrpSpPr>
      <p:grpSpPr>
        <a:xfrm>
          <a:off x="0" y="0"/>
          <a:ext cx="0" cy="0"/>
          <a:chOff x="0" y="0"/>
          <a:chExt cx="0" cy="0"/>
        </a:xfrm>
      </p:grpSpPr>
      <p:pic>
        <p:nvPicPr>
          <p:cNvPr id="4" name="图片 3" descr="资源 34-8"/>
          <p:cNvPicPr>
            <a:picLocks noChangeAspect="1"/>
          </p:cNvPicPr>
          <p:nvPr userDrawn="1">
            <p:custDataLst>
              <p:tags r:id="rId2"/>
            </p:custDataLst>
          </p:nvPr>
        </p:nvPicPr>
        <p:blipFill>
          <a:blip r:embed="rId3"/>
          <a:stretch>
            <a:fillRect/>
          </a:stretch>
        </p:blipFill>
        <p:spPr>
          <a:xfrm>
            <a:off x="0" y="869315"/>
            <a:ext cx="12192000" cy="5454650"/>
          </a:xfrm>
          <a:prstGeom prst="rect">
            <a:avLst/>
          </a:prstGeom>
        </p:spPr>
      </p:pic>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2_空白">
    <p:spTree>
      <p:nvGrpSpPr>
        <p:cNvPr id="1" name=""/>
        <p:cNvGrpSpPr/>
        <p:nvPr/>
      </p:nvGrpSpPr>
      <p:grpSpPr>
        <a:xfrm>
          <a:off x="0" y="0"/>
          <a:ext cx="0" cy="0"/>
          <a:chOff x="0" y="0"/>
          <a:chExt cx="0" cy="0"/>
        </a:xfrm>
      </p:grpSpPr>
      <p:pic>
        <p:nvPicPr>
          <p:cNvPr id="7" name="图片 6" descr="资源 9@2x"/>
          <p:cNvPicPr>
            <a:picLocks noChangeAspect="1"/>
          </p:cNvPicPr>
          <p:nvPr userDrawn="1">
            <p:custDataLst>
              <p:tags r:id="rId2"/>
            </p:custDataLst>
          </p:nvPr>
        </p:nvPicPr>
        <p:blipFill>
          <a:blip r:embed="rId3"/>
          <a:stretch>
            <a:fillRect/>
          </a:stretch>
        </p:blipFill>
        <p:spPr>
          <a:xfrm>
            <a:off x="9603740" y="6203950"/>
            <a:ext cx="2424430" cy="424180"/>
          </a:xfrm>
          <a:prstGeom prst="rect">
            <a:avLst/>
          </a:prstGeom>
        </p:spPr>
      </p:pic>
      <p:pic>
        <p:nvPicPr>
          <p:cNvPr id="2" name="图片 1" descr="eb629b5dddb394e2cc869dd7efc6cde725a2733625edc4-FTlNvt"/>
          <p:cNvPicPr>
            <a:picLocks noChangeAspect="1"/>
          </p:cNvPicPr>
          <p:nvPr userDrawn="1"/>
        </p:nvPicPr>
        <p:blipFill>
          <a:blip r:embed="rId4"/>
          <a:srcRect l="874" t="1255" r="318" b="909"/>
          <a:stretch>
            <a:fillRect/>
          </a:stretch>
        </p:blipFill>
        <p:spPr>
          <a:xfrm>
            <a:off x="0" y="0"/>
            <a:ext cx="12229465" cy="6858635"/>
          </a:xfrm>
          <a:prstGeom prst="rect">
            <a:avLst/>
          </a:prstGeom>
        </p:spPr>
      </p:pic>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1_空白">
    <p:spTree>
      <p:nvGrpSpPr>
        <p:cNvPr id="1" name=""/>
        <p:cNvGrpSpPr/>
        <p:nvPr/>
      </p:nvGrpSpPr>
      <p:grpSpPr>
        <a:xfrm>
          <a:off x="0" y="0"/>
          <a:ext cx="0" cy="0"/>
          <a:chOff x="0" y="0"/>
          <a:chExt cx="0" cy="0"/>
        </a:xfrm>
      </p:grpSpPr>
      <p:pic>
        <p:nvPicPr>
          <p:cNvPr id="7" name="图片 6" descr="资源 9@2x"/>
          <p:cNvPicPr>
            <a:picLocks noChangeAspect="1"/>
          </p:cNvPicPr>
          <p:nvPr userDrawn="1">
            <p:custDataLst>
              <p:tags r:id="rId2"/>
            </p:custDataLst>
          </p:nvPr>
        </p:nvPicPr>
        <p:blipFill>
          <a:blip r:embed="rId3"/>
          <a:stretch>
            <a:fillRect/>
          </a:stretch>
        </p:blipFill>
        <p:spPr>
          <a:xfrm>
            <a:off x="9603740" y="6203950"/>
            <a:ext cx="2424430" cy="424180"/>
          </a:xfrm>
          <a:prstGeom prst="rect">
            <a:avLst/>
          </a:prstGeom>
        </p:spPr>
      </p:pic>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pic>
        <p:nvPicPr>
          <p:cNvPr id="2" name="图片 1" descr="资源 31-8"/>
          <p:cNvPicPr>
            <a:picLocks noChangeAspect="1"/>
          </p:cNvPicPr>
          <p:nvPr userDrawn="1"/>
        </p:nvPicPr>
        <p:blipFill>
          <a:blip r:embed="rId2"/>
          <a:srcRect r="-172" b="1497"/>
          <a:stretch>
            <a:fillRect/>
          </a:stretch>
        </p:blipFill>
        <p:spPr>
          <a:xfrm>
            <a:off x="0" y="0"/>
            <a:ext cx="12192000" cy="6858000"/>
          </a:xfrm>
          <a:prstGeom prst="rect">
            <a:avLst/>
          </a:prstGeom>
        </p:spPr>
      </p:pic>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图片与标题">
    <p:spTree>
      <p:nvGrpSpPr>
        <p:cNvPr id="1" name=""/>
        <p:cNvGrpSpPr/>
        <p:nvPr/>
      </p:nvGrpSpPr>
      <p:grpSpPr>
        <a:xfrm>
          <a:off x="0" y="0"/>
          <a:ext cx="0" cy="0"/>
          <a:chOff x="0" y="0"/>
          <a:chExt cx="0" cy="0"/>
        </a:xfrm>
      </p:grpSpPr>
      <p:pic>
        <p:nvPicPr>
          <p:cNvPr id="2" name="图片 1" descr="资源 7-8"/>
          <p:cNvPicPr>
            <a:picLocks noChangeAspect="1"/>
          </p:cNvPicPr>
          <p:nvPr userDrawn="1"/>
        </p:nvPicPr>
        <p:blipFill>
          <a:blip r:embed="rId2"/>
          <a:srcRect t="16738"/>
          <a:stretch>
            <a:fillRect/>
          </a:stretch>
        </p:blipFill>
        <p:spPr>
          <a:xfrm>
            <a:off x="0" y="594360"/>
            <a:ext cx="12191365" cy="6263640"/>
          </a:xfrm>
          <a:prstGeom prst="rect">
            <a:avLst/>
          </a:prstGeom>
        </p:spPr>
      </p:pic>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pic>
        <p:nvPicPr>
          <p:cNvPr id="6" name="图片 5" descr="2022PPT模板-13234-04"/>
          <p:cNvPicPr>
            <a:picLocks noChangeAspect="1"/>
          </p:cNvPicPr>
          <p:nvPr userDrawn="1"/>
        </p:nvPicPr>
        <p:blipFill>
          <a:blip r:embed="rId2"/>
          <a:stretch>
            <a:fillRect/>
          </a:stretch>
        </p:blipFill>
        <p:spPr>
          <a:xfrm>
            <a:off x="0" y="3386"/>
            <a:ext cx="12192000" cy="6854614"/>
          </a:xfrm>
          <a:prstGeom prst="rect">
            <a:avLst/>
          </a:prstGeom>
        </p:spPr>
      </p:pic>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pic>
        <p:nvPicPr>
          <p:cNvPr id="5" name="图片 4" descr="资源 20@2x"/>
          <p:cNvPicPr>
            <a:picLocks noChangeAspect="1"/>
          </p:cNvPicPr>
          <p:nvPr userDrawn="1"/>
        </p:nvPicPr>
        <p:blipFill>
          <a:blip r:embed="rId2"/>
          <a:stretch>
            <a:fillRect/>
          </a:stretch>
        </p:blipFill>
        <p:spPr>
          <a:xfrm>
            <a:off x="0" y="762000"/>
            <a:ext cx="12192000" cy="82550"/>
          </a:xfrm>
          <a:prstGeom prst="rect">
            <a:avLst/>
          </a:prstGeom>
          <a:gradFill>
            <a:gsLst>
              <a:gs pos="68000">
                <a:srgbClr val="E6922C"/>
              </a:gs>
              <a:gs pos="91000">
                <a:schemeClr val="accent1">
                  <a:lumMod val="30000"/>
                  <a:lumOff val="70000"/>
                  <a:alpha val="0"/>
                </a:schemeClr>
              </a:gs>
            </a:gsLst>
            <a:lin ang="0" scaled="0"/>
          </a:gradFill>
        </p:spPr>
      </p:pic>
      <p:pic>
        <p:nvPicPr>
          <p:cNvPr id="6" name="图片 5" descr="资源 9@2x"/>
          <p:cNvPicPr>
            <a:picLocks noChangeAspect="1"/>
          </p:cNvPicPr>
          <p:nvPr userDrawn="1"/>
        </p:nvPicPr>
        <p:blipFill>
          <a:blip r:embed="rId3"/>
          <a:stretch>
            <a:fillRect/>
          </a:stretch>
        </p:blipFill>
        <p:spPr>
          <a:xfrm>
            <a:off x="8742680" y="6053455"/>
            <a:ext cx="3285490" cy="574675"/>
          </a:xfrm>
          <a:prstGeom prst="rect">
            <a:avLst/>
          </a:prstGeom>
        </p:spPr>
      </p:pic>
      <p:sp>
        <p:nvSpPr>
          <p:cNvPr id="2" name="矩形 1"/>
          <p:cNvSpPr/>
          <p:nvPr userDrawn="1"/>
        </p:nvSpPr>
        <p:spPr>
          <a:xfrm>
            <a:off x="0" y="762000"/>
            <a:ext cx="12192000" cy="81915"/>
          </a:xfrm>
          <a:prstGeom prst="rect">
            <a:avLst/>
          </a:prstGeom>
          <a:gradFill>
            <a:gsLst>
              <a:gs pos="41000">
                <a:srgbClr val="254D97"/>
              </a:gs>
              <a:gs pos="72000">
                <a:srgbClr val="E7CAA9"/>
              </a:gs>
            </a:gsLst>
            <a:lin ang="0" scaled="0"/>
          </a:gra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cs typeface="微软雅黑 Light" panose="020B0502040204020203" charset="-122"/>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p:txBody>
          <a:bodyPr wrap="square">
            <a:normAutofit/>
          </a:bodyPr>
          <a:lstStyle/>
          <a:p>
            <a:r>
              <a:rPr lang="zh-CN" altLang="en-US" dirty="0"/>
              <a:t>单击此处编辑母版标题样式</a:t>
            </a:r>
            <a:endParaRPr lang="zh-CN" altLang="en-US" dirty="0"/>
          </a:p>
        </p:txBody>
      </p:sp>
      <p:sp>
        <p:nvSpPr>
          <p:cNvPr id="3" name="日期占位符 2"/>
          <p:cNvSpPr>
            <a:spLocks noGrp="1"/>
          </p:cNvSpPr>
          <p:nvPr>
            <p:ph type="dt" sz="half" idx="10"/>
            <p:custDataLst>
              <p:tags r:id="rId3"/>
            </p:custDataLst>
          </p:nvPr>
        </p:nvSpPr>
        <p:spPr/>
        <p:txBody>
          <a:bodyPr wrap="square">
            <a:normAutofit/>
          </a:bodyPr>
          <a:lstStyle/>
          <a:p>
            <a:fld id="{5592522B-0F24-4480-B9DD-A9474A6880D6}" type="datetimeFigureOut">
              <a:rPr lang="zh-CN" altLang="en-US" smtClean="0"/>
            </a:fld>
            <a:endParaRPr lang="zh-CN" altLang="en-US"/>
          </a:p>
        </p:txBody>
      </p:sp>
      <p:sp>
        <p:nvSpPr>
          <p:cNvPr id="4" name="页脚占位符 3"/>
          <p:cNvSpPr>
            <a:spLocks noGrp="1"/>
          </p:cNvSpPr>
          <p:nvPr>
            <p:ph type="ftr" sz="quarter" idx="11"/>
            <p:custDataLst>
              <p:tags r:id="rId4"/>
            </p:custDataLst>
          </p:nvPr>
        </p:nvSpPr>
        <p:spPr/>
        <p:txBody>
          <a:bodyPr/>
          <a:lstStyle/>
          <a:p>
            <a:endParaRPr lang="zh-CN" altLang="en-US"/>
          </a:p>
        </p:txBody>
      </p:sp>
      <p:sp>
        <p:nvSpPr>
          <p:cNvPr id="5" name="灯片编号占位符 4"/>
          <p:cNvSpPr>
            <a:spLocks noGrp="1"/>
          </p:cNvSpPr>
          <p:nvPr>
            <p:ph type="sldNum" sz="quarter" idx="12"/>
            <p:custDataLst>
              <p:tags r:id="rId5"/>
            </p:custDataLst>
          </p:nvPr>
        </p:nvSpPr>
        <p:spPr/>
        <p:txBody>
          <a:bodyPr wrap="square">
            <a:normAutofit/>
          </a:bodyPr>
          <a:lstStyle/>
          <a:p>
            <a:fld id="{BE5F26B5-172A-4DC2-B0B7-181CFC56B87C}" type="slidenum">
              <a:rPr lang="zh-CN" altLang="en-US" smtClean="0"/>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3" Type="http://schemas.openxmlformats.org/officeDocument/2006/relationships/theme" Target="../theme/theme1.xml"/><Relationship Id="rId22" Type="http://schemas.openxmlformats.org/officeDocument/2006/relationships/tags" Target="../tags/tag9.xml"/><Relationship Id="rId21" Type="http://schemas.openxmlformats.org/officeDocument/2006/relationships/tags" Target="../tags/tag8.xml"/><Relationship Id="rId20" Type="http://schemas.openxmlformats.org/officeDocument/2006/relationships/tags" Target="../tags/tag7.xml"/><Relationship Id="rId2" Type="http://schemas.openxmlformats.org/officeDocument/2006/relationships/slideLayout" Target="../slideLayouts/slideLayout2.xml"/><Relationship Id="rId19" Type="http://schemas.openxmlformats.org/officeDocument/2006/relationships/tags" Target="../tags/tag6.xml"/><Relationship Id="rId18" Type="http://schemas.openxmlformats.org/officeDocument/2006/relationships/tags" Target="../tags/tag5.xml"/><Relationship Id="rId17" Type="http://schemas.openxmlformats.org/officeDocument/2006/relationships/tags" Target="../tags/tag4.xml"/><Relationship Id="rId16" Type="http://schemas.openxmlformats.org/officeDocument/2006/relationships/slideLayout" Target="../slideLayouts/slideLayout16.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9" Type="http://schemas.openxmlformats.org/officeDocument/2006/relationships/theme" Target="../theme/theme2.xml"/><Relationship Id="rId8" Type="http://schemas.openxmlformats.org/officeDocument/2006/relationships/tags" Target="../tags/tag19.xml"/><Relationship Id="rId7" Type="http://schemas.openxmlformats.org/officeDocument/2006/relationships/tags" Target="../tags/tag18.xml"/><Relationship Id="rId6" Type="http://schemas.openxmlformats.org/officeDocument/2006/relationships/tags" Target="../tags/tag17.xml"/><Relationship Id="rId5" Type="http://schemas.openxmlformats.org/officeDocument/2006/relationships/tags" Target="../tags/tag16.xml"/><Relationship Id="rId4" Type="http://schemas.openxmlformats.org/officeDocument/2006/relationships/tags" Target="../tags/tag15.xml"/><Relationship Id="rId3" Type="http://schemas.openxmlformats.org/officeDocument/2006/relationships/tags" Target="../tags/tag14.xml"/><Relationship Id="rId2" Type="http://schemas.openxmlformats.org/officeDocument/2006/relationships/slideLayout" Target="../slideLayouts/slideLayout18.xml"/><Relationship Id="rId1" Type="http://schemas.openxmlformats.org/officeDocument/2006/relationships/slideLayout" Target="../slideLayouts/slideLayout17.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标题占位符 1"/>
          <p:cNvSpPr>
            <a:spLocks noGrp="1"/>
          </p:cNvSpPr>
          <p:nvPr>
            <p:ph type="title"/>
            <p:custDataLst>
              <p:tags r:id="rId17"/>
            </p:custDataLst>
          </p:nvPr>
        </p:nvSpPr>
        <p:spPr>
          <a:xfrm>
            <a:off x="608400" y="608400"/>
            <a:ext cx="10969200" cy="705600"/>
          </a:xfrm>
          <a:prstGeom prst="rect">
            <a:avLst/>
          </a:prstGeom>
        </p:spPr>
        <p:txBody>
          <a:bodyPr vert="horz" lIns="90170" tIns="46990" rIns="90170" bIns="46990" rtlCol="0" anchor="ctr" anchorCtr="0">
            <a:normAutofit/>
          </a:bodyPr>
          <a:lstStyle/>
          <a:p>
            <a:r>
              <a:rPr lang="zh-CN" altLang="en-US" dirty="0"/>
              <a:t>单击此处编辑母版标题样式</a:t>
            </a:r>
            <a:endParaRPr lang="zh-CN" altLang="en-US" dirty="0"/>
          </a:p>
        </p:txBody>
      </p:sp>
      <p:sp>
        <p:nvSpPr>
          <p:cNvPr id="3" name="文本占位符 2"/>
          <p:cNvSpPr>
            <a:spLocks noGrp="1"/>
          </p:cNvSpPr>
          <p:nvPr>
            <p:ph type="body" idx="1"/>
            <p:custDataLst>
              <p:tags r:id="rId18"/>
            </p:custDataLst>
          </p:nvPr>
        </p:nvSpPr>
        <p:spPr>
          <a:xfrm>
            <a:off x="608400" y="1490400"/>
            <a:ext cx="10969200" cy="4759200"/>
          </a:xfrm>
          <a:prstGeom prst="rect">
            <a:avLst/>
          </a:prstGeom>
        </p:spPr>
        <p:txBody>
          <a:bodyPr vert="horz" lIns="90000" tIns="46800" rIns="90000" bIns="46800" rtlCol="0">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2"/>
            <p:custDataLst>
              <p:tags r:id="rId19"/>
            </p:custDataLst>
          </p:nvPr>
        </p:nvSpPr>
        <p:spPr>
          <a:xfrm>
            <a:off x="612000" y="6314400"/>
            <a:ext cx="2700000" cy="316800"/>
          </a:xfrm>
          <a:prstGeom prst="rect">
            <a:avLst/>
          </a:prstGeom>
        </p:spPr>
        <p:txBody>
          <a:bodyPr vert="horz" lIns="91440" tIns="45720" rIns="91440" bIns="45720" rtlCol="0" anchor="ctr">
            <a:normAutofit/>
          </a:bodyPr>
          <a:lstStyle>
            <a:lvl1pPr algn="l">
              <a:defRPr sz="1000" baseline="0">
                <a:solidFill>
                  <a:schemeClr val="tx1">
                    <a:tint val="75000"/>
                  </a:schemeClr>
                </a:solidFill>
                <a:latin typeface="微软雅黑 Light" panose="020B0502040204020203" charset="-122"/>
                <a:cs typeface="微软雅黑 Light" panose="020B0502040204020203" charset="-122"/>
              </a:defRPr>
            </a:lvl1pPr>
          </a:lstStyle>
          <a:p>
            <a:fld id="{760FBDFE-C587-4B4C-A407-44438C67B59E}" type="datetimeFigureOut">
              <a:rPr lang="zh-CN" altLang="en-US" smtClean="0"/>
            </a:fld>
            <a:endParaRPr lang="zh-CN" altLang="en-US"/>
          </a:p>
        </p:txBody>
      </p:sp>
      <p:sp>
        <p:nvSpPr>
          <p:cNvPr id="5" name="页脚占位符 4"/>
          <p:cNvSpPr>
            <a:spLocks noGrp="1"/>
          </p:cNvSpPr>
          <p:nvPr>
            <p:ph type="ftr" sz="quarter" idx="3"/>
            <p:custDataLst>
              <p:tags r:id="rId20"/>
            </p:custDataLst>
          </p:nvPr>
        </p:nvSpPr>
        <p:spPr>
          <a:xfrm>
            <a:off x="4116000" y="6314400"/>
            <a:ext cx="3960000" cy="316800"/>
          </a:xfrm>
          <a:prstGeom prst="rect">
            <a:avLst/>
          </a:prstGeom>
        </p:spPr>
        <p:txBody>
          <a:bodyPr vert="horz" lIns="91440" tIns="45720" rIns="91440" bIns="45720" rtlCol="0" anchor="ctr">
            <a:normAutofit/>
          </a:bodyPr>
          <a:lstStyle>
            <a:lvl1pPr algn="ctr">
              <a:defRPr sz="1000" baseline="0">
                <a:solidFill>
                  <a:schemeClr val="tx1">
                    <a:tint val="75000"/>
                  </a:schemeClr>
                </a:solidFill>
                <a:latin typeface="微软雅黑 Light" panose="020B0502040204020203" charset="-122"/>
                <a:cs typeface="微软雅黑 Light" panose="020B0502040204020203" charset="-122"/>
              </a:defRPr>
            </a:lvl1pPr>
          </a:lstStyle>
          <a:p>
            <a:endParaRPr lang="zh-CN" altLang="en-US" dirty="0"/>
          </a:p>
        </p:txBody>
      </p:sp>
      <p:sp>
        <p:nvSpPr>
          <p:cNvPr id="6" name="灯片编号占位符 5"/>
          <p:cNvSpPr>
            <a:spLocks noGrp="1"/>
          </p:cNvSpPr>
          <p:nvPr>
            <p:ph type="sldNum" sz="quarter" idx="4"/>
            <p:custDataLst>
              <p:tags r:id="rId21"/>
            </p:custDataLst>
          </p:nvPr>
        </p:nvSpPr>
        <p:spPr>
          <a:xfrm>
            <a:off x="8877600" y="6314400"/>
            <a:ext cx="2700000" cy="316800"/>
          </a:xfrm>
          <a:prstGeom prst="rect">
            <a:avLst/>
          </a:prstGeom>
        </p:spPr>
        <p:txBody>
          <a:bodyPr vert="horz" lIns="91440" tIns="45720" rIns="91440" bIns="45720" rtlCol="0" anchor="ctr">
            <a:normAutofit/>
          </a:bodyPr>
          <a:lstStyle>
            <a:lvl1pPr algn="r">
              <a:defRPr sz="1000" baseline="0">
                <a:solidFill>
                  <a:schemeClr val="tx1">
                    <a:tint val="75000"/>
                  </a:schemeClr>
                </a:solidFill>
                <a:latin typeface="微软雅黑 Light" panose="020B0502040204020203" charset="-122"/>
                <a:cs typeface="微软雅黑 Light" panose="020B0502040204020203" charset="-122"/>
              </a:defRPr>
            </a:lvl1pPr>
          </a:lstStyle>
          <a:p>
            <a:fld id="{49AE70B2-8BF9-45C0-BB95-33D1B9D3A854}" type="slidenum">
              <a:rPr lang="zh-CN" altLang="en-US" smtClean="0"/>
            </a:fld>
            <a:endParaRPr lang="zh-CN" altLang="en-US" dirty="0"/>
          </a:p>
        </p:txBody>
      </p:sp>
    </p:spTree>
    <p:custDataLst>
      <p:tags r:id="rId22"/>
    </p:custData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Lst>
  <p:txStyles>
    <p:titleStyle>
      <a:lvl1pPr algn="l" defTabSz="914400" rtl="0" eaLnBrk="1" fontAlgn="auto" latinLnBrk="0" hangingPunct="1">
        <a:lnSpc>
          <a:spcPct val="100000"/>
        </a:lnSpc>
        <a:spcBef>
          <a:spcPct val="0"/>
        </a:spcBef>
        <a:buNone/>
        <a:defRPr sz="3600" b="1" u="none" strike="noStrike" kern="1200" cap="none" spc="300" normalizeH="0" baseline="0">
          <a:solidFill>
            <a:schemeClr val="tx1">
              <a:lumMod val="85000"/>
              <a:lumOff val="15000"/>
            </a:schemeClr>
          </a:solidFill>
          <a:uFillTx/>
          <a:latin typeface="微软雅黑 Light" panose="020B0502040204020203" charset="-122"/>
          <a:ea typeface="+mj-ea"/>
          <a:cs typeface="微软雅黑 Light" panose="020B0502040204020203" charset="-122"/>
        </a:defRPr>
      </a:lvl1pPr>
    </p:titleStyle>
    <p:bodyStyle>
      <a:lvl1pPr marL="228600" indent="-228600" algn="l" defTabSz="914400" rtl="0" eaLnBrk="1" fontAlgn="auto" latinLnBrk="0" hangingPunct="1">
        <a:lnSpc>
          <a:spcPct val="130000"/>
        </a:lnSpc>
        <a:spcBef>
          <a:spcPts val="0"/>
        </a:spcBef>
        <a:spcAft>
          <a:spcPts val="1000"/>
        </a:spcAft>
        <a:buFont typeface="Arial" panose="020B0604020202020204" pitchFamily="34" charset="0"/>
        <a:buChar char="●"/>
        <a:defRPr sz="1800" u="none" strike="noStrike" kern="1200" cap="none" spc="150" normalizeH="0" baseline="0">
          <a:solidFill>
            <a:schemeClr val="tx1">
              <a:lumMod val="65000"/>
              <a:lumOff val="35000"/>
            </a:schemeClr>
          </a:solidFill>
          <a:uFillTx/>
          <a:latin typeface="微软雅黑 Light" panose="020B0502040204020203" charset="-122"/>
          <a:ea typeface="+mn-ea"/>
          <a:cs typeface="微软雅黑 Light" panose="020B0502040204020203" charset="-122"/>
        </a:defRPr>
      </a:lvl1pPr>
      <a:lvl2pPr marL="685800" indent="-228600" algn="l" defTabSz="914400" rtl="0" eaLnBrk="1" fontAlgn="auto" latinLnBrk="0" hangingPunct="1">
        <a:lnSpc>
          <a:spcPct val="120000"/>
        </a:lnSpc>
        <a:spcBef>
          <a:spcPts val="0"/>
        </a:spcBef>
        <a:spcAft>
          <a:spcPts val="600"/>
        </a:spcAft>
        <a:buFont typeface="Arial" panose="020B0604020202020204" pitchFamily="34" charset="0"/>
        <a:buChar char="●"/>
        <a:tabLst>
          <a:tab pos="1609725" algn="l"/>
          <a:tab pos="1609725" algn="l"/>
          <a:tab pos="1609725" algn="l"/>
          <a:tab pos="1609725" algn="l"/>
        </a:tabLst>
        <a:defRPr sz="1600" u="none" strike="noStrike" kern="1200" cap="none" spc="150" normalizeH="0" baseline="0">
          <a:solidFill>
            <a:schemeClr val="tx1">
              <a:lumMod val="65000"/>
              <a:lumOff val="35000"/>
            </a:schemeClr>
          </a:solidFill>
          <a:uFillTx/>
          <a:latin typeface="微软雅黑 Light" panose="020B0502040204020203" charset="-122"/>
          <a:ea typeface="+mn-ea"/>
          <a:cs typeface="微软雅黑 Light" panose="020B0502040204020203" charset="-122"/>
        </a:defRPr>
      </a:lvl2pPr>
      <a:lvl3pPr marL="1143000" indent="-228600" algn="l" defTabSz="914400" rtl="0" eaLnBrk="1" fontAlgn="auto" latinLnBrk="0" hangingPunct="1">
        <a:lnSpc>
          <a:spcPct val="120000"/>
        </a:lnSpc>
        <a:spcBef>
          <a:spcPts val="0"/>
        </a:spcBef>
        <a:spcAft>
          <a:spcPts val="600"/>
        </a:spcAft>
        <a:buFont typeface="Arial" panose="020B0604020202020204" pitchFamily="34" charset="0"/>
        <a:buChar char="●"/>
        <a:defRPr sz="1600" u="none" strike="noStrike" kern="1200" cap="none" spc="150" normalizeH="0" baseline="0">
          <a:solidFill>
            <a:schemeClr val="tx1">
              <a:lumMod val="65000"/>
              <a:lumOff val="35000"/>
            </a:schemeClr>
          </a:solidFill>
          <a:uFillTx/>
          <a:latin typeface="微软雅黑 Light" panose="020B0502040204020203" charset="-122"/>
          <a:ea typeface="+mn-ea"/>
          <a:cs typeface="微软雅黑 Light" panose="020B0502040204020203" charset="-122"/>
        </a:defRPr>
      </a:lvl3pPr>
      <a:lvl4pPr marL="1600200" indent="-228600" algn="l" defTabSz="914400" rtl="0" eaLnBrk="1" fontAlgn="auto" latinLnBrk="0" hangingPunct="1">
        <a:lnSpc>
          <a:spcPct val="120000"/>
        </a:lnSpc>
        <a:spcBef>
          <a:spcPts val="0"/>
        </a:spcBef>
        <a:spcAft>
          <a:spcPts val="300"/>
        </a:spcAft>
        <a:buFont typeface="Wingdings" panose="05000000000000000000" charset="0"/>
        <a:buChar char=""/>
        <a:defRPr sz="1400" u="none" strike="noStrike" kern="1200" cap="none" spc="150" normalizeH="0" baseline="0">
          <a:solidFill>
            <a:schemeClr val="tx1">
              <a:lumMod val="65000"/>
              <a:lumOff val="35000"/>
            </a:schemeClr>
          </a:solidFill>
          <a:uFillTx/>
          <a:latin typeface="微软雅黑 Light" panose="020B0502040204020203" charset="-122"/>
          <a:ea typeface="+mn-ea"/>
          <a:cs typeface="微软雅黑 Light" panose="020B0502040204020203" charset="-122"/>
        </a:defRPr>
      </a:lvl4pPr>
      <a:lvl5pPr marL="2057400" indent="-228600" algn="l" defTabSz="914400" rtl="0" eaLnBrk="1" fontAlgn="auto" latinLnBrk="0" hangingPunct="1">
        <a:lnSpc>
          <a:spcPct val="120000"/>
        </a:lnSpc>
        <a:spcBef>
          <a:spcPts val="0"/>
        </a:spcBef>
        <a:spcAft>
          <a:spcPts val="300"/>
        </a:spcAft>
        <a:buFont typeface="Arial" panose="020B0604020202020204" pitchFamily="34" charset="0"/>
        <a:buChar char="•"/>
        <a:defRPr sz="1400" u="none" strike="noStrike" kern="1200" cap="none" spc="150" normalizeH="0" baseline="0">
          <a:solidFill>
            <a:schemeClr val="tx1">
              <a:lumMod val="65000"/>
              <a:lumOff val="35000"/>
            </a:schemeClr>
          </a:solidFill>
          <a:uFillTx/>
          <a:latin typeface="微软雅黑 Light" panose="020B0502040204020203" charset="-122"/>
          <a:ea typeface="+mn-ea"/>
          <a:cs typeface="微软雅黑 Light" panose="020B0502040204020203" charset="-122"/>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标题占位符 1"/>
          <p:cNvSpPr>
            <a:spLocks noGrp="1"/>
          </p:cNvSpPr>
          <p:nvPr>
            <p:ph type="title"/>
            <p:custDataLst>
              <p:tags r:id="rId3"/>
            </p:custDataLst>
          </p:nvPr>
        </p:nvSpPr>
        <p:spPr>
          <a:xfrm>
            <a:off x="608400" y="608400"/>
            <a:ext cx="10969200" cy="705600"/>
          </a:xfrm>
          <a:prstGeom prst="rect">
            <a:avLst/>
          </a:prstGeom>
        </p:spPr>
        <p:txBody>
          <a:bodyPr vert="horz" lIns="90170" tIns="46990" rIns="90170" bIns="46990" rtlCol="0" anchor="ctr" anchorCtr="0">
            <a:normAutofit/>
          </a:bodyPr>
          <a:lstStyle/>
          <a:p>
            <a:r>
              <a:rPr lang="zh-CN" altLang="en-US" dirty="0"/>
              <a:t>单击此处编辑母版标题样式</a:t>
            </a:r>
            <a:endParaRPr lang="zh-CN" altLang="en-US" dirty="0"/>
          </a:p>
        </p:txBody>
      </p:sp>
      <p:sp>
        <p:nvSpPr>
          <p:cNvPr id="3" name="文本占位符 2"/>
          <p:cNvSpPr>
            <a:spLocks noGrp="1"/>
          </p:cNvSpPr>
          <p:nvPr>
            <p:ph type="body" idx="1"/>
            <p:custDataLst>
              <p:tags r:id="rId4"/>
            </p:custDataLst>
          </p:nvPr>
        </p:nvSpPr>
        <p:spPr>
          <a:xfrm>
            <a:off x="608400" y="1490400"/>
            <a:ext cx="10969200" cy="4759200"/>
          </a:xfrm>
          <a:prstGeom prst="rect">
            <a:avLst/>
          </a:prstGeom>
        </p:spPr>
        <p:txBody>
          <a:bodyPr vert="horz" lIns="90000" tIns="46800" rIns="90000" bIns="46800" rtlCol="0">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2"/>
            <p:custDataLst>
              <p:tags r:id="rId5"/>
            </p:custDataLst>
          </p:nvPr>
        </p:nvSpPr>
        <p:spPr>
          <a:xfrm>
            <a:off x="612000" y="6314400"/>
            <a:ext cx="2700000" cy="316800"/>
          </a:xfrm>
          <a:prstGeom prst="rect">
            <a:avLst/>
          </a:prstGeom>
        </p:spPr>
        <p:txBody>
          <a:bodyPr vert="horz" lIns="91440" tIns="45720" rIns="91440" bIns="45720" rtlCol="0" anchor="ctr">
            <a:normAutofit/>
          </a:bodyPr>
          <a:lstStyle>
            <a:lvl1pPr algn="l">
              <a:defRPr sz="1000" baseline="0">
                <a:solidFill>
                  <a:schemeClr val="tx1">
                    <a:tint val="75000"/>
                  </a:schemeClr>
                </a:solidFill>
                <a:latin typeface="微软雅黑 Light" panose="020B0502040204020203" charset="-122"/>
                <a:cs typeface="微软雅黑 Light" panose="020B0502040204020203" charset="-122"/>
              </a:defRPr>
            </a:lvl1pPr>
          </a:lstStyle>
          <a:p>
            <a:fld id="{760FBDFE-C587-4B4C-A407-44438C67B59E}" type="datetimeFigureOut">
              <a:rPr lang="zh-CN" altLang="en-US" smtClean="0"/>
            </a:fld>
            <a:endParaRPr lang="zh-CN" altLang="en-US"/>
          </a:p>
        </p:txBody>
      </p:sp>
      <p:sp>
        <p:nvSpPr>
          <p:cNvPr id="5" name="页脚占位符 4"/>
          <p:cNvSpPr>
            <a:spLocks noGrp="1"/>
          </p:cNvSpPr>
          <p:nvPr>
            <p:ph type="ftr" sz="quarter" idx="3"/>
            <p:custDataLst>
              <p:tags r:id="rId6"/>
            </p:custDataLst>
          </p:nvPr>
        </p:nvSpPr>
        <p:spPr>
          <a:xfrm>
            <a:off x="4116000" y="6314400"/>
            <a:ext cx="3960000" cy="316800"/>
          </a:xfrm>
          <a:prstGeom prst="rect">
            <a:avLst/>
          </a:prstGeom>
        </p:spPr>
        <p:txBody>
          <a:bodyPr vert="horz" lIns="91440" tIns="45720" rIns="91440" bIns="45720" rtlCol="0" anchor="ctr">
            <a:normAutofit/>
          </a:bodyPr>
          <a:lstStyle>
            <a:lvl1pPr algn="ctr">
              <a:defRPr sz="1000" baseline="0">
                <a:solidFill>
                  <a:schemeClr val="tx1">
                    <a:tint val="75000"/>
                  </a:schemeClr>
                </a:solidFill>
                <a:latin typeface="微软雅黑 Light" panose="020B0502040204020203" charset="-122"/>
                <a:cs typeface="微软雅黑 Light" panose="020B0502040204020203" charset="-122"/>
              </a:defRPr>
            </a:lvl1pPr>
          </a:lstStyle>
          <a:p>
            <a:endParaRPr lang="zh-CN" altLang="en-US" dirty="0"/>
          </a:p>
        </p:txBody>
      </p:sp>
      <p:sp>
        <p:nvSpPr>
          <p:cNvPr id="6" name="灯片编号占位符 5"/>
          <p:cNvSpPr>
            <a:spLocks noGrp="1"/>
          </p:cNvSpPr>
          <p:nvPr>
            <p:ph type="sldNum" sz="quarter" idx="4"/>
            <p:custDataLst>
              <p:tags r:id="rId7"/>
            </p:custDataLst>
          </p:nvPr>
        </p:nvSpPr>
        <p:spPr>
          <a:xfrm>
            <a:off x="8877600" y="6314400"/>
            <a:ext cx="2700000" cy="316800"/>
          </a:xfrm>
          <a:prstGeom prst="rect">
            <a:avLst/>
          </a:prstGeom>
        </p:spPr>
        <p:txBody>
          <a:bodyPr vert="horz" lIns="91440" tIns="45720" rIns="91440" bIns="45720" rtlCol="0" anchor="ctr">
            <a:normAutofit/>
          </a:bodyPr>
          <a:lstStyle>
            <a:lvl1pPr algn="r">
              <a:defRPr sz="1000" baseline="0">
                <a:solidFill>
                  <a:schemeClr val="tx1">
                    <a:tint val="75000"/>
                  </a:schemeClr>
                </a:solidFill>
                <a:latin typeface="微软雅黑 Light" panose="020B0502040204020203" charset="-122"/>
                <a:cs typeface="微软雅黑 Light" panose="020B0502040204020203" charset="-122"/>
              </a:defRPr>
            </a:lvl1pPr>
          </a:lstStyle>
          <a:p>
            <a:fld id="{49AE70B2-8BF9-45C0-BB95-33D1B9D3A854}" type="slidenum">
              <a:rPr lang="zh-CN" altLang="en-US" smtClean="0"/>
            </a:fld>
            <a:endParaRPr lang="zh-CN" altLang="en-US" dirty="0"/>
          </a:p>
        </p:txBody>
      </p:sp>
    </p:spTree>
    <p:custDataLst>
      <p:tags r:id="rId8"/>
    </p:custDataLst>
  </p:cSld>
  <p:clrMap bg1="lt1" tx1="dk1" bg2="lt2" tx2="dk2" accent1="accent1" accent2="accent2" accent3="accent3" accent4="accent4" accent5="accent5" accent6="accent6" hlink="hlink" folHlink="folHlink"/>
  <p:sldLayoutIdLst>
    <p:sldLayoutId id="2147483666" r:id="rId1"/>
    <p:sldLayoutId id="2147483667" r:id="rId2"/>
  </p:sldLayoutIdLst>
  <p:txStyles>
    <p:titleStyle>
      <a:lvl1pPr algn="l" defTabSz="914400" rtl="0" eaLnBrk="1" fontAlgn="auto" latinLnBrk="0" hangingPunct="1">
        <a:lnSpc>
          <a:spcPct val="100000"/>
        </a:lnSpc>
        <a:spcBef>
          <a:spcPct val="0"/>
        </a:spcBef>
        <a:buNone/>
        <a:defRPr sz="3600" b="1" u="none" strike="noStrike" kern="1200" cap="none" spc="300" normalizeH="0" baseline="0">
          <a:solidFill>
            <a:schemeClr val="tx1">
              <a:lumMod val="85000"/>
              <a:lumOff val="15000"/>
            </a:schemeClr>
          </a:solidFill>
          <a:uFillTx/>
          <a:latin typeface="微软雅黑 Light" panose="020B0502040204020203" charset="-122"/>
          <a:ea typeface="+mj-ea"/>
          <a:cs typeface="微软雅黑 Light" panose="020B0502040204020203" charset="-122"/>
        </a:defRPr>
      </a:lvl1pPr>
    </p:titleStyle>
    <p:bodyStyle>
      <a:lvl1pPr marL="228600" indent="-228600" algn="l" defTabSz="914400" rtl="0" eaLnBrk="1" fontAlgn="auto" latinLnBrk="0" hangingPunct="1">
        <a:lnSpc>
          <a:spcPct val="130000"/>
        </a:lnSpc>
        <a:spcBef>
          <a:spcPts val="0"/>
        </a:spcBef>
        <a:spcAft>
          <a:spcPts val="1000"/>
        </a:spcAft>
        <a:buFont typeface="Arial" panose="020B0604020202020204" pitchFamily="34" charset="0"/>
        <a:buChar char="●"/>
        <a:defRPr sz="1800" u="none" strike="noStrike" kern="1200" cap="none" spc="150" normalizeH="0" baseline="0">
          <a:solidFill>
            <a:schemeClr val="tx1">
              <a:lumMod val="65000"/>
              <a:lumOff val="35000"/>
            </a:schemeClr>
          </a:solidFill>
          <a:uFillTx/>
          <a:latin typeface="微软雅黑 Light" panose="020B0502040204020203" charset="-122"/>
          <a:ea typeface="+mn-ea"/>
          <a:cs typeface="微软雅黑 Light" panose="020B0502040204020203" charset="-122"/>
        </a:defRPr>
      </a:lvl1pPr>
      <a:lvl2pPr marL="685800" indent="-228600" algn="l" defTabSz="914400" rtl="0" eaLnBrk="1" fontAlgn="auto" latinLnBrk="0" hangingPunct="1">
        <a:lnSpc>
          <a:spcPct val="120000"/>
        </a:lnSpc>
        <a:spcBef>
          <a:spcPts val="0"/>
        </a:spcBef>
        <a:spcAft>
          <a:spcPts val="600"/>
        </a:spcAft>
        <a:buFont typeface="Arial" panose="020B0604020202020204" pitchFamily="34" charset="0"/>
        <a:buChar char="●"/>
        <a:tabLst>
          <a:tab pos="1609725" algn="l"/>
          <a:tab pos="1609725" algn="l"/>
          <a:tab pos="1609725" algn="l"/>
          <a:tab pos="1609725" algn="l"/>
        </a:tabLst>
        <a:defRPr sz="1600" u="none" strike="noStrike" kern="1200" cap="none" spc="150" normalizeH="0" baseline="0">
          <a:solidFill>
            <a:schemeClr val="tx1">
              <a:lumMod val="65000"/>
              <a:lumOff val="35000"/>
            </a:schemeClr>
          </a:solidFill>
          <a:uFillTx/>
          <a:latin typeface="微软雅黑 Light" panose="020B0502040204020203" charset="-122"/>
          <a:ea typeface="+mn-ea"/>
          <a:cs typeface="微软雅黑 Light" panose="020B0502040204020203" charset="-122"/>
        </a:defRPr>
      </a:lvl2pPr>
      <a:lvl3pPr marL="1143000" indent="-228600" algn="l" defTabSz="914400" rtl="0" eaLnBrk="1" fontAlgn="auto" latinLnBrk="0" hangingPunct="1">
        <a:lnSpc>
          <a:spcPct val="120000"/>
        </a:lnSpc>
        <a:spcBef>
          <a:spcPts val="0"/>
        </a:spcBef>
        <a:spcAft>
          <a:spcPts val="600"/>
        </a:spcAft>
        <a:buFont typeface="Arial" panose="020B0604020202020204" pitchFamily="34" charset="0"/>
        <a:buChar char="●"/>
        <a:defRPr sz="1600" u="none" strike="noStrike" kern="1200" cap="none" spc="150" normalizeH="0" baseline="0">
          <a:solidFill>
            <a:schemeClr val="tx1">
              <a:lumMod val="65000"/>
              <a:lumOff val="35000"/>
            </a:schemeClr>
          </a:solidFill>
          <a:uFillTx/>
          <a:latin typeface="微软雅黑 Light" panose="020B0502040204020203" charset="-122"/>
          <a:ea typeface="+mn-ea"/>
          <a:cs typeface="微软雅黑 Light" panose="020B0502040204020203" charset="-122"/>
        </a:defRPr>
      </a:lvl3pPr>
      <a:lvl4pPr marL="1600200" indent="-228600" algn="l" defTabSz="914400" rtl="0" eaLnBrk="1" fontAlgn="auto" latinLnBrk="0" hangingPunct="1">
        <a:lnSpc>
          <a:spcPct val="120000"/>
        </a:lnSpc>
        <a:spcBef>
          <a:spcPts val="0"/>
        </a:spcBef>
        <a:spcAft>
          <a:spcPts val="300"/>
        </a:spcAft>
        <a:buFont typeface="Wingdings" panose="05000000000000000000" charset="0"/>
        <a:buChar char=""/>
        <a:defRPr sz="1400" u="none" strike="noStrike" kern="1200" cap="none" spc="150" normalizeH="0" baseline="0">
          <a:solidFill>
            <a:schemeClr val="tx1">
              <a:lumMod val="65000"/>
              <a:lumOff val="35000"/>
            </a:schemeClr>
          </a:solidFill>
          <a:uFillTx/>
          <a:latin typeface="微软雅黑 Light" panose="020B0502040204020203" charset="-122"/>
          <a:ea typeface="+mn-ea"/>
          <a:cs typeface="微软雅黑 Light" panose="020B0502040204020203" charset="-122"/>
        </a:defRPr>
      </a:lvl4pPr>
      <a:lvl5pPr marL="2057400" indent="-228600" algn="l" defTabSz="914400" rtl="0" eaLnBrk="1" fontAlgn="auto" latinLnBrk="0" hangingPunct="1">
        <a:lnSpc>
          <a:spcPct val="120000"/>
        </a:lnSpc>
        <a:spcBef>
          <a:spcPts val="0"/>
        </a:spcBef>
        <a:spcAft>
          <a:spcPts val="300"/>
        </a:spcAft>
        <a:buFont typeface="Arial" panose="020B0604020202020204" pitchFamily="34" charset="0"/>
        <a:buChar char="•"/>
        <a:defRPr sz="1400" u="none" strike="noStrike" kern="1200" cap="none" spc="150" normalizeH="0" baseline="0">
          <a:solidFill>
            <a:schemeClr val="tx1">
              <a:lumMod val="65000"/>
              <a:lumOff val="35000"/>
            </a:schemeClr>
          </a:solidFill>
          <a:uFillTx/>
          <a:latin typeface="微软雅黑 Light" panose="020B0502040204020203" charset="-122"/>
          <a:ea typeface="+mn-ea"/>
          <a:cs typeface="微软雅黑 Light" panose="020B0502040204020203" charset="-122"/>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9" Type="http://schemas.openxmlformats.org/officeDocument/2006/relationships/tags" Target="../tags/tag22.xml"/><Relationship Id="rId8" Type="http://schemas.openxmlformats.org/officeDocument/2006/relationships/tags" Target="../tags/tag21.xml"/><Relationship Id="rId7" Type="http://schemas.openxmlformats.org/officeDocument/2006/relationships/image" Target="../media/image23.png"/><Relationship Id="rId6" Type="http://schemas.openxmlformats.org/officeDocument/2006/relationships/image" Target="../media/image22.png"/><Relationship Id="rId5" Type="http://schemas.openxmlformats.org/officeDocument/2006/relationships/tags" Target="../tags/tag20.xml"/><Relationship Id="rId4" Type="http://schemas.openxmlformats.org/officeDocument/2006/relationships/image" Target="../media/image21.svg"/><Relationship Id="rId3" Type="http://schemas.openxmlformats.org/officeDocument/2006/relationships/image" Target="../media/image20.png"/><Relationship Id="rId2" Type="http://schemas.openxmlformats.org/officeDocument/2006/relationships/image" Target="../media/image19.svg"/><Relationship Id="rId13" Type="http://schemas.openxmlformats.org/officeDocument/2006/relationships/notesSlide" Target="../notesSlides/notesSlide1.xml"/><Relationship Id="rId12" Type="http://schemas.openxmlformats.org/officeDocument/2006/relationships/slideLayout" Target="../slideLayouts/slideLayout13.xml"/><Relationship Id="rId11" Type="http://schemas.openxmlformats.org/officeDocument/2006/relationships/tags" Target="../tags/tag24.xml"/><Relationship Id="rId10" Type="http://schemas.openxmlformats.org/officeDocument/2006/relationships/tags" Target="../tags/tag23.xml"/><Relationship Id="rId1" Type="http://schemas.openxmlformats.org/officeDocument/2006/relationships/image" Target="../media/image18.png"/></Relationships>
</file>

<file path=ppt/slides/_rels/slide2.xml.rels><?xml version="1.0" encoding="UTF-8" standalone="yes"?>
<Relationships xmlns="http://schemas.openxmlformats.org/package/2006/relationships"><Relationship Id="rId2" Type="http://schemas.openxmlformats.org/officeDocument/2006/relationships/slideLayout" Target="../slideLayouts/slideLayout15.xml"/><Relationship Id="rId1" Type="http://schemas.openxmlformats.org/officeDocument/2006/relationships/tags" Target="../tags/tag25.xml"/></Relationships>
</file>

<file path=ppt/slides/_rels/slide3.xml.rels><?xml version="1.0" encoding="UTF-8" standalone="yes"?>
<Relationships xmlns="http://schemas.openxmlformats.org/package/2006/relationships"><Relationship Id="rId9" Type="http://schemas.openxmlformats.org/officeDocument/2006/relationships/image" Target="../media/image27.png"/><Relationship Id="rId8" Type="http://schemas.openxmlformats.org/officeDocument/2006/relationships/tags" Target="../tags/tag30.xml"/><Relationship Id="rId7" Type="http://schemas.openxmlformats.org/officeDocument/2006/relationships/tags" Target="../tags/tag29.xml"/><Relationship Id="rId6" Type="http://schemas.openxmlformats.org/officeDocument/2006/relationships/tags" Target="../tags/tag28.xml"/><Relationship Id="rId5" Type="http://schemas.openxmlformats.org/officeDocument/2006/relationships/image" Target="../media/image26.png"/><Relationship Id="rId4" Type="http://schemas.openxmlformats.org/officeDocument/2006/relationships/tags" Target="../tags/tag27.xml"/><Relationship Id="rId3" Type="http://schemas.openxmlformats.org/officeDocument/2006/relationships/tags" Target="../tags/tag26.xml"/><Relationship Id="rId24" Type="http://schemas.openxmlformats.org/officeDocument/2006/relationships/notesSlide" Target="../notesSlides/notesSlide2.xml"/><Relationship Id="rId23" Type="http://schemas.openxmlformats.org/officeDocument/2006/relationships/slideLayout" Target="../slideLayouts/slideLayout10.xml"/><Relationship Id="rId22" Type="http://schemas.openxmlformats.org/officeDocument/2006/relationships/tags" Target="../tags/tag42.xml"/><Relationship Id="rId21" Type="http://schemas.openxmlformats.org/officeDocument/2006/relationships/tags" Target="../tags/tag41.xml"/><Relationship Id="rId20" Type="http://schemas.openxmlformats.org/officeDocument/2006/relationships/tags" Target="../tags/tag40.xml"/><Relationship Id="rId2" Type="http://schemas.openxmlformats.org/officeDocument/2006/relationships/image" Target="../media/image25.png"/><Relationship Id="rId19" Type="http://schemas.openxmlformats.org/officeDocument/2006/relationships/tags" Target="../tags/tag39.xml"/><Relationship Id="rId18" Type="http://schemas.openxmlformats.org/officeDocument/2006/relationships/image" Target="../media/image28.png"/><Relationship Id="rId17" Type="http://schemas.openxmlformats.org/officeDocument/2006/relationships/tags" Target="../tags/tag38.xml"/><Relationship Id="rId16" Type="http://schemas.openxmlformats.org/officeDocument/2006/relationships/tags" Target="../tags/tag37.xml"/><Relationship Id="rId15" Type="http://schemas.openxmlformats.org/officeDocument/2006/relationships/tags" Target="../tags/tag36.xml"/><Relationship Id="rId14" Type="http://schemas.openxmlformats.org/officeDocument/2006/relationships/tags" Target="../tags/tag35.xml"/><Relationship Id="rId13" Type="http://schemas.openxmlformats.org/officeDocument/2006/relationships/tags" Target="../tags/tag34.xml"/><Relationship Id="rId12" Type="http://schemas.openxmlformats.org/officeDocument/2006/relationships/tags" Target="../tags/tag33.xml"/><Relationship Id="rId11" Type="http://schemas.openxmlformats.org/officeDocument/2006/relationships/tags" Target="../tags/tag32.xml"/><Relationship Id="rId10" Type="http://schemas.openxmlformats.org/officeDocument/2006/relationships/tags" Target="../tags/tag31.xml"/><Relationship Id="rId1" Type="http://schemas.openxmlformats.org/officeDocument/2006/relationships/image" Target="../media/image24.png"/></Relationships>
</file>

<file path=ppt/slides/_rels/slide4.xml.rels><?xml version="1.0" encoding="UTF-8" standalone="yes"?>
<Relationships xmlns="http://schemas.openxmlformats.org/package/2006/relationships"><Relationship Id="rId9" Type="http://schemas.openxmlformats.org/officeDocument/2006/relationships/notesSlide" Target="../notesSlides/notesSlide3.xml"/><Relationship Id="rId8" Type="http://schemas.openxmlformats.org/officeDocument/2006/relationships/slideLayout" Target="../slideLayouts/slideLayout10.xml"/><Relationship Id="rId7" Type="http://schemas.openxmlformats.org/officeDocument/2006/relationships/tags" Target="../tags/tag46.xml"/><Relationship Id="rId6" Type="http://schemas.openxmlformats.org/officeDocument/2006/relationships/image" Target="../media/image31.png"/><Relationship Id="rId5" Type="http://schemas.openxmlformats.org/officeDocument/2006/relationships/image" Target="../media/image30.png"/><Relationship Id="rId4" Type="http://schemas.openxmlformats.org/officeDocument/2006/relationships/image" Target="../media/image29.png"/><Relationship Id="rId3" Type="http://schemas.openxmlformats.org/officeDocument/2006/relationships/tags" Target="../tags/tag45.xml"/><Relationship Id="rId2" Type="http://schemas.openxmlformats.org/officeDocument/2006/relationships/tags" Target="../tags/tag44.xml"/><Relationship Id="rId1" Type="http://schemas.openxmlformats.org/officeDocument/2006/relationships/tags" Target="../tags/tag43.xml"/></Relationships>
</file>

<file path=ppt/slides/_rels/slide5.xml.rels><?xml version="1.0" encoding="UTF-8" standalone="yes"?>
<Relationships xmlns="http://schemas.openxmlformats.org/package/2006/relationships"><Relationship Id="rId9" Type="http://schemas.openxmlformats.org/officeDocument/2006/relationships/tags" Target="../tags/tag55.xml"/><Relationship Id="rId8" Type="http://schemas.openxmlformats.org/officeDocument/2006/relationships/tags" Target="../tags/tag54.xml"/><Relationship Id="rId7" Type="http://schemas.openxmlformats.org/officeDocument/2006/relationships/tags" Target="../tags/tag53.xml"/><Relationship Id="rId6" Type="http://schemas.openxmlformats.org/officeDocument/2006/relationships/tags" Target="../tags/tag52.xml"/><Relationship Id="rId5" Type="http://schemas.openxmlformats.org/officeDocument/2006/relationships/tags" Target="../tags/tag51.xml"/><Relationship Id="rId4" Type="http://schemas.openxmlformats.org/officeDocument/2006/relationships/tags" Target="../tags/tag50.xml"/><Relationship Id="rId36" Type="http://schemas.openxmlformats.org/officeDocument/2006/relationships/notesSlide" Target="../notesSlides/notesSlide4.xml"/><Relationship Id="rId35" Type="http://schemas.openxmlformats.org/officeDocument/2006/relationships/slideLayout" Target="../slideLayouts/slideLayout10.xml"/><Relationship Id="rId34" Type="http://schemas.openxmlformats.org/officeDocument/2006/relationships/tags" Target="../tags/tag72.xml"/><Relationship Id="rId33" Type="http://schemas.openxmlformats.org/officeDocument/2006/relationships/image" Target="../media/image39.svg"/><Relationship Id="rId32" Type="http://schemas.openxmlformats.org/officeDocument/2006/relationships/image" Target="../media/image38.png"/><Relationship Id="rId31" Type="http://schemas.openxmlformats.org/officeDocument/2006/relationships/image" Target="../media/image37.svg"/><Relationship Id="rId30" Type="http://schemas.openxmlformats.org/officeDocument/2006/relationships/image" Target="../media/image36.png"/><Relationship Id="rId3" Type="http://schemas.openxmlformats.org/officeDocument/2006/relationships/tags" Target="../tags/tag49.xml"/><Relationship Id="rId29" Type="http://schemas.openxmlformats.org/officeDocument/2006/relationships/image" Target="../media/image35.svg"/><Relationship Id="rId28" Type="http://schemas.openxmlformats.org/officeDocument/2006/relationships/image" Target="../media/image34.png"/><Relationship Id="rId27" Type="http://schemas.openxmlformats.org/officeDocument/2006/relationships/image" Target="../media/image33.svg"/><Relationship Id="rId26" Type="http://schemas.openxmlformats.org/officeDocument/2006/relationships/image" Target="../media/image32.png"/><Relationship Id="rId25" Type="http://schemas.openxmlformats.org/officeDocument/2006/relationships/tags" Target="../tags/tag71.xml"/><Relationship Id="rId24" Type="http://schemas.openxmlformats.org/officeDocument/2006/relationships/tags" Target="../tags/tag70.xml"/><Relationship Id="rId23" Type="http://schemas.openxmlformats.org/officeDocument/2006/relationships/tags" Target="../tags/tag69.xml"/><Relationship Id="rId22" Type="http://schemas.openxmlformats.org/officeDocument/2006/relationships/tags" Target="../tags/tag68.xml"/><Relationship Id="rId21" Type="http://schemas.openxmlformats.org/officeDocument/2006/relationships/tags" Target="../tags/tag67.xml"/><Relationship Id="rId20" Type="http://schemas.openxmlformats.org/officeDocument/2006/relationships/tags" Target="../tags/tag66.xml"/><Relationship Id="rId2" Type="http://schemas.openxmlformats.org/officeDocument/2006/relationships/tags" Target="../tags/tag48.xml"/><Relationship Id="rId19" Type="http://schemas.openxmlformats.org/officeDocument/2006/relationships/tags" Target="../tags/tag65.xml"/><Relationship Id="rId18" Type="http://schemas.openxmlformats.org/officeDocument/2006/relationships/tags" Target="../tags/tag64.xml"/><Relationship Id="rId17" Type="http://schemas.openxmlformats.org/officeDocument/2006/relationships/tags" Target="../tags/tag63.xml"/><Relationship Id="rId16" Type="http://schemas.openxmlformats.org/officeDocument/2006/relationships/tags" Target="../tags/tag62.xml"/><Relationship Id="rId15" Type="http://schemas.openxmlformats.org/officeDocument/2006/relationships/tags" Target="../tags/tag61.xml"/><Relationship Id="rId14" Type="http://schemas.openxmlformats.org/officeDocument/2006/relationships/tags" Target="../tags/tag60.xml"/><Relationship Id="rId13" Type="http://schemas.openxmlformats.org/officeDocument/2006/relationships/tags" Target="../tags/tag59.xml"/><Relationship Id="rId12" Type="http://schemas.openxmlformats.org/officeDocument/2006/relationships/tags" Target="../tags/tag58.xml"/><Relationship Id="rId11" Type="http://schemas.openxmlformats.org/officeDocument/2006/relationships/tags" Target="../tags/tag57.xml"/><Relationship Id="rId10" Type="http://schemas.openxmlformats.org/officeDocument/2006/relationships/tags" Target="../tags/tag56.xml"/><Relationship Id="rId1" Type="http://schemas.openxmlformats.org/officeDocument/2006/relationships/tags" Target="../tags/tag47.xml"/></Relationships>
</file>

<file path=ppt/slides/_rels/slide6.xml.rels><?xml version="1.0" encoding="UTF-8" standalone="yes"?>
<Relationships xmlns="http://schemas.openxmlformats.org/package/2006/relationships"><Relationship Id="rId9" Type="http://schemas.openxmlformats.org/officeDocument/2006/relationships/tags" Target="../tags/tag81.xml"/><Relationship Id="rId8" Type="http://schemas.openxmlformats.org/officeDocument/2006/relationships/tags" Target="../tags/tag80.xml"/><Relationship Id="rId7" Type="http://schemas.openxmlformats.org/officeDocument/2006/relationships/tags" Target="../tags/tag79.xml"/><Relationship Id="rId6" Type="http://schemas.openxmlformats.org/officeDocument/2006/relationships/tags" Target="../tags/tag78.xml"/><Relationship Id="rId5" Type="http://schemas.openxmlformats.org/officeDocument/2006/relationships/tags" Target="../tags/tag77.xml"/><Relationship Id="rId4" Type="http://schemas.openxmlformats.org/officeDocument/2006/relationships/tags" Target="../tags/tag76.xml"/><Relationship Id="rId33" Type="http://schemas.openxmlformats.org/officeDocument/2006/relationships/notesSlide" Target="../notesSlides/notesSlide5.xml"/><Relationship Id="rId32" Type="http://schemas.openxmlformats.org/officeDocument/2006/relationships/slideLayout" Target="../slideLayouts/slideLayout17.xml"/><Relationship Id="rId31" Type="http://schemas.openxmlformats.org/officeDocument/2006/relationships/tags" Target="../tags/tag95.xml"/><Relationship Id="rId30" Type="http://schemas.openxmlformats.org/officeDocument/2006/relationships/tags" Target="../tags/tag94.xml"/><Relationship Id="rId3" Type="http://schemas.openxmlformats.org/officeDocument/2006/relationships/tags" Target="../tags/tag75.xml"/><Relationship Id="rId29" Type="http://schemas.openxmlformats.org/officeDocument/2006/relationships/tags" Target="../tags/tag93.xml"/><Relationship Id="rId28" Type="http://schemas.openxmlformats.org/officeDocument/2006/relationships/tags" Target="../tags/tag92.xml"/><Relationship Id="rId27" Type="http://schemas.openxmlformats.org/officeDocument/2006/relationships/image" Target="../media/image47.svg"/><Relationship Id="rId26" Type="http://schemas.openxmlformats.org/officeDocument/2006/relationships/image" Target="../media/image46.png"/><Relationship Id="rId25" Type="http://schemas.openxmlformats.org/officeDocument/2006/relationships/tags" Target="../tags/tag91.xml"/><Relationship Id="rId24" Type="http://schemas.openxmlformats.org/officeDocument/2006/relationships/image" Target="../media/image45.svg"/><Relationship Id="rId23" Type="http://schemas.openxmlformats.org/officeDocument/2006/relationships/image" Target="../media/image44.png"/><Relationship Id="rId22" Type="http://schemas.openxmlformats.org/officeDocument/2006/relationships/tags" Target="../tags/tag90.xml"/><Relationship Id="rId21" Type="http://schemas.openxmlformats.org/officeDocument/2006/relationships/image" Target="../media/image43.svg"/><Relationship Id="rId20" Type="http://schemas.openxmlformats.org/officeDocument/2006/relationships/image" Target="../media/image42.png"/><Relationship Id="rId2" Type="http://schemas.openxmlformats.org/officeDocument/2006/relationships/tags" Target="../tags/tag74.xml"/><Relationship Id="rId19" Type="http://schemas.openxmlformats.org/officeDocument/2006/relationships/tags" Target="../tags/tag89.xml"/><Relationship Id="rId18" Type="http://schemas.openxmlformats.org/officeDocument/2006/relationships/tags" Target="../tags/tag88.xml"/><Relationship Id="rId17" Type="http://schemas.openxmlformats.org/officeDocument/2006/relationships/image" Target="../media/image41.svg"/><Relationship Id="rId16" Type="http://schemas.openxmlformats.org/officeDocument/2006/relationships/image" Target="../media/image40.png"/><Relationship Id="rId15" Type="http://schemas.openxmlformats.org/officeDocument/2006/relationships/tags" Target="../tags/tag87.xml"/><Relationship Id="rId14" Type="http://schemas.openxmlformats.org/officeDocument/2006/relationships/tags" Target="../tags/tag86.xml"/><Relationship Id="rId13" Type="http://schemas.openxmlformats.org/officeDocument/2006/relationships/tags" Target="../tags/tag85.xml"/><Relationship Id="rId12" Type="http://schemas.openxmlformats.org/officeDocument/2006/relationships/tags" Target="../tags/tag84.xml"/><Relationship Id="rId11" Type="http://schemas.openxmlformats.org/officeDocument/2006/relationships/tags" Target="../tags/tag83.xml"/><Relationship Id="rId10" Type="http://schemas.openxmlformats.org/officeDocument/2006/relationships/tags" Target="../tags/tag82.xml"/><Relationship Id="rId1" Type="http://schemas.openxmlformats.org/officeDocument/2006/relationships/tags" Target="../tags/tag73.xml"/></Relationships>
</file>

<file path=ppt/slides/_rels/slide7.xml.rels><?xml version="1.0" encoding="UTF-8" standalone="yes"?>
<Relationships xmlns="http://schemas.openxmlformats.org/package/2006/relationships"><Relationship Id="rId9" Type="http://schemas.openxmlformats.org/officeDocument/2006/relationships/tags" Target="../tags/tag104.xml"/><Relationship Id="rId8" Type="http://schemas.openxmlformats.org/officeDocument/2006/relationships/tags" Target="../tags/tag103.xml"/><Relationship Id="rId7" Type="http://schemas.openxmlformats.org/officeDocument/2006/relationships/tags" Target="../tags/tag102.xml"/><Relationship Id="rId6" Type="http://schemas.openxmlformats.org/officeDocument/2006/relationships/tags" Target="../tags/tag101.xml"/><Relationship Id="rId5" Type="http://schemas.openxmlformats.org/officeDocument/2006/relationships/tags" Target="../tags/tag100.xml"/><Relationship Id="rId4" Type="http://schemas.openxmlformats.org/officeDocument/2006/relationships/tags" Target="../tags/tag99.xml"/><Relationship Id="rId34" Type="http://schemas.openxmlformats.org/officeDocument/2006/relationships/notesSlide" Target="../notesSlides/notesSlide6.xml"/><Relationship Id="rId33" Type="http://schemas.openxmlformats.org/officeDocument/2006/relationships/slideLayout" Target="../slideLayouts/slideLayout10.xml"/><Relationship Id="rId32" Type="http://schemas.openxmlformats.org/officeDocument/2006/relationships/tags" Target="../tags/tag119.xml"/><Relationship Id="rId31" Type="http://schemas.openxmlformats.org/officeDocument/2006/relationships/image" Target="../media/image55.svg"/><Relationship Id="rId30" Type="http://schemas.openxmlformats.org/officeDocument/2006/relationships/image" Target="../media/image54.png"/><Relationship Id="rId3" Type="http://schemas.openxmlformats.org/officeDocument/2006/relationships/tags" Target="../tags/tag98.xml"/><Relationship Id="rId29" Type="http://schemas.openxmlformats.org/officeDocument/2006/relationships/image" Target="../media/image53.svg"/><Relationship Id="rId28" Type="http://schemas.openxmlformats.org/officeDocument/2006/relationships/image" Target="../media/image52.png"/><Relationship Id="rId27" Type="http://schemas.openxmlformats.org/officeDocument/2006/relationships/tags" Target="../tags/tag118.xml"/><Relationship Id="rId26" Type="http://schemas.openxmlformats.org/officeDocument/2006/relationships/image" Target="../media/image51.svg"/><Relationship Id="rId25" Type="http://schemas.openxmlformats.org/officeDocument/2006/relationships/image" Target="../media/image50.png"/><Relationship Id="rId24" Type="http://schemas.openxmlformats.org/officeDocument/2006/relationships/tags" Target="../tags/tag117.xml"/><Relationship Id="rId23" Type="http://schemas.openxmlformats.org/officeDocument/2006/relationships/image" Target="../media/image49.svg"/><Relationship Id="rId22" Type="http://schemas.openxmlformats.org/officeDocument/2006/relationships/image" Target="../media/image48.png"/><Relationship Id="rId21" Type="http://schemas.openxmlformats.org/officeDocument/2006/relationships/tags" Target="../tags/tag116.xml"/><Relationship Id="rId20" Type="http://schemas.openxmlformats.org/officeDocument/2006/relationships/tags" Target="../tags/tag115.xml"/><Relationship Id="rId2" Type="http://schemas.openxmlformats.org/officeDocument/2006/relationships/tags" Target="../tags/tag97.xml"/><Relationship Id="rId19" Type="http://schemas.openxmlformats.org/officeDocument/2006/relationships/tags" Target="../tags/tag114.xml"/><Relationship Id="rId18" Type="http://schemas.openxmlformats.org/officeDocument/2006/relationships/tags" Target="../tags/tag113.xml"/><Relationship Id="rId17" Type="http://schemas.openxmlformats.org/officeDocument/2006/relationships/tags" Target="../tags/tag112.xml"/><Relationship Id="rId16" Type="http://schemas.openxmlformats.org/officeDocument/2006/relationships/tags" Target="../tags/tag111.xml"/><Relationship Id="rId15" Type="http://schemas.openxmlformats.org/officeDocument/2006/relationships/tags" Target="../tags/tag110.xml"/><Relationship Id="rId14" Type="http://schemas.openxmlformats.org/officeDocument/2006/relationships/tags" Target="../tags/tag109.xml"/><Relationship Id="rId13" Type="http://schemas.openxmlformats.org/officeDocument/2006/relationships/tags" Target="../tags/tag108.xml"/><Relationship Id="rId12" Type="http://schemas.openxmlformats.org/officeDocument/2006/relationships/tags" Target="../tags/tag107.xml"/><Relationship Id="rId11" Type="http://schemas.openxmlformats.org/officeDocument/2006/relationships/tags" Target="../tags/tag106.xml"/><Relationship Id="rId10" Type="http://schemas.openxmlformats.org/officeDocument/2006/relationships/tags" Target="../tags/tag105.xml"/><Relationship Id="rId1" Type="http://schemas.openxmlformats.org/officeDocument/2006/relationships/tags" Target="../tags/tag96.xml"/></Relationships>
</file>

<file path=ppt/slides/_rels/slide8.xml.rels><?xml version="1.0" encoding="UTF-8" standalone="yes"?>
<Relationships xmlns="http://schemas.openxmlformats.org/package/2006/relationships"><Relationship Id="rId9" Type="http://schemas.openxmlformats.org/officeDocument/2006/relationships/tags" Target="../tags/tag128.xml"/><Relationship Id="rId8" Type="http://schemas.openxmlformats.org/officeDocument/2006/relationships/tags" Target="../tags/tag127.xml"/><Relationship Id="rId7" Type="http://schemas.openxmlformats.org/officeDocument/2006/relationships/tags" Target="../tags/tag126.xml"/><Relationship Id="rId6" Type="http://schemas.openxmlformats.org/officeDocument/2006/relationships/tags" Target="../tags/tag125.xml"/><Relationship Id="rId5" Type="http://schemas.openxmlformats.org/officeDocument/2006/relationships/tags" Target="../tags/tag124.xml"/><Relationship Id="rId4" Type="http://schemas.openxmlformats.org/officeDocument/2006/relationships/tags" Target="../tags/tag123.xml"/><Relationship Id="rId3" Type="http://schemas.openxmlformats.org/officeDocument/2006/relationships/tags" Target="../tags/tag122.xml"/><Relationship Id="rId28" Type="http://schemas.openxmlformats.org/officeDocument/2006/relationships/notesSlide" Target="../notesSlides/notesSlide7.xml"/><Relationship Id="rId27" Type="http://schemas.openxmlformats.org/officeDocument/2006/relationships/slideLayout" Target="../slideLayouts/slideLayout10.xml"/><Relationship Id="rId26" Type="http://schemas.openxmlformats.org/officeDocument/2006/relationships/tags" Target="../tags/tag145.xml"/><Relationship Id="rId25" Type="http://schemas.openxmlformats.org/officeDocument/2006/relationships/tags" Target="../tags/tag144.xml"/><Relationship Id="rId24" Type="http://schemas.openxmlformats.org/officeDocument/2006/relationships/tags" Target="../tags/tag143.xml"/><Relationship Id="rId23" Type="http://schemas.openxmlformats.org/officeDocument/2006/relationships/tags" Target="../tags/tag142.xml"/><Relationship Id="rId22" Type="http://schemas.openxmlformats.org/officeDocument/2006/relationships/tags" Target="../tags/tag141.xml"/><Relationship Id="rId21" Type="http://schemas.openxmlformats.org/officeDocument/2006/relationships/tags" Target="../tags/tag140.xml"/><Relationship Id="rId20" Type="http://schemas.openxmlformats.org/officeDocument/2006/relationships/tags" Target="../tags/tag139.xml"/><Relationship Id="rId2" Type="http://schemas.openxmlformats.org/officeDocument/2006/relationships/tags" Target="../tags/tag121.xml"/><Relationship Id="rId19" Type="http://schemas.openxmlformats.org/officeDocument/2006/relationships/tags" Target="../tags/tag138.xml"/><Relationship Id="rId18" Type="http://schemas.openxmlformats.org/officeDocument/2006/relationships/tags" Target="../tags/tag137.xml"/><Relationship Id="rId17" Type="http://schemas.openxmlformats.org/officeDocument/2006/relationships/tags" Target="../tags/tag136.xml"/><Relationship Id="rId16" Type="http://schemas.openxmlformats.org/officeDocument/2006/relationships/tags" Target="../tags/tag135.xml"/><Relationship Id="rId15" Type="http://schemas.openxmlformats.org/officeDocument/2006/relationships/tags" Target="../tags/tag134.xml"/><Relationship Id="rId14" Type="http://schemas.openxmlformats.org/officeDocument/2006/relationships/tags" Target="../tags/tag133.xml"/><Relationship Id="rId13" Type="http://schemas.openxmlformats.org/officeDocument/2006/relationships/tags" Target="../tags/tag132.xml"/><Relationship Id="rId12" Type="http://schemas.openxmlformats.org/officeDocument/2006/relationships/tags" Target="../tags/tag131.xml"/><Relationship Id="rId11" Type="http://schemas.openxmlformats.org/officeDocument/2006/relationships/tags" Target="../tags/tag130.xml"/><Relationship Id="rId10" Type="http://schemas.openxmlformats.org/officeDocument/2006/relationships/tags" Target="../tags/tag129.xml"/><Relationship Id="rId1" Type="http://schemas.openxmlformats.org/officeDocument/2006/relationships/tags" Target="../tags/tag120.xml"/></Relationships>
</file>

<file path=ppt/slides/_rels/slide9.xml.rels><?xml version="1.0" encoding="UTF-8" standalone="yes"?>
<Relationships xmlns="http://schemas.openxmlformats.org/package/2006/relationships"><Relationship Id="rId9" Type="http://schemas.openxmlformats.org/officeDocument/2006/relationships/tags" Target="../tags/tag153.xml"/><Relationship Id="rId8" Type="http://schemas.openxmlformats.org/officeDocument/2006/relationships/tags" Target="../tags/tag152.xml"/><Relationship Id="rId7" Type="http://schemas.openxmlformats.org/officeDocument/2006/relationships/tags" Target="../tags/tag151.xml"/><Relationship Id="rId6" Type="http://schemas.openxmlformats.org/officeDocument/2006/relationships/tags" Target="../tags/tag150.xml"/><Relationship Id="rId54" Type="http://schemas.openxmlformats.org/officeDocument/2006/relationships/notesSlide" Target="../notesSlides/notesSlide8.xml"/><Relationship Id="rId53" Type="http://schemas.openxmlformats.org/officeDocument/2006/relationships/slideLayout" Target="../slideLayouts/slideLayout10.xml"/><Relationship Id="rId52" Type="http://schemas.openxmlformats.org/officeDocument/2006/relationships/tags" Target="../tags/tag194.xml"/><Relationship Id="rId51" Type="http://schemas.openxmlformats.org/officeDocument/2006/relationships/tags" Target="../tags/tag193.xml"/><Relationship Id="rId50" Type="http://schemas.openxmlformats.org/officeDocument/2006/relationships/tags" Target="../tags/tag192.xml"/><Relationship Id="rId5" Type="http://schemas.openxmlformats.org/officeDocument/2006/relationships/tags" Target="../tags/tag149.xml"/><Relationship Id="rId49" Type="http://schemas.openxmlformats.org/officeDocument/2006/relationships/tags" Target="../tags/tag191.xml"/><Relationship Id="rId48" Type="http://schemas.openxmlformats.org/officeDocument/2006/relationships/tags" Target="../tags/tag190.xml"/><Relationship Id="rId47" Type="http://schemas.openxmlformats.org/officeDocument/2006/relationships/tags" Target="../tags/tag189.xml"/><Relationship Id="rId46" Type="http://schemas.openxmlformats.org/officeDocument/2006/relationships/tags" Target="../tags/tag188.xml"/><Relationship Id="rId45" Type="http://schemas.openxmlformats.org/officeDocument/2006/relationships/tags" Target="../tags/tag187.xml"/><Relationship Id="rId44" Type="http://schemas.openxmlformats.org/officeDocument/2006/relationships/tags" Target="../tags/tag186.xml"/><Relationship Id="rId43" Type="http://schemas.openxmlformats.org/officeDocument/2006/relationships/tags" Target="../tags/tag185.xml"/><Relationship Id="rId42" Type="http://schemas.openxmlformats.org/officeDocument/2006/relationships/tags" Target="../tags/tag184.xml"/><Relationship Id="rId41" Type="http://schemas.openxmlformats.org/officeDocument/2006/relationships/tags" Target="../tags/tag183.xml"/><Relationship Id="rId40" Type="http://schemas.openxmlformats.org/officeDocument/2006/relationships/tags" Target="../tags/tag182.xml"/><Relationship Id="rId4" Type="http://schemas.openxmlformats.org/officeDocument/2006/relationships/tags" Target="../tags/tag148.xml"/><Relationship Id="rId39" Type="http://schemas.openxmlformats.org/officeDocument/2006/relationships/tags" Target="../tags/tag181.xml"/><Relationship Id="rId38" Type="http://schemas.openxmlformats.org/officeDocument/2006/relationships/image" Target="../media/image58.svg"/><Relationship Id="rId37" Type="http://schemas.openxmlformats.org/officeDocument/2006/relationships/image" Target="../media/image57.png"/><Relationship Id="rId36" Type="http://schemas.openxmlformats.org/officeDocument/2006/relationships/tags" Target="../tags/tag180.xml"/><Relationship Id="rId35" Type="http://schemas.openxmlformats.org/officeDocument/2006/relationships/tags" Target="../tags/tag179.xml"/><Relationship Id="rId34" Type="http://schemas.openxmlformats.org/officeDocument/2006/relationships/tags" Target="../tags/tag178.xml"/><Relationship Id="rId33" Type="http://schemas.openxmlformats.org/officeDocument/2006/relationships/tags" Target="../tags/tag177.xml"/><Relationship Id="rId32" Type="http://schemas.openxmlformats.org/officeDocument/2006/relationships/tags" Target="../tags/tag176.xml"/><Relationship Id="rId31" Type="http://schemas.openxmlformats.org/officeDocument/2006/relationships/tags" Target="../tags/tag175.xml"/><Relationship Id="rId30" Type="http://schemas.openxmlformats.org/officeDocument/2006/relationships/tags" Target="../tags/tag174.xml"/><Relationship Id="rId3" Type="http://schemas.openxmlformats.org/officeDocument/2006/relationships/image" Target="../media/image56.png"/><Relationship Id="rId29" Type="http://schemas.openxmlformats.org/officeDocument/2006/relationships/tags" Target="../tags/tag173.xml"/><Relationship Id="rId28" Type="http://schemas.openxmlformats.org/officeDocument/2006/relationships/tags" Target="../tags/tag172.xml"/><Relationship Id="rId27" Type="http://schemas.openxmlformats.org/officeDocument/2006/relationships/tags" Target="../tags/tag171.xml"/><Relationship Id="rId26" Type="http://schemas.openxmlformats.org/officeDocument/2006/relationships/tags" Target="../tags/tag170.xml"/><Relationship Id="rId25" Type="http://schemas.openxmlformats.org/officeDocument/2006/relationships/tags" Target="../tags/tag169.xml"/><Relationship Id="rId24" Type="http://schemas.openxmlformats.org/officeDocument/2006/relationships/tags" Target="../tags/tag168.xml"/><Relationship Id="rId23" Type="http://schemas.openxmlformats.org/officeDocument/2006/relationships/tags" Target="../tags/tag167.xml"/><Relationship Id="rId22" Type="http://schemas.openxmlformats.org/officeDocument/2006/relationships/tags" Target="../tags/tag166.xml"/><Relationship Id="rId21" Type="http://schemas.openxmlformats.org/officeDocument/2006/relationships/tags" Target="../tags/tag165.xml"/><Relationship Id="rId20" Type="http://schemas.openxmlformats.org/officeDocument/2006/relationships/tags" Target="../tags/tag164.xml"/><Relationship Id="rId2" Type="http://schemas.openxmlformats.org/officeDocument/2006/relationships/tags" Target="../tags/tag147.xml"/><Relationship Id="rId19" Type="http://schemas.openxmlformats.org/officeDocument/2006/relationships/tags" Target="../tags/tag163.xml"/><Relationship Id="rId18" Type="http://schemas.openxmlformats.org/officeDocument/2006/relationships/tags" Target="../tags/tag162.xml"/><Relationship Id="rId17" Type="http://schemas.openxmlformats.org/officeDocument/2006/relationships/tags" Target="../tags/tag161.xml"/><Relationship Id="rId16" Type="http://schemas.openxmlformats.org/officeDocument/2006/relationships/tags" Target="../tags/tag160.xml"/><Relationship Id="rId15" Type="http://schemas.openxmlformats.org/officeDocument/2006/relationships/tags" Target="../tags/tag159.xml"/><Relationship Id="rId14" Type="http://schemas.openxmlformats.org/officeDocument/2006/relationships/tags" Target="../tags/tag158.xml"/><Relationship Id="rId13" Type="http://schemas.openxmlformats.org/officeDocument/2006/relationships/tags" Target="../tags/tag157.xml"/><Relationship Id="rId12" Type="http://schemas.openxmlformats.org/officeDocument/2006/relationships/tags" Target="../tags/tag156.xml"/><Relationship Id="rId11" Type="http://schemas.openxmlformats.org/officeDocument/2006/relationships/tags" Target="../tags/tag155.xml"/><Relationship Id="rId10" Type="http://schemas.openxmlformats.org/officeDocument/2006/relationships/tags" Target="../tags/tag154.xml"/><Relationship Id="rId1" Type="http://schemas.openxmlformats.org/officeDocument/2006/relationships/tags" Target="../tags/tag146.xml"/></Relationships>
</file>

<file path=ppt/slides/_rels/slide10.xml.rels><?xml version="1.0" encoding="UTF-8" standalone="yes"?>
<Relationships xmlns="http://schemas.openxmlformats.org/package/2006/relationships"><Relationship Id="rId9" Type="http://schemas.openxmlformats.org/officeDocument/2006/relationships/tags" Target="../tags/tag203.xml"/><Relationship Id="rId8" Type="http://schemas.openxmlformats.org/officeDocument/2006/relationships/tags" Target="../tags/tag202.xml"/><Relationship Id="rId74" Type="http://schemas.openxmlformats.org/officeDocument/2006/relationships/notesSlide" Target="../notesSlides/notesSlide9.xml"/><Relationship Id="rId73" Type="http://schemas.openxmlformats.org/officeDocument/2006/relationships/slideLayout" Target="../slideLayouts/slideLayout10.xml"/><Relationship Id="rId72" Type="http://schemas.openxmlformats.org/officeDocument/2006/relationships/tags" Target="../tags/tag252.xml"/><Relationship Id="rId71" Type="http://schemas.openxmlformats.org/officeDocument/2006/relationships/tags" Target="../tags/tag251.xml"/><Relationship Id="rId70" Type="http://schemas.openxmlformats.org/officeDocument/2006/relationships/image" Target="../media/image56.png"/><Relationship Id="rId7" Type="http://schemas.openxmlformats.org/officeDocument/2006/relationships/tags" Target="../tags/tag201.xml"/><Relationship Id="rId69" Type="http://schemas.openxmlformats.org/officeDocument/2006/relationships/tags" Target="../tags/tag250.xml"/><Relationship Id="rId68" Type="http://schemas.openxmlformats.org/officeDocument/2006/relationships/tags" Target="../tags/tag249.xml"/><Relationship Id="rId67" Type="http://schemas.openxmlformats.org/officeDocument/2006/relationships/tags" Target="../tags/tag248.xml"/><Relationship Id="rId66" Type="http://schemas.openxmlformats.org/officeDocument/2006/relationships/image" Target="../media/image71.svg"/><Relationship Id="rId65" Type="http://schemas.openxmlformats.org/officeDocument/2006/relationships/tags" Target="../tags/tag247.xml"/><Relationship Id="rId64" Type="http://schemas.openxmlformats.org/officeDocument/2006/relationships/image" Target="../media/image70.svg"/><Relationship Id="rId63" Type="http://schemas.openxmlformats.org/officeDocument/2006/relationships/tags" Target="../tags/tag246.xml"/><Relationship Id="rId62" Type="http://schemas.openxmlformats.org/officeDocument/2006/relationships/tags" Target="../tags/tag245.xml"/><Relationship Id="rId61" Type="http://schemas.openxmlformats.org/officeDocument/2006/relationships/image" Target="../media/image69.svg"/><Relationship Id="rId60" Type="http://schemas.openxmlformats.org/officeDocument/2006/relationships/tags" Target="../tags/tag244.xml"/><Relationship Id="rId6" Type="http://schemas.openxmlformats.org/officeDocument/2006/relationships/tags" Target="../tags/tag200.xml"/><Relationship Id="rId59" Type="http://schemas.openxmlformats.org/officeDocument/2006/relationships/tags" Target="../tags/tag243.xml"/><Relationship Id="rId58" Type="http://schemas.openxmlformats.org/officeDocument/2006/relationships/tags" Target="../tags/tag242.xml"/><Relationship Id="rId57" Type="http://schemas.openxmlformats.org/officeDocument/2006/relationships/tags" Target="../tags/tag241.xml"/><Relationship Id="rId56" Type="http://schemas.openxmlformats.org/officeDocument/2006/relationships/tags" Target="../tags/tag240.xml"/><Relationship Id="rId55" Type="http://schemas.openxmlformats.org/officeDocument/2006/relationships/tags" Target="../tags/tag239.xml"/><Relationship Id="rId54" Type="http://schemas.openxmlformats.org/officeDocument/2006/relationships/tags" Target="../tags/tag238.xml"/><Relationship Id="rId53" Type="http://schemas.openxmlformats.org/officeDocument/2006/relationships/tags" Target="../tags/tag237.xml"/><Relationship Id="rId52" Type="http://schemas.openxmlformats.org/officeDocument/2006/relationships/tags" Target="../tags/tag236.xml"/><Relationship Id="rId51" Type="http://schemas.openxmlformats.org/officeDocument/2006/relationships/tags" Target="../tags/tag235.xml"/><Relationship Id="rId50" Type="http://schemas.openxmlformats.org/officeDocument/2006/relationships/tags" Target="../tags/tag234.xml"/><Relationship Id="rId5" Type="http://schemas.openxmlformats.org/officeDocument/2006/relationships/tags" Target="../tags/tag199.xml"/><Relationship Id="rId49" Type="http://schemas.openxmlformats.org/officeDocument/2006/relationships/tags" Target="../tags/tag233.xml"/><Relationship Id="rId48" Type="http://schemas.openxmlformats.org/officeDocument/2006/relationships/tags" Target="../tags/tag232.xml"/><Relationship Id="rId47" Type="http://schemas.openxmlformats.org/officeDocument/2006/relationships/tags" Target="../tags/tag231.xml"/><Relationship Id="rId46" Type="http://schemas.openxmlformats.org/officeDocument/2006/relationships/tags" Target="../tags/tag230.xml"/><Relationship Id="rId45" Type="http://schemas.openxmlformats.org/officeDocument/2006/relationships/tags" Target="../tags/tag229.xml"/><Relationship Id="rId44" Type="http://schemas.openxmlformats.org/officeDocument/2006/relationships/tags" Target="../tags/tag228.xml"/><Relationship Id="rId43" Type="http://schemas.openxmlformats.org/officeDocument/2006/relationships/tags" Target="../tags/tag227.xml"/><Relationship Id="rId42" Type="http://schemas.openxmlformats.org/officeDocument/2006/relationships/tags" Target="../tags/tag226.xml"/><Relationship Id="rId41" Type="http://schemas.openxmlformats.org/officeDocument/2006/relationships/tags" Target="../tags/tag225.xml"/><Relationship Id="rId40" Type="http://schemas.openxmlformats.org/officeDocument/2006/relationships/tags" Target="../tags/tag224.xml"/><Relationship Id="rId4" Type="http://schemas.openxmlformats.org/officeDocument/2006/relationships/tags" Target="../tags/tag198.xml"/><Relationship Id="rId39" Type="http://schemas.openxmlformats.org/officeDocument/2006/relationships/tags" Target="../tags/tag223.xml"/><Relationship Id="rId38" Type="http://schemas.openxmlformats.org/officeDocument/2006/relationships/tags" Target="../tags/tag222.xml"/><Relationship Id="rId37" Type="http://schemas.openxmlformats.org/officeDocument/2006/relationships/image" Target="../media/image68.svg"/><Relationship Id="rId36" Type="http://schemas.openxmlformats.org/officeDocument/2006/relationships/image" Target="../media/image67.png"/><Relationship Id="rId35" Type="http://schemas.openxmlformats.org/officeDocument/2006/relationships/tags" Target="../tags/tag221.xml"/><Relationship Id="rId34" Type="http://schemas.openxmlformats.org/officeDocument/2006/relationships/image" Target="../media/image66.svg"/><Relationship Id="rId33" Type="http://schemas.openxmlformats.org/officeDocument/2006/relationships/image" Target="../media/image65.png"/><Relationship Id="rId32" Type="http://schemas.openxmlformats.org/officeDocument/2006/relationships/tags" Target="../tags/tag220.xml"/><Relationship Id="rId31" Type="http://schemas.openxmlformats.org/officeDocument/2006/relationships/image" Target="../media/image64.svg"/><Relationship Id="rId30" Type="http://schemas.openxmlformats.org/officeDocument/2006/relationships/image" Target="../media/image63.png"/><Relationship Id="rId3" Type="http://schemas.openxmlformats.org/officeDocument/2006/relationships/tags" Target="../tags/tag197.xml"/><Relationship Id="rId29" Type="http://schemas.openxmlformats.org/officeDocument/2006/relationships/tags" Target="../tags/tag219.xml"/><Relationship Id="rId28" Type="http://schemas.openxmlformats.org/officeDocument/2006/relationships/image" Target="../media/image62.svg"/><Relationship Id="rId27" Type="http://schemas.openxmlformats.org/officeDocument/2006/relationships/image" Target="../media/image61.png"/><Relationship Id="rId26" Type="http://schemas.openxmlformats.org/officeDocument/2006/relationships/tags" Target="../tags/tag218.xml"/><Relationship Id="rId25" Type="http://schemas.openxmlformats.org/officeDocument/2006/relationships/image" Target="../media/image60.svg"/><Relationship Id="rId24" Type="http://schemas.openxmlformats.org/officeDocument/2006/relationships/image" Target="../media/image59.png"/><Relationship Id="rId23" Type="http://schemas.openxmlformats.org/officeDocument/2006/relationships/tags" Target="../tags/tag217.xml"/><Relationship Id="rId22" Type="http://schemas.openxmlformats.org/officeDocument/2006/relationships/tags" Target="../tags/tag216.xml"/><Relationship Id="rId21" Type="http://schemas.openxmlformats.org/officeDocument/2006/relationships/tags" Target="../tags/tag215.xml"/><Relationship Id="rId20" Type="http://schemas.openxmlformats.org/officeDocument/2006/relationships/tags" Target="../tags/tag214.xml"/><Relationship Id="rId2" Type="http://schemas.openxmlformats.org/officeDocument/2006/relationships/tags" Target="../tags/tag196.xml"/><Relationship Id="rId19" Type="http://schemas.openxmlformats.org/officeDocument/2006/relationships/tags" Target="../tags/tag213.xml"/><Relationship Id="rId18" Type="http://schemas.openxmlformats.org/officeDocument/2006/relationships/tags" Target="../tags/tag212.xml"/><Relationship Id="rId17" Type="http://schemas.openxmlformats.org/officeDocument/2006/relationships/tags" Target="../tags/tag211.xml"/><Relationship Id="rId16" Type="http://schemas.openxmlformats.org/officeDocument/2006/relationships/tags" Target="../tags/tag210.xml"/><Relationship Id="rId15" Type="http://schemas.openxmlformats.org/officeDocument/2006/relationships/tags" Target="../tags/tag209.xml"/><Relationship Id="rId14" Type="http://schemas.openxmlformats.org/officeDocument/2006/relationships/tags" Target="../tags/tag208.xml"/><Relationship Id="rId13" Type="http://schemas.openxmlformats.org/officeDocument/2006/relationships/tags" Target="../tags/tag207.xml"/><Relationship Id="rId12" Type="http://schemas.openxmlformats.org/officeDocument/2006/relationships/tags" Target="../tags/tag206.xml"/><Relationship Id="rId11" Type="http://schemas.openxmlformats.org/officeDocument/2006/relationships/tags" Target="../tags/tag205.xml"/><Relationship Id="rId10" Type="http://schemas.openxmlformats.org/officeDocument/2006/relationships/tags" Target="../tags/tag204.xml"/><Relationship Id="rId1" Type="http://schemas.openxmlformats.org/officeDocument/2006/relationships/tags" Target="../tags/tag195.xml"/></Relationships>
</file>

<file path=ppt/slides/_rels/slide11.xml.rels><?xml version="1.0" encoding="UTF-8" standalone="yes"?>
<Relationships xmlns="http://schemas.openxmlformats.org/package/2006/relationships"><Relationship Id="rId9" Type="http://schemas.openxmlformats.org/officeDocument/2006/relationships/notesSlide" Target="../notesSlides/notesSlide10.xml"/><Relationship Id="rId8" Type="http://schemas.openxmlformats.org/officeDocument/2006/relationships/slideLayout" Target="../slideLayouts/slideLayout10.xml"/><Relationship Id="rId7" Type="http://schemas.openxmlformats.org/officeDocument/2006/relationships/tags" Target="../tags/tag258.xml"/><Relationship Id="rId6" Type="http://schemas.openxmlformats.org/officeDocument/2006/relationships/tags" Target="../tags/tag257.xml"/><Relationship Id="rId5" Type="http://schemas.openxmlformats.org/officeDocument/2006/relationships/tags" Target="../tags/tag256.xml"/><Relationship Id="rId4" Type="http://schemas.openxmlformats.org/officeDocument/2006/relationships/image" Target="../media/image56.png"/><Relationship Id="rId3" Type="http://schemas.openxmlformats.org/officeDocument/2006/relationships/tags" Target="../tags/tag255.xml"/><Relationship Id="rId2" Type="http://schemas.openxmlformats.org/officeDocument/2006/relationships/tags" Target="../tags/tag254.xml"/><Relationship Id="rId1" Type="http://schemas.openxmlformats.org/officeDocument/2006/relationships/tags" Target="../tags/tag253.xml"/></Relationships>
</file>

<file path=ppt/slides/_rels/slide12.xml.rels><?xml version="1.0" encoding="UTF-8" standalone="yes"?>
<Relationships xmlns="http://schemas.openxmlformats.org/package/2006/relationships"><Relationship Id="rId9" Type="http://schemas.openxmlformats.org/officeDocument/2006/relationships/notesSlide" Target="../notesSlides/notesSlide11.xml"/><Relationship Id="rId8" Type="http://schemas.openxmlformats.org/officeDocument/2006/relationships/slideLayout" Target="../slideLayouts/slideLayout10.xml"/><Relationship Id="rId7" Type="http://schemas.openxmlformats.org/officeDocument/2006/relationships/tags" Target="../tags/tag264.xml"/><Relationship Id="rId6" Type="http://schemas.openxmlformats.org/officeDocument/2006/relationships/tags" Target="../tags/tag263.xml"/><Relationship Id="rId5" Type="http://schemas.openxmlformats.org/officeDocument/2006/relationships/tags" Target="../tags/tag262.xml"/><Relationship Id="rId4" Type="http://schemas.openxmlformats.org/officeDocument/2006/relationships/image" Target="../media/image56.png"/><Relationship Id="rId3" Type="http://schemas.openxmlformats.org/officeDocument/2006/relationships/tags" Target="../tags/tag261.xml"/><Relationship Id="rId2" Type="http://schemas.openxmlformats.org/officeDocument/2006/relationships/tags" Target="../tags/tag260.xml"/><Relationship Id="rId1" Type="http://schemas.openxmlformats.org/officeDocument/2006/relationships/tags" Target="../tags/tag259.xml"/></Relationships>
</file>

<file path=ppt/slides/_rels/slide13.xml.rels><?xml version="1.0" encoding="UTF-8" standalone="yes"?>
<Relationships xmlns="http://schemas.openxmlformats.org/package/2006/relationships"><Relationship Id="rId9" Type="http://schemas.openxmlformats.org/officeDocument/2006/relationships/tags" Target="../tags/tag273.xml"/><Relationship Id="rId8" Type="http://schemas.openxmlformats.org/officeDocument/2006/relationships/tags" Target="../tags/tag272.xml"/><Relationship Id="rId7" Type="http://schemas.openxmlformats.org/officeDocument/2006/relationships/tags" Target="../tags/tag271.xml"/><Relationship Id="rId6" Type="http://schemas.openxmlformats.org/officeDocument/2006/relationships/tags" Target="../tags/tag270.xml"/><Relationship Id="rId5" Type="http://schemas.openxmlformats.org/officeDocument/2006/relationships/tags" Target="../tags/tag269.xml"/><Relationship Id="rId4" Type="http://schemas.openxmlformats.org/officeDocument/2006/relationships/tags" Target="../tags/tag268.xml"/><Relationship Id="rId3" Type="http://schemas.openxmlformats.org/officeDocument/2006/relationships/tags" Target="../tags/tag267.xml"/><Relationship Id="rId28" Type="http://schemas.openxmlformats.org/officeDocument/2006/relationships/notesSlide" Target="../notesSlides/notesSlide12.xml"/><Relationship Id="rId27" Type="http://schemas.openxmlformats.org/officeDocument/2006/relationships/slideLayout" Target="../slideLayouts/slideLayout10.xml"/><Relationship Id="rId26" Type="http://schemas.openxmlformats.org/officeDocument/2006/relationships/tags" Target="../tags/tag282.xml"/><Relationship Id="rId25" Type="http://schemas.openxmlformats.org/officeDocument/2006/relationships/image" Target="../media/image39.svg"/><Relationship Id="rId24" Type="http://schemas.openxmlformats.org/officeDocument/2006/relationships/image" Target="../media/image38.png"/><Relationship Id="rId23" Type="http://schemas.openxmlformats.org/officeDocument/2006/relationships/image" Target="../media/image37.svg"/><Relationship Id="rId22" Type="http://schemas.openxmlformats.org/officeDocument/2006/relationships/image" Target="../media/image73.png"/><Relationship Id="rId21" Type="http://schemas.openxmlformats.org/officeDocument/2006/relationships/image" Target="../media/image35.svg"/><Relationship Id="rId20" Type="http://schemas.openxmlformats.org/officeDocument/2006/relationships/image" Target="../media/image34.png"/><Relationship Id="rId2" Type="http://schemas.openxmlformats.org/officeDocument/2006/relationships/tags" Target="../tags/tag266.xml"/><Relationship Id="rId19" Type="http://schemas.openxmlformats.org/officeDocument/2006/relationships/image" Target="../media/image33.svg"/><Relationship Id="rId18" Type="http://schemas.openxmlformats.org/officeDocument/2006/relationships/image" Target="../media/image72.png"/><Relationship Id="rId17" Type="http://schemas.openxmlformats.org/officeDocument/2006/relationships/tags" Target="../tags/tag281.xml"/><Relationship Id="rId16" Type="http://schemas.openxmlformats.org/officeDocument/2006/relationships/tags" Target="../tags/tag280.xml"/><Relationship Id="rId15" Type="http://schemas.openxmlformats.org/officeDocument/2006/relationships/tags" Target="../tags/tag279.xml"/><Relationship Id="rId14" Type="http://schemas.openxmlformats.org/officeDocument/2006/relationships/tags" Target="../tags/tag278.xml"/><Relationship Id="rId13" Type="http://schemas.openxmlformats.org/officeDocument/2006/relationships/tags" Target="../tags/tag277.xml"/><Relationship Id="rId12" Type="http://schemas.openxmlformats.org/officeDocument/2006/relationships/tags" Target="../tags/tag276.xml"/><Relationship Id="rId11" Type="http://schemas.openxmlformats.org/officeDocument/2006/relationships/tags" Target="../tags/tag275.xml"/><Relationship Id="rId10" Type="http://schemas.openxmlformats.org/officeDocument/2006/relationships/tags" Target="../tags/tag274.xml"/><Relationship Id="rId1" Type="http://schemas.openxmlformats.org/officeDocument/2006/relationships/tags" Target="../tags/tag265.xml"/></Relationships>
</file>

<file path=ppt/slides/_rels/slide14.xml.rels><?xml version="1.0" encoding="UTF-8" standalone="yes"?>
<Relationships xmlns="http://schemas.openxmlformats.org/package/2006/relationships"><Relationship Id="rId9" Type="http://schemas.openxmlformats.org/officeDocument/2006/relationships/tags" Target="../tags/tag291.xml"/><Relationship Id="rId8" Type="http://schemas.openxmlformats.org/officeDocument/2006/relationships/tags" Target="../tags/tag290.xml"/><Relationship Id="rId7" Type="http://schemas.openxmlformats.org/officeDocument/2006/relationships/tags" Target="../tags/tag289.xml"/><Relationship Id="rId63" Type="http://schemas.openxmlformats.org/officeDocument/2006/relationships/notesSlide" Target="../notesSlides/notesSlide13.xml"/><Relationship Id="rId62" Type="http://schemas.openxmlformats.org/officeDocument/2006/relationships/slideLayout" Target="../slideLayouts/slideLayout10.xml"/><Relationship Id="rId61" Type="http://schemas.openxmlformats.org/officeDocument/2006/relationships/tags" Target="../tags/tag334.xml"/><Relationship Id="rId60" Type="http://schemas.openxmlformats.org/officeDocument/2006/relationships/tags" Target="../tags/tag333.xml"/><Relationship Id="rId6" Type="http://schemas.openxmlformats.org/officeDocument/2006/relationships/tags" Target="../tags/tag288.xml"/><Relationship Id="rId59" Type="http://schemas.openxmlformats.org/officeDocument/2006/relationships/tags" Target="../tags/tag332.xml"/><Relationship Id="rId58" Type="http://schemas.openxmlformats.org/officeDocument/2006/relationships/tags" Target="../tags/tag331.xml"/><Relationship Id="rId57" Type="http://schemas.openxmlformats.org/officeDocument/2006/relationships/tags" Target="../tags/tag330.xml"/><Relationship Id="rId56" Type="http://schemas.openxmlformats.org/officeDocument/2006/relationships/tags" Target="../tags/tag329.xml"/><Relationship Id="rId55" Type="http://schemas.openxmlformats.org/officeDocument/2006/relationships/tags" Target="../tags/tag328.xml"/><Relationship Id="rId54" Type="http://schemas.openxmlformats.org/officeDocument/2006/relationships/tags" Target="../tags/tag327.xml"/><Relationship Id="rId53" Type="http://schemas.openxmlformats.org/officeDocument/2006/relationships/tags" Target="../tags/tag326.xml"/><Relationship Id="rId52" Type="http://schemas.openxmlformats.org/officeDocument/2006/relationships/tags" Target="../tags/tag325.xml"/><Relationship Id="rId51" Type="http://schemas.openxmlformats.org/officeDocument/2006/relationships/tags" Target="../tags/tag324.xml"/><Relationship Id="rId50" Type="http://schemas.openxmlformats.org/officeDocument/2006/relationships/tags" Target="../tags/tag323.xml"/><Relationship Id="rId5" Type="http://schemas.openxmlformats.org/officeDocument/2006/relationships/tags" Target="../tags/tag287.xml"/><Relationship Id="rId49" Type="http://schemas.openxmlformats.org/officeDocument/2006/relationships/tags" Target="../tags/tag322.xml"/><Relationship Id="rId48" Type="http://schemas.openxmlformats.org/officeDocument/2006/relationships/tags" Target="../tags/tag321.xml"/><Relationship Id="rId47" Type="http://schemas.openxmlformats.org/officeDocument/2006/relationships/tags" Target="../tags/tag320.xml"/><Relationship Id="rId46" Type="http://schemas.openxmlformats.org/officeDocument/2006/relationships/tags" Target="../tags/tag319.xml"/><Relationship Id="rId45" Type="http://schemas.openxmlformats.org/officeDocument/2006/relationships/tags" Target="../tags/tag318.xml"/><Relationship Id="rId44" Type="http://schemas.openxmlformats.org/officeDocument/2006/relationships/tags" Target="../tags/tag317.xml"/><Relationship Id="rId43" Type="http://schemas.openxmlformats.org/officeDocument/2006/relationships/tags" Target="../tags/tag316.xml"/><Relationship Id="rId42" Type="http://schemas.openxmlformats.org/officeDocument/2006/relationships/tags" Target="../tags/tag315.xml"/><Relationship Id="rId41" Type="http://schemas.openxmlformats.org/officeDocument/2006/relationships/image" Target="../media/image56.png"/><Relationship Id="rId40" Type="http://schemas.openxmlformats.org/officeDocument/2006/relationships/tags" Target="../tags/tag314.xml"/><Relationship Id="rId4" Type="http://schemas.openxmlformats.org/officeDocument/2006/relationships/tags" Target="../tags/tag286.xml"/><Relationship Id="rId39" Type="http://schemas.openxmlformats.org/officeDocument/2006/relationships/image" Target="../media/image81.svg"/><Relationship Id="rId38" Type="http://schemas.openxmlformats.org/officeDocument/2006/relationships/image" Target="../media/image80.png"/><Relationship Id="rId37" Type="http://schemas.openxmlformats.org/officeDocument/2006/relationships/tags" Target="../tags/tag313.xml"/><Relationship Id="rId36" Type="http://schemas.openxmlformats.org/officeDocument/2006/relationships/tags" Target="../tags/tag312.xml"/><Relationship Id="rId35" Type="http://schemas.openxmlformats.org/officeDocument/2006/relationships/tags" Target="../tags/tag311.xml"/><Relationship Id="rId34" Type="http://schemas.openxmlformats.org/officeDocument/2006/relationships/image" Target="../media/image79.svg"/><Relationship Id="rId33" Type="http://schemas.openxmlformats.org/officeDocument/2006/relationships/image" Target="../media/image78.png"/><Relationship Id="rId32" Type="http://schemas.openxmlformats.org/officeDocument/2006/relationships/tags" Target="../tags/tag310.xml"/><Relationship Id="rId31" Type="http://schemas.openxmlformats.org/officeDocument/2006/relationships/tags" Target="../tags/tag309.xml"/><Relationship Id="rId30" Type="http://schemas.openxmlformats.org/officeDocument/2006/relationships/tags" Target="../tags/tag308.xml"/><Relationship Id="rId3" Type="http://schemas.openxmlformats.org/officeDocument/2006/relationships/tags" Target="../tags/tag285.xml"/><Relationship Id="rId29" Type="http://schemas.openxmlformats.org/officeDocument/2006/relationships/tags" Target="../tags/tag307.xml"/><Relationship Id="rId28" Type="http://schemas.openxmlformats.org/officeDocument/2006/relationships/tags" Target="../tags/tag306.xml"/><Relationship Id="rId27" Type="http://schemas.openxmlformats.org/officeDocument/2006/relationships/tags" Target="../tags/tag305.xml"/><Relationship Id="rId26" Type="http://schemas.openxmlformats.org/officeDocument/2006/relationships/image" Target="../media/image77.svg"/><Relationship Id="rId25" Type="http://schemas.openxmlformats.org/officeDocument/2006/relationships/image" Target="../media/image76.png"/><Relationship Id="rId24" Type="http://schemas.openxmlformats.org/officeDocument/2006/relationships/tags" Target="../tags/tag304.xml"/><Relationship Id="rId23" Type="http://schemas.openxmlformats.org/officeDocument/2006/relationships/tags" Target="../tags/tag303.xml"/><Relationship Id="rId22" Type="http://schemas.openxmlformats.org/officeDocument/2006/relationships/tags" Target="../tags/tag302.xml"/><Relationship Id="rId21" Type="http://schemas.openxmlformats.org/officeDocument/2006/relationships/image" Target="../media/image75.svg"/><Relationship Id="rId20" Type="http://schemas.openxmlformats.org/officeDocument/2006/relationships/image" Target="../media/image74.png"/><Relationship Id="rId2" Type="http://schemas.openxmlformats.org/officeDocument/2006/relationships/tags" Target="../tags/tag284.xml"/><Relationship Id="rId19" Type="http://schemas.openxmlformats.org/officeDocument/2006/relationships/tags" Target="../tags/tag301.xml"/><Relationship Id="rId18" Type="http://schemas.openxmlformats.org/officeDocument/2006/relationships/tags" Target="../tags/tag300.xml"/><Relationship Id="rId17" Type="http://schemas.openxmlformats.org/officeDocument/2006/relationships/tags" Target="../tags/tag299.xml"/><Relationship Id="rId16" Type="http://schemas.openxmlformats.org/officeDocument/2006/relationships/tags" Target="../tags/tag298.xml"/><Relationship Id="rId15" Type="http://schemas.openxmlformats.org/officeDocument/2006/relationships/tags" Target="../tags/tag297.xml"/><Relationship Id="rId14" Type="http://schemas.openxmlformats.org/officeDocument/2006/relationships/tags" Target="../tags/tag296.xml"/><Relationship Id="rId13" Type="http://schemas.openxmlformats.org/officeDocument/2006/relationships/tags" Target="../tags/tag295.xml"/><Relationship Id="rId12" Type="http://schemas.openxmlformats.org/officeDocument/2006/relationships/tags" Target="../tags/tag294.xml"/><Relationship Id="rId11" Type="http://schemas.openxmlformats.org/officeDocument/2006/relationships/tags" Target="../tags/tag293.xml"/><Relationship Id="rId10" Type="http://schemas.openxmlformats.org/officeDocument/2006/relationships/tags" Target="../tags/tag292.xml"/><Relationship Id="rId1" Type="http://schemas.openxmlformats.org/officeDocument/2006/relationships/tags" Target="../tags/tag283.xml"/></Relationships>
</file>

<file path=ppt/slides/_rels/slide15.xml.rels><?xml version="1.0" encoding="UTF-8" standalone="yes"?>
<Relationships xmlns="http://schemas.openxmlformats.org/package/2006/relationships"><Relationship Id="rId8" Type="http://schemas.openxmlformats.org/officeDocument/2006/relationships/notesSlide" Target="../notesSlides/notesSlide14.xml"/><Relationship Id="rId7" Type="http://schemas.openxmlformats.org/officeDocument/2006/relationships/slideLayout" Target="../slideLayouts/slideLayout10.xml"/><Relationship Id="rId6" Type="http://schemas.openxmlformats.org/officeDocument/2006/relationships/tags" Target="../tags/tag336.xml"/><Relationship Id="rId5" Type="http://schemas.openxmlformats.org/officeDocument/2006/relationships/image" Target="../media/image27.png"/><Relationship Id="rId4" Type="http://schemas.openxmlformats.org/officeDocument/2006/relationships/image" Target="../media/image28.png"/><Relationship Id="rId3" Type="http://schemas.openxmlformats.org/officeDocument/2006/relationships/tags" Target="../tags/tag335.xml"/><Relationship Id="rId2" Type="http://schemas.openxmlformats.org/officeDocument/2006/relationships/image" Target="../media/image25.png"/><Relationship Id="rId1" Type="http://schemas.openxmlformats.org/officeDocument/2006/relationships/image" Target="../media/image24.png"/></Relationships>
</file>

<file path=ppt/slides/_rels/slide16.xml.rels><?xml version="1.0" encoding="UTF-8" standalone="yes"?>
<Relationships xmlns="http://schemas.openxmlformats.org/package/2006/relationships"><Relationship Id="rId9" Type="http://schemas.openxmlformats.org/officeDocument/2006/relationships/slideLayout" Target="../slideLayouts/slideLayout14.xml"/><Relationship Id="rId8" Type="http://schemas.openxmlformats.org/officeDocument/2006/relationships/tags" Target="../tags/tag342.xml"/><Relationship Id="rId7" Type="http://schemas.openxmlformats.org/officeDocument/2006/relationships/tags" Target="../tags/tag341.xml"/><Relationship Id="rId6" Type="http://schemas.openxmlformats.org/officeDocument/2006/relationships/image" Target="../media/image22.png"/><Relationship Id="rId5" Type="http://schemas.openxmlformats.org/officeDocument/2006/relationships/tags" Target="../tags/tag340.xml"/><Relationship Id="rId4" Type="http://schemas.openxmlformats.org/officeDocument/2006/relationships/tags" Target="../tags/tag339.xml"/><Relationship Id="rId3" Type="http://schemas.openxmlformats.org/officeDocument/2006/relationships/tags" Target="../tags/tag338.xml"/><Relationship Id="rId2" Type="http://schemas.openxmlformats.org/officeDocument/2006/relationships/tags" Target="../tags/tag337.xml"/><Relationship Id="rId1" Type="http://schemas.openxmlformats.org/officeDocument/2006/relationships/image" Target="../media/image82.png"/></Relationships>
</file>

<file path=ppt/slides/_rels/slide17.xml.rels><?xml version="1.0" encoding="UTF-8" standalone="yes"?>
<Relationships xmlns="http://schemas.openxmlformats.org/package/2006/relationships"><Relationship Id="rId8" Type="http://schemas.openxmlformats.org/officeDocument/2006/relationships/notesSlide" Target="../notesSlides/notesSlide15.xml"/><Relationship Id="rId7" Type="http://schemas.openxmlformats.org/officeDocument/2006/relationships/slideLayout" Target="../slideLayouts/slideLayout10.xml"/><Relationship Id="rId6" Type="http://schemas.openxmlformats.org/officeDocument/2006/relationships/tags" Target="../tags/tag344.xml"/><Relationship Id="rId5" Type="http://schemas.openxmlformats.org/officeDocument/2006/relationships/image" Target="../media/image86.png"/><Relationship Id="rId4" Type="http://schemas.openxmlformats.org/officeDocument/2006/relationships/image" Target="../media/image85.png"/><Relationship Id="rId3" Type="http://schemas.openxmlformats.org/officeDocument/2006/relationships/image" Target="../media/image84.png"/><Relationship Id="rId2" Type="http://schemas.openxmlformats.org/officeDocument/2006/relationships/image" Target="../media/image83.png"/><Relationship Id="rId1" Type="http://schemas.openxmlformats.org/officeDocument/2006/relationships/tags" Target="../tags/tag343.xml"/></Relationships>
</file>

<file path=ppt/slides/_rels/slide18.xml.rels><?xml version="1.0" encoding="UTF-8" standalone="yes"?>
<Relationships xmlns="http://schemas.openxmlformats.org/package/2006/relationships"><Relationship Id="rId5" Type="http://schemas.openxmlformats.org/officeDocument/2006/relationships/notesSlide" Target="../notesSlides/notesSlide16.xml"/><Relationship Id="rId4" Type="http://schemas.openxmlformats.org/officeDocument/2006/relationships/slideLayout" Target="../slideLayouts/slideLayout10.xml"/><Relationship Id="rId3" Type="http://schemas.openxmlformats.org/officeDocument/2006/relationships/tags" Target="../tags/tag346.xml"/><Relationship Id="rId2" Type="http://schemas.openxmlformats.org/officeDocument/2006/relationships/image" Target="../media/image87.png"/><Relationship Id="rId1" Type="http://schemas.openxmlformats.org/officeDocument/2006/relationships/tags" Target="../tags/tag345.xml"/></Relationships>
</file>

<file path=ppt/slides/_rels/slide19.xml.rels><?xml version="1.0" encoding="UTF-8" standalone="yes"?>
<Relationships xmlns="http://schemas.openxmlformats.org/package/2006/relationships"><Relationship Id="rId5" Type="http://schemas.openxmlformats.org/officeDocument/2006/relationships/notesSlide" Target="../notesSlides/notesSlide17.xml"/><Relationship Id="rId4" Type="http://schemas.openxmlformats.org/officeDocument/2006/relationships/slideLayout" Target="../slideLayouts/slideLayout10.xml"/><Relationship Id="rId3" Type="http://schemas.openxmlformats.org/officeDocument/2006/relationships/tags" Target="../tags/tag348.xml"/><Relationship Id="rId2" Type="http://schemas.openxmlformats.org/officeDocument/2006/relationships/image" Target="../media/image88.png"/><Relationship Id="rId1" Type="http://schemas.openxmlformats.org/officeDocument/2006/relationships/tags" Target="../tags/tag347.xml"/></Relationships>
</file>

<file path=ppt/slides/_rels/slide20.xml.rels><?xml version="1.0" encoding="UTF-8" standalone="yes"?>
<Relationships xmlns="http://schemas.openxmlformats.org/package/2006/relationships"><Relationship Id="rId5" Type="http://schemas.openxmlformats.org/officeDocument/2006/relationships/notesSlide" Target="../notesSlides/notesSlide18.xml"/><Relationship Id="rId4" Type="http://schemas.openxmlformats.org/officeDocument/2006/relationships/slideLayout" Target="../slideLayouts/slideLayout10.xml"/><Relationship Id="rId3" Type="http://schemas.openxmlformats.org/officeDocument/2006/relationships/tags" Target="../tags/tag350.xml"/><Relationship Id="rId2" Type="http://schemas.openxmlformats.org/officeDocument/2006/relationships/image" Target="../media/image89.png"/><Relationship Id="rId1" Type="http://schemas.openxmlformats.org/officeDocument/2006/relationships/tags" Target="../tags/tag349.xml"/></Relationships>
</file>

<file path=ppt/slides/_rels/slide21.xml.rels><?xml version="1.0" encoding="UTF-8" standalone="yes"?>
<Relationships xmlns="http://schemas.openxmlformats.org/package/2006/relationships"><Relationship Id="rId9" Type="http://schemas.openxmlformats.org/officeDocument/2006/relationships/notesSlide" Target="../notesSlides/notesSlide19.xml"/><Relationship Id="rId8" Type="http://schemas.openxmlformats.org/officeDocument/2006/relationships/slideLayout" Target="../slideLayouts/slideLayout15.xml"/><Relationship Id="rId7" Type="http://schemas.openxmlformats.org/officeDocument/2006/relationships/tags" Target="../tags/tag355.xml"/><Relationship Id="rId6" Type="http://schemas.openxmlformats.org/officeDocument/2006/relationships/image" Target="../media/image91.png"/><Relationship Id="rId5" Type="http://schemas.openxmlformats.org/officeDocument/2006/relationships/tags" Target="../tags/tag354.xml"/><Relationship Id="rId4" Type="http://schemas.openxmlformats.org/officeDocument/2006/relationships/image" Target="../media/image90.png"/><Relationship Id="rId3" Type="http://schemas.openxmlformats.org/officeDocument/2006/relationships/tags" Target="../tags/tag353.xml"/><Relationship Id="rId2" Type="http://schemas.openxmlformats.org/officeDocument/2006/relationships/tags" Target="../tags/tag352.xml"/><Relationship Id="rId1" Type="http://schemas.openxmlformats.org/officeDocument/2006/relationships/tags" Target="../tags/tag35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 name="图片 12" descr="资源 2"/>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0" y="0"/>
            <a:ext cx="12192000" cy="5441950"/>
          </a:xfrm>
          <a:prstGeom prst="rect">
            <a:avLst/>
          </a:prstGeom>
        </p:spPr>
      </p:pic>
      <p:pic>
        <p:nvPicPr>
          <p:cNvPr id="16" name="图片 15" descr="资源 3"/>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784860" y="3245485"/>
            <a:ext cx="5541010" cy="5541010"/>
          </a:xfrm>
          <a:prstGeom prst="rect">
            <a:avLst/>
          </a:prstGeom>
        </p:spPr>
      </p:pic>
      <p:pic>
        <p:nvPicPr>
          <p:cNvPr id="7" name="图片 6" descr="资源 18@4x-8"/>
          <p:cNvPicPr>
            <a:picLocks noChangeAspect="1"/>
          </p:cNvPicPr>
          <p:nvPr>
            <p:custDataLst>
              <p:tags r:id="rId5"/>
            </p:custDataLst>
          </p:nvPr>
        </p:nvPicPr>
        <p:blipFill>
          <a:blip r:embed="rId6"/>
          <a:srcRect t="36310"/>
          <a:stretch>
            <a:fillRect/>
          </a:stretch>
        </p:blipFill>
        <p:spPr>
          <a:xfrm>
            <a:off x="1306830" y="-5715"/>
            <a:ext cx="3562350" cy="2268855"/>
          </a:xfrm>
          <a:prstGeom prst="rect">
            <a:avLst/>
          </a:prstGeom>
        </p:spPr>
      </p:pic>
      <p:pic>
        <p:nvPicPr>
          <p:cNvPr id="8" name="图片 7" descr="资源 17@4x-8"/>
          <p:cNvPicPr>
            <a:picLocks noChangeAspect="1"/>
          </p:cNvPicPr>
          <p:nvPr/>
        </p:nvPicPr>
        <p:blipFill>
          <a:blip r:embed="rId7"/>
          <a:stretch>
            <a:fillRect/>
          </a:stretch>
        </p:blipFill>
        <p:spPr>
          <a:xfrm>
            <a:off x="6393180" y="57785"/>
            <a:ext cx="5690235" cy="5522595"/>
          </a:xfrm>
          <a:prstGeom prst="rect">
            <a:avLst/>
          </a:prstGeom>
        </p:spPr>
      </p:pic>
      <p:sp>
        <p:nvSpPr>
          <p:cNvPr id="9" name="文本框 8"/>
          <p:cNvSpPr txBox="1"/>
          <p:nvPr/>
        </p:nvSpPr>
        <p:spPr>
          <a:xfrm>
            <a:off x="5824220" y="5746750"/>
            <a:ext cx="5297805" cy="485775"/>
          </a:xfrm>
          <a:prstGeom prst="rect">
            <a:avLst/>
          </a:prstGeom>
          <a:noFill/>
        </p:spPr>
        <p:txBody>
          <a:bodyPr wrap="square" rtlCol="0">
            <a:noAutofit/>
          </a:bodyPr>
          <a:lstStyle/>
          <a:p>
            <a:pPr algn="dist"/>
            <a:r>
              <a:rPr lang="zh-CN" altLang="en-US" sz="1400">
                <a:solidFill>
                  <a:schemeClr val="tx1">
                    <a:lumMod val="50000"/>
                    <a:lumOff val="50000"/>
                  </a:schemeClr>
                </a:solidFill>
                <a:cs typeface="微软雅黑 Light" panose="020B0502040204020203" charset="-122"/>
              </a:rPr>
              <a:t>专注科技与创新，更好服务于社会公众</a:t>
            </a:r>
            <a:endParaRPr lang="zh-CN" altLang="en-US" sz="1400">
              <a:solidFill>
                <a:schemeClr val="tx1">
                  <a:lumMod val="50000"/>
                  <a:lumOff val="50000"/>
                </a:schemeClr>
              </a:solidFill>
              <a:cs typeface="微软雅黑 Light" panose="020B0502040204020203" charset="-122"/>
            </a:endParaRPr>
          </a:p>
        </p:txBody>
      </p:sp>
      <p:sp>
        <p:nvSpPr>
          <p:cNvPr id="2" name="标题 1"/>
          <p:cNvSpPr>
            <a:spLocks noGrp="1"/>
          </p:cNvSpPr>
          <p:nvPr>
            <p:ph type="title" idx="4294967295" hasCustomPrompt="1"/>
            <p:custDataLst>
              <p:tags r:id="rId8"/>
            </p:custDataLst>
          </p:nvPr>
        </p:nvSpPr>
        <p:spPr>
          <a:xfrm>
            <a:off x="1428750" y="1212215"/>
            <a:ext cx="7830820" cy="2216785"/>
          </a:xfrm>
        </p:spPr>
        <p:txBody>
          <a:bodyPr>
            <a:noAutofit/>
          </a:bodyPr>
          <a:lstStyle>
            <a:lvl1pPr>
              <a:defRPr sz="6000">
                <a:solidFill>
                  <a:srgbClr val="1D43F3"/>
                </a:solidFill>
              </a:defRPr>
            </a:lvl1pPr>
          </a:lstStyle>
          <a:p>
            <a:pPr algn="l"/>
            <a:r>
              <a:rPr lang="zh-CN" altLang="en-US" sz="5400">
                <a:solidFill>
                  <a:schemeClr val="bg1"/>
                </a:solidFill>
              </a:rPr>
              <a:t>课后服务数字化监管</a:t>
            </a:r>
            <a:br>
              <a:rPr lang="zh-CN" altLang="en-US" sz="5400">
                <a:solidFill>
                  <a:schemeClr val="bg1"/>
                </a:solidFill>
              </a:rPr>
            </a:br>
            <a:r>
              <a:rPr lang="zh-CN" altLang="en-US" sz="5400">
                <a:solidFill>
                  <a:schemeClr val="bg1"/>
                </a:solidFill>
              </a:rPr>
              <a:t>与提质方案</a:t>
            </a:r>
            <a:endParaRPr lang="zh-CN" altLang="en-US" sz="2400">
              <a:solidFill>
                <a:schemeClr val="bg1"/>
              </a:solidFill>
            </a:endParaRPr>
          </a:p>
        </p:txBody>
      </p:sp>
      <p:grpSp>
        <p:nvGrpSpPr>
          <p:cNvPr id="12" name="组合 11"/>
          <p:cNvGrpSpPr/>
          <p:nvPr/>
        </p:nvGrpSpPr>
        <p:grpSpPr>
          <a:xfrm>
            <a:off x="1523365" y="4303395"/>
            <a:ext cx="1961515" cy="337185"/>
            <a:chOff x="11923" y="6448"/>
            <a:chExt cx="3089" cy="531"/>
          </a:xfrm>
        </p:grpSpPr>
        <p:sp>
          <p:nvSpPr>
            <p:cNvPr id="5" name="圆角矩形 4"/>
            <p:cNvSpPr/>
            <p:nvPr/>
          </p:nvSpPr>
          <p:spPr>
            <a:xfrm>
              <a:off x="11923" y="6448"/>
              <a:ext cx="3089" cy="531"/>
            </a:xfrm>
            <a:prstGeom prst="roundRect">
              <a:avLst>
                <a:gd name="adj" fmla="val 50000"/>
              </a:avLst>
            </a:prstGeom>
            <a:gradFill>
              <a:gsLst>
                <a:gs pos="100000">
                  <a:srgbClr val="EEC988">
                    <a:alpha val="44000"/>
                  </a:srgbClr>
                </a:gs>
                <a:gs pos="0">
                  <a:srgbClr val="CB954D"/>
                </a:gs>
              </a:gsLst>
              <a:lin scaled="1"/>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微软雅黑 Light" panose="020B0502040204020203" charset="-122"/>
              </a:endParaRPr>
            </a:p>
          </p:txBody>
        </p:sp>
        <p:sp>
          <p:nvSpPr>
            <p:cNvPr id="11" name="文本框 10"/>
            <p:cNvSpPr txBox="1"/>
            <p:nvPr/>
          </p:nvSpPr>
          <p:spPr>
            <a:xfrm>
              <a:off x="12017" y="6448"/>
              <a:ext cx="2995" cy="531"/>
            </a:xfrm>
            <a:prstGeom prst="rect">
              <a:avLst/>
            </a:prstGeom>
            <a:noFill/>
          </p:spPr>
          <p:txBody>
            <a:bodyPr wrap="square" rtlCol="0">
              <a:spAutoFit/>
            </a:bodyPr>
            <a:lstStyle/>
            <a:p>
              <a:r>
                <a:rPr lang="zh-CN" altLang="en-US" sz="1600" b="1">
                  <a:solidFill>
                    <a:srgbClr val="023886"/>
                  </a:solidFill>
                  <a:latin typeface="微软雅黑" panose="020B0503020204020204" charset="-122"/>
                  <a:ea typeface="微软雅黑" panose="020B0503020204020204" charset="-122"/>
                  <a:cs typeface="微软雅黑" panose="020B0503020204020204" charset="-122"/>
                </a:rPr>
                <a:t>证券代码</a:t>
              </a:r>
              <a:r>
                <a:rPr lang="en-US" altLang="zh-CN" sz="1600" b="1">
                  <a:solidFill>
                    <a:srgbClr val="023886"/>
                  </a:solidFill>
                  <a:latin typeface="微软雅黑" panose="020B0503020204020204" charset="-122"/>
                  <a:ea typeface="微软雅黑" panose="020B0503020204020204" charset="-122"/>
                  <a:cs typeface="微软雅黑" panose="020B0503020204020204" charset="-122"/>
                </a:rPr>
                <a:t> 300525</a:t>
              </a:r>
              <a:endParaRPr lang="en-US" altLang="zh-CN" sz="1600" b="1">
                <a:solidFill>
                  <a:srgbClr val="023886"/>
                </a:solidFill>
                <a:latin typeface="微软雅黑" panose="020B0503020204020204" charset="-122"/>
                <a:ea typeface="微软雅黑" panose="020B0503020204020204" charset="-122"/>
                <a:cs typeface="微软雅黑" panose="020B0503020204020204" charset="-122"/>
              </a:endParaRPr>
            </a:p>
          </p:txBody>
        </p:sp>
      </p:grpSp>
      <p:sp>
        <p:nvSpPr>
          <p:cNvPr id="18" name="标题 1"/>
          <p:cNvSpPr>
            <a:spLocks noGrp="1"/>
          </p:cNvSpPr>
          <p:nvPr>
            <p:custDataLst>
              <p:tags r:id="rId9"/>
            </p:custDataLst>
          </p:nvPr>
        </p:nvSpPr>
        <p:spPr>
          <a:xfrm>
            <a:off x="1475740" y="3703955"/>
            <a:ext cx="5709920" cy="599440"/>
          </a:xfrm>
          <a:prstGeom prst="rect">
            <a:avLst/>
          </a:prstGeom>
        </p:spPr>
        <p:txBody>
          <a:bodyPr vert="horz" lIns="90170" tIns="46990" rIns="90170" bIns="46990" rtlCol="0" anchor="ctr" anchorCtr="0">
            <a:noAutofit/>
          </a:bodyPr>
          <a:lstStyle>
            <a:lvl1pPr>
              <a:defRPr sz="6000">
                <a:solidFill>
                  <a:srgbClr val="1D43F3"/>
                </a:solidFill>
              </a:defRPr>
            </a:lvl1pPr>
          </a:lstStyle>
          <a:p>
            <a:pPr algn="dist">
              <a:lnSpc>
                <a:spcPct val="90000"/>
              </a:lnSpc>
            </a:pPr>
            <a:r>
              <a:rPr sz="1400">
                <a:solidFill>
                  <a:schemeClr val="bg1"/>
                </a:solidFill>
                <a:cs typeface="微软雅黑 Light" panose="020B0502040204020203" charset="-122"/>
              </a:rPr>
              <a:t>FUJIAN BOSS SOFTWARE CORP.</a:t>
            </a:r>
            <a:endParaRPr sz="1400">
              <a:solidFill>
                <a:schemeClr val="bg1"/>
              </a:solidFill>
              <a:cs typeface="微软雅黑 Light" panose="020B0502040204020203" charset="-122"/>
            </a:endParaRPr>
          </a:p>
        </p:txBody>
      </p:sp>
      <p:sp>
        <p:nvSpPr>
          <p:cNvPr id="3" name="标题 1"/>
          <p:cNvSpPr>
            <a:spLocks noGrp="1"/>
          </p:cNvSpPr>
          <p:nvPr>
            <p:custDataLst>
              <p:tags r:id="rId10"/>
            </p:custDataLst>
          </p:nvPr>
        </p:nvSpPr>
        <p:spPr>
          <a:xfrm>
            <a:off x="1466850" y="3239135"/>
            <a:ext cx="7830820" cy="486410"/>
          </a:xfrm>
          <a:prstGeom prst="rect">
            <a:avLst/>
          </a:prstGeom>
        </p:spPr>
        <p:txBody>
          <a:bodyPr vert="horz" lIns="90170" tIns="46990" rIns="90170" bIns="46990" rtlCol="0" anchor="ctr" anchorCtr="0">
            <a:noAutofit/>
          </a:bodyPr>
          <a:lstStyle>
            <a:lvl1pPr>
              <a:defRPr sz="6000">
                <a:solidFill>
                  <a:srgbClr val="1D43F3"/>
                </a:solidFill>
              </a:defRPr>
            </a:lvl1pPr>
          </a:lstStyle>
          <a:p>
            <a:r>
              <a:rPr lang="zh-CN" altLang="en-US" sz="2000" b="1">
                <a:solidFill>
                  <a:schemeClr val="bg1"/>
                </a:solidFill>
                <a:sym typeface="+mn-ea"/>
              </a:rPr>
              <a:t>基于智付校园平台升级的</a:t>
            </a:r>
            <a:r>
              <a:rPr lang="en-US" altLang="zh-CN" sz="2000" b="1">
                <a:solidFill>
                  <a:schemeClr val="bg1"/>
                </a:solidFill>
                <a:sym typeface="+mn-ea"/>
              </a:rPr>
              <a:t>“</a:t>
            </a:r>
            <a:r>
              <a:rPr lang="zh-CN" altLang="en-US" sz="2000" b="1">
                <a:solidFill>
                  <a:schemeClr val="bg1"/>
                </a:solidFill>
                <a:sym typeface="+mn-ea"/>
              </a:rPr>
              <a:t>平台</a:t>
            </a:r>
            <a:r>
              <a:rPr lang="en-US" altLang="zh-CN" sz="2000" b="1">
                <a:solidFill>
                  <a:schemeClr val="bg1"/>
                </a:solidFill>
                <a:sym typeface="+mn-ea"/>
              </a:rPr>
              <a:t> + </a:t>
            </a:r>
            <a:r>
              <a:rPr lang="zh-CN" altLang="en-US" sz="2000" b="1">
                <a:solidFill>
                  <a:schemeClr val="bg1"/>
                </a:solidFill>
                <a:sym typeface="+mn-ea"/>
              </a:rPr>
              <a:t>服务</a:t>
            </a:r>
            <a:r>
              <a:rPr lang="en-US" altLang="zh-CN" sz="2000" b="1">
                <a:solidFill>
                  <a:schemeClr val="bg1"/>
                </a:solidFill>
                <a:sym typeface="+mn-ea"/>
              </a:rPr>
              <a:t> + </a:t>
            </a:r>
            <a:r>
              <a:rPr lang="zh-CN" altLang="en-US" sz="2000" b="1">
                <a:solidFill>
                  <a:schemeClr val="bg1"/>
                </a:solidFill>
                <a:sym typeface="+mn-ea"/>
              </a:rPr>
              <a:t>运营</a:t>
            </a:r>
            <a:r>
              <a:rPr lang="en-US" altLang="zh-CN" sz="2000" b="1">
                <a:solidFill>
                  <a:schemeClr val="bg1"/>
                </a:solidFill>
                <a:sym typeface="+mn-ea"/>
              </a:rPr>
              <a:t>”</a:t>
            </a:r>
            <a:r>
              <a:rPr lang="zh-CN" altLang="en-US" sz="2000" b="1">
                <a:solidFill>
                  <a:schemeClr val="bg1"/>
                </a:solidFill>
                <a:sym typeface="+mn-ea"/>
              </a:rPr>
              <a:t>三位一体模式</a:t>
            </a:r>
            <a:endParaRPr lang="zh-CN" altLang="en-US" sz="2000" b="1">
              <a:solidFill>
                <a:schemeClr val="bg1"/>
              </a:solidFill>
              <a:sym typeface="+mn-ea"/>
            </a:endParaRPr>
          </a:p>
        </p:txBody>
      </p:sp>
    </p:spTree>
    <p:custDataLst>
      <p:tags r:id="rId11"/>
    </p:custData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文本框 1"/>
          <p:cNvSpPr txBox="1"/>
          <p:nvPr/>
        </p:nvSpPr>
        <p:spPr>
          <a:xfrm>
            <a:off x="2058670" y="1176020"/>
            <a:ext cx="8074660" cy="1753235"/>
          </a:xfrm>
          <a:prstGeom prst="rect">
            <a:avLst/>
          </a:prstGeom>
          <a:noFill/>
        </p:spPr>
        <p:txBody>
          <a:bodyPr wrap="square" rtlCol="0">
            <a:spAutoFit/>
          </a:bodyPr>
          <a:p>
            <a:pPr algn="just">
              <a:lnSpc>
                <a:spcPct val="150000"/>
              </a:lnSpc>
            </a:pPr>
            <a:r>
              <a:rPr lang="zh-CN" altLang="en-US">
                <a:latin typeface="+mn-ea"/>
                <a:cs typeface="+mn-ea"/>
              </a:rPr>
              <a:t>课后服务不仅是放学后的延伸安排，更是教育公平与质量的重要支点。它决定了学生在课堂之外，能否获得安全、有温度且高质量的成长空间；它是落实</a:t>
            </a:r>
            <a:r>
              <a:rPr lang="en-US" altLang="zh-CN">
                <a:latin typeface="+mn-ea"/>
                <a:cs typeface="+mn-ea"/>
              </a:rPr>
              <a:t>“</a:t>
            </a:r>
            <a:r>
              <a:rPr lang="zh-CN" altLang="en-US">
                <a:latin typeface="+mn-ea"/>
                <a:cs typeface="+mn-ea"/>
              </a:rPr>
              <a:t>双减</a:t>
            </a:r>
            <a:r>
              <a:rPr lang="en-US" altLang="zh-CN">
                <a:latin typeface="+mn-ea"/>
                <a:cs typeface="+mn-ea"/>
              </a:rPr>
              <a:t>”</a:t>
            </a:r>
            <a:r>
              <a:rPr lang="zh-CN" altLang="en-US">
                <a:latin typeface="+mn-ea"/>
                <a:cs typeface="+mn-ea"/>
              </a:rPr>
              <a:t>、提升课堂教学成效的关键环节；同时，也是教育局在资源统筹、安全监管和治理能力上的集中体现。</a:t>
            </a:r>
            <a:endParaRPr lang="zh-CN" altLang="en-US">
              <a:latin typeface="+mn-ea"/>
              <a:cs typeface="+mn-ea"/>
            </a:endParaRPr>
          </a:p>
        </p:txBody>
      </p:sp>
    </p:spTree>
    <p:custDataLst>
      <p:tags r:id="rId1"/>
    </p:custData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descr="资源 91"/>
          <p:cNvPicPr>
            <a:picLocks noChangeAspect="1"/>
          </p:cNvPicPr>
          <p:nvPr/>
        </p:nvPicPr>
        <p:blipFill>
          <a:blip r:embed="rId1"/>
          <a:srcRect t="9896"/>
          <a:stretch>
            <a:fillRect/>
          </a:stretch>
        </p:blipFill>
        <p:spPr>
          <a:xfrm>
            <a:off x="0" y="0"/>
            <a:ext cx="12190730" cy="6891655"/>
          </a:xfrm>
          <a:prstGeom prst="rect">
            <a:avLst/>
          </a:prstGeom>
        </p:spPr>
      </p:pic>
      <p:sp>
        <p:nvSpPr>
          <p:cNvPr id="51" name="矩形 50"/>
          <p:cNvSpPr/>
          <p:nvPr/>
        </p:nvSpPr>
        <p:spPr>
          <a:xfrm>
            <a:off x="0" y="0"/>
            <a:ext cx="12192000" cy="4824095"/>
          </a:xfrm>
          <a:prstGeom prst="rect">
            <a:avLst/>
          </a:prstGeom>
          <a:gradFill>
            <a:gsLst>
              <a:gs pos="0">
                <a:srgbClr val="033885"/>
              </a:gs>
              <a:gs pos="100000">
                <a:srgbClr val="033885">
                  <a:alpha val="0"/>
                </a:srgbClr>
              </a:gs>
            </a:gsLst>
            <a:lin ang="5400000" scaled="0"/>
          </a:gra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pic>
        <p:nvPicPr>
          <p:cNvPr id="26" name="图片 25" descr="资源 81"/>
          <p:cNvPicPr>
            <a:picLocks noChangeAspect="1"/>
          </p:cNvPicPr>
          <p:nvPr/>
        </p:nvPicPr>
        <p:blipFill>
          <a:blip r:embed="rId2"/>
          <a:stretch>
            <a:fillRect/>
          </a:stretch>
        </p:blipFill>
        <p:spPr>
          <a:xfrm>
            <a:off x="0" y="952500"/>
            <a:ext cx="2117725" cy="4417060"/>
          </a:xfrm>
          <a:prstGeom prst="rect">
            <a:avLst/>
          </a:prstGeom>
        </p:spPr>
      </p:pic>
      <p:cxnSp>
        <p:nvCxnSpPr>
          <p:cNvPr id="126" name="直接连接符 125"/>
          <p:cNvCxnSpPr/>
          <p:nvPr>
            <p:custDataLst>
              <p:tags r:id="rId3"/>
            </p:custDataLst>
          </p:nvPr>
        </p:nvCxnSpPr>
        <p:spPr>
          <a:xfrm>
            <a:off x="6181090" y="-1191895"/>
            <a:ext cx="1284605" cy="0"/>
          </a:xfrm>
          <a:prstGeom prst="line">
            <a:avLst/>
          </a:prstGeom>
          <a:ln w="19050">
            <a:solidFill>
              <a:schemeClr val="bg1">
                <a:lumMod val="75000"/>
              </a:schemeClr>
            </a:solidFill>
            <a:prstDash val="lgDashDotDot"/>
          </a:ln>
        </p:spPr>
        <p:style>
          <a:lnRef idx="1">
            <a:schemeClr val="accent1"/>
          </a:lnRef>
          <a:fillRef idx="0">
            <a:schemeClr val="accent1"/>
          </a:fillRef>
          <a:effectRef idx="0">
            <a:schemeClr val="accent1"/>
          </a:effectRef>
          <a:fontRef idx="minor">
            <a:schemeClr val="tx1"/>
          </a:fontRef>
        </p:style>
      </p:cxnSp>
      <p:grpSp>
        <p:nvGrpSpPr>
          <p:cNvPr id="12" name="组合 11"/>
          <p:cNvGrpSpPr/>
          <p:nvPr/>
        </p:nvGrpSpPr>
        <p:grpSpPr>
          <a:xfrm>
            <a:off x="793115" y="-391160"/>
            <a:ext cx="2152650" cy="2590800"/>
            <a:chOff x="1448" y="0"/>
            <a:chExt cx="3390" cy="4080"/>
          </a:xfrm>
        </p:grpSpPr>
        <p:pic>
          <p:nvPicPr>
            <p:cNvPr id="20" name="图片 19" descr="资源 6"/>
            <p:cNvPicPr>
              <a:picLocks noChangeAspect="1"/>
            </p:cNvPicPr>
            <p:nvPr>
              <p:custDataLst>
                <p:tags r:id="rId4"/>
              </p:custDataLst>
            </p:nvPr>
          </p:nvPicPr>
          <p:blipFill>
            <a:blip r:embed="rId5"/>
            <a:stretch>
              <a:fillRect/>
            </a:stretch>
          </p:blipFill>
          <p:spPr>
            <a:xfrm>
              <a:off x="1448" y="0"/>
              <a:ext cx="3390" cy="4080"/>
            </a:xfrm>
            <a:prstGeom prst="rect">
              <a:avLst/>
            </a:prstGeom>
          </p:spPr>
        </p:pic>
        <p:sp>
          <p:nvSpPr>
            <p:cNvPr id="21" name="标题 8"/>
            <p:cNvSpPr>
              <a:spLocks noGrp="1"/>
            </p:cNvSpPr>
            <p:nvPr>
              <p:custDataLst>
                <p:tags r:id="rId6"/>
              </p:custDataLst>
            </p:nvPr>
          </p:nvSpPr>
          <p:spPr>
            <a:xfrm>
              <a:off x="2003" y="973"/>
              <a:ext cx="2267" cy="2122"/>
            </a:xfrm>
            <a:prstGeom prst="rect">
              <a:avLst/>
            </a:prstGeom>
          </p:spPr>
          <p:txBody>
            <a:bodyPr vert="horz" lIns="90170" tIns="46990" rIns="90170" bIns="46990" rtlCol="0" anchor="ctr" anchorCtr="0">
              <a:noAutofit/>
            </a:bodyPr>
            <a:lstStyle>
              <a:lvl1pPr>
                <a:defRPr sz="6000">
                  <a:solidFill>
                    <a:srgbClr val="1D43F3"/>
                  </a:solidFill>
                </a:defRPr>
              </a:lvl1pPr>
            </a:lstStyle>
            <a:p>
              <a:pPr algn="dist">
                <a:lnSpc>
                  <a:spcPct val="90000"/>
                </a:lnSpc>
              </a:pPr>
              <a:r>
                <a:rPr lang="zh-CN" altLang="en-US" sz="4800" b="1">
                  <a:solidFill>
                    <a:schemeClr val="bg1"/>
                  </a:solidFill>
                  <a:cs typeface="微软雅黑 Light" panose="020B0502040204020203" charset="-122"/>
                </a:rPr>
                <a:t>目录</a:t>
              </a:r>
              <a:endParaRPr lang="zh-CN" altLang="en-US" sz="4800" b="1">
                <a:solidFill>
                  <a:schemeClr val="bg1"/>
                </a:solidFill>
                <a:cs typeface="微软雅黑 Light" panose="020B0502040204020203" charset="-122"/>
              </a:endParaRPr>
            </a:p>
          </p:txBody>
        </p:sp>
        <p:sp>
          <p:nvSpPr>
            <p:cNvPr id="22" name="矩形 21"/>
            <p:cNvSpPr/>
            <p:nvPr>
              <p:custDataLst>
                <p:tags r:id="rId7"/>
              </p:custDataLst>
            </p:nvPr>
          </p:nvSpPr>
          <p:spPr>
            <a:xfrm>
              <a:off x="1448" y="4"/>
              <a:ext cx="213" cy="4075"/>
            </a:xfrm>
            <a:prstGeom prst="rect">
              <a:avLst/>
            </a:prstGeom>
            <a:solidFill>
              <a:srgbClr val="D4A979"/>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cs typeface="微软雅黑 Light" panose="020B0502040204020203" charset="-122"/>
              </a:endParaRPr>
            </a:p>
          </p:txBody>
        </p:sp>
        <p:sp>
          <p:nvSpPr>
            <p:cNvPr id="24" name="标题 8"/>
            <p:cNvSpPr>
              <a:spLocks noGrp="1"/>
            </p:cNvSpPr>
            <p:nvPr>
              <p:custDataLst>
                <p:tags r:id="rId8"/>
              </p:custDataLst>
            </p:nvPr>
          </p:nvSpPr>
          <p:spPr>
            <a:xfrm>
              <a:off x="2003" y="2441"/>
              <a:ext cx="2557" cy="1157"/>
            </a:xfrm>
            <a:prstGeom prst="rect">
              <a:avLst/>
            </a:prstGeom>
          </p:spPr>
          <p:txBody>
            <a:bodyPr vert="horz" lIns="90170" tIns="46990" rIns="90170" bIns="46990" rtlCol="0" anchor="ctr" anchorCtr="0">
              <a:noAutofit/>
            </a:bodyPr>
            <a:lstStyle>
              <a:lvl1pPr>
                <a:defRPr sz="6000">
                  <a:solidFill>
                    <a:srgbClr val="1D43F3"/>
                  </a:solidFill>
                </a:defRPr>
              </a:lvl1pPr>
            </a:lstStyle>
            <a:p>
              <a:r>
                <a:rPr lang="en-US" sz="1800" i="1">
                  <a:solidFill>
                    <a:schemeClr val="bg1"/>
                  </a:solidFill>
                  <a:cs typeface="微软雅黑 Light" panose="020B0502040204020203" charset="-122"/>
                </a:rPr>
                <a:t>CONTENTS</a:t>
              </a:r>
              <a:endParaRPr lang="en-US" sz="1800" i="1">
                <a:solidFill>
                  <a:schemeClr val="bg1"/>
                </a:solidFill>
                <a:cs typeface="微软雅黑 Light" panose="020B0502040204020203" charset="-122"/>
              </a:endParaRPr>
            </a:p>
          </p:txBody>
        </p:sp>
      </p:grpSp>
      <p:pic>
        <p:nvPicPr>
          <p:cNvPr id="33" name="图片 32" descr="资源 71"/>
          <p:cNvPicPr>
            <a:picLocks noChangeAspect="1"/>
          </p:cNvPicPr>
          <p:nvPr/>
        </p:nvPicPr>
        <p:blipFill>
          <a:blip r:embed="rId9">
            <a:alphaModFix amt="30000"/>
          </a:blip>
          <a:stretch>
            <a:fillRect/>
          </a:stretch>
        </p:blipFill>
        <p:spPr>
          <a:xfrm>
            <a:off x="9309100" y="-19050"/>
            <a:ext cx="2889885" cy="6858000"/>
          </a:xfrm>
          <a:prstGeom prst="rect">
            <a:avLst/>
          </a:prstGeom>
        </p:spPr>
      </p:pic>
      <p:grpSp>
        <p:nvGrpSpPr>
          <p:cNvPr id="58" name="组合 57"/>
          <p:cNvGrpSpPr/>
          <p:nvPr/>
        </p:nvGrpSpPr>
        <p:grpSpPr>
          <a:xfrm>
            <a:off x="1275080" y="2262505"/>
            <a:ext cx="2131060" cy="652145"/>
            <a:chOff x="1227" y="4050"/>
            <a:chExt cx="3356" cy="1027"/>
          </a:xfrm>
        </p:grpSpPr>
        <p:sp>
          <p:nvSpPr>
            <p:cNvPr id="32" name="PA-文本框 8"/>
            <p:cNvSpPr txBox="1"/>
            <p:nvPr>
              <p:custDataLst>
                <p:tags r:id="rId10"/>
              </p:custDataLst>
            </p:nvPr>
          </p:nvSpPr>
          <p:spPr>
            <a:xfrm>
              <a:off x="1689" y="4206"/>
              <a:ext cx="2894" cy="580"/>
            </a:xfrm>
            <a:prstGeom prst="rect">
              <a:avLst/>
            </a:prstGeom>
            <a:noFill/>
          </p:spPr>
          <p:txBody>
            <a:bodyPr wrap="square" rtlCol="0">
              <a:spAutoFit/>
              <a:scene3d>
                <a:camera prst="orthographicFront"/>
                <a:lightRig rig="threePt" dir="t"/>
              </a:scene3d>
              <a:sp3d contourW="12700"/>
            </a:bodyPr>
            <a:p>
              <a:pPr algn="l"/>
              <a:r>
                <a:rPr lang="zh-CN" altLang="en-US" b="1" dirty="0">
                  <a:solidFill>
                    <a:schemeClr val="bg1"/>
                  </a:solidFill>
                  <a:latin typeface="微软雅黑" panose="020B0503020204020204" charset="-122"/>
                  <a:ea typeface="微软雅黑" panose="020B0503020204020204" charset="-122"/>
                  <a:cs typeface="微软雅黑 Light" panose="020B0502040204020203" charset="-122"/>
                </a:rPr>
                <a:t>政策背景</a:t>
              </a:r>
              <a:endParaRPr lang="zh-CN" altLang="en-US" b="1" dirty="0">
                <a:solidFill>
                  <a:schemeClr val="bg1"/>
                </a:solidFill>
                <a:latin typeface="微软雅黑" panose="020B0503020204020204" charset="-122"/>
                <a:ea typeface="微软雅黑" panose="020B0503020204020204" charset="-122"/>
                <a:cs typeface="微软雅黑 Light" panose="020B0502040204020203" charset="-122"/>
              </a:endParaRPr>
            </a:p>
          </p:txBody>
        </p:sp>
        <p:sp>
          <p:nvSpPr>
            <p:cNvPr id="2" name="文本框 1"/>
            <p:cNvSpPr txBox="1"/>
            <p:nvPr/>
          </p:nvSpPr>
          <p:spPr>
            <a:xfrm>
              <a:off x="1227" y="4050"/>
              <a:ext cx="1122" cy="1027"/>
            </a:xfrm>
            <a:prstGeom prst="rect">
              <a:avLst/>
            </a:prstGeom>
            <a:noFill/>
          </p:spPr>
          <p:txBody>
            <a:bodyPr wrap="square" rtlCol="0">
              <a:noAutofit/>
            </a:bodyPr>
            <a:p>
              <a:pPr algn="l">
                <a:buClrTx/>
                <a:buSzTx/>
                <a:buFontTx/>
              </a:pPr>
              <a:r>
                <a:rPr lang="en-US" altLang="zh-CN" sz="4000" b="1">
                  <a:ln>
                    <a:gradFill>
                      <a:gsLst>
                        <a:gs pos="0">
                          <a:schemeClr val="bg1"/>
                        </a:gs>
                        <a:gs pos="75000">
                          <a:schemeClr val="bg1">
                            <a:alpha val="0"/>
                          </a:schemeClr>
                        </a:gs>
                      </a:gsLst>
                      <a:lin ang="5400000" scaled="0"/>
                    </a:gradFill>
                  </a:ln>
                  <a:noFill/>
                  <a:latin typeface="+mn-ea"/>
                </a:rPr>
                <a:t>1</a:t>
              </a:r>
              <a:endParaRPr lang="en-US" altLang="zh-CN" sz="4000" b="1">
                <a:ln>
                  <a:gradFill>
                    <a:gsLst>
                      <a:gs pos="0">
                        <a:schemeClr val="bg1"/>
                      </a:gs>
                      <a:gs pos="75000">
                        <a:schemeClr val="bg1">
                          <a:alpha val="0"/>
                        </a:schemeClr>
                      </a:gs>
                    </a:gsLst>
                    <a:lin ang="5400000" scaled="0"/>
                  </a:gradFill>
                </a:ln>
                <a:noFill/>
                <a:latin typeface="+mn-ea"/>
              </a:endParaRPr>
            </a:p>
          </p:txBody>
        </p:sp>
      </p:grpSp>
      <p:grpSp>
        <p:nvGrpSpPr>
          <p:cNvPr id="57" name="组合 56"/>
          <p:cNvGrpSpPr/>
          <p:nvPr/>
        </p:nvGrpSpPr>
        <p:grpSpPr>
          <a:xfrm>
            <a:off x="1275080" y="3170555"/>
            <a:ext cx="2285365" cy="605155"/>
            <a:chOff x="5669" y="2414"/>
            <a:chExt cx="3599" cy="953"/>
          </a:xfrm>
        </p:grpSpPr>
        <p:sp>
          <p:nvSpPr>
            <p:cNvPr id="3" name="PA-文本框 8"/>
            <p:cNvSpPr txBox="1"/>
            <p:nvPr>
              <p:custDataLst>
                <p:tags r:id="rId11"/>
              </p:custDataLst>
            </p:nvPr>
          </p:nvSpPr>
          <p:spPr>
            <a:xfrm>
              <a:off x="6192" y="2631"/>
              <a:ext cx="3076" cy="580"/>
            </a:xfrm>
            <a:prstGeom prst="rect">
              <a:avLst/>
            </a:prstGeom>
            <a:noFill/>
          </p:spPr>
          <p:txBody>
            <a:bodyPr wrap="square" rtlCol="0">
              <a:spAutoFit/>
              <a:scene3d>
                <a:camera prst="orthographicFront"/>
                <a:lightRig rig="threePt" dir="t"/>
              </a:scene3d>
              <a:sp3d contourW="12700"/>
            </a:bodyPr>
            <a:p>
              <a:pPr algn="l"/>
              <a:r>
                <a:rPr lang="zh-CN" altLang="en-US" b="1" dirty="0">
                  <a:solidFill>
                    <a:schemeClr val="bg1"/>
                  </a:solidFill>
                  <a:latin typeface="微软雅黑" panose="020B0503020204020204" charset="-122"/>
                  <a:ea typeface="微软雅黑" panose="020B0503020204020204" charset="-122"/>
                  <a:cs typeface="微软雅黑 Light" panose="020B0502040204020203" charset="-122"/>
                </a:rPr>
                <a:t>工作痛点与挑战</a:t>
              </a:r>
              <a:endParaRPr lang="zh-CN" altLang="en-US" b="1" dirty="0">
                <a:solidFill>
                  <a:schemeClr val="bg1"/>
                </a:solidFill>
                <a:latin typeface="微软雅黑" panose="020B0503020204020204" charset="-122"/>
                <a:ea typeface="微软雅黑" panose="020B0503020204020204" charset="-122"/>
                <a:cs typeface="微软雅黑 Light" panose="020B0502040204020203" charset="-122"/>
              </a:endParaRPr>
            </a:p>
          </p:txBody>
        </p:sp>
        <p:sp>
          <p:nvSpPr>
            <p:cNvPr id="6" name="文本框 5"/>
            <p:cNvSpPr txBox="1"/>
            <p:nvPr/>
          </p:nvSpPr>
          <p:spPr>
            <a:xfrm>
              <a:off x="5669" y="2414"/>
              <a:ext cx="1122" cy="953"/>
            </a:xfrm>
            <a:prstGeom prst="rect">
              <a:avLst/>
            </a:prstGeom>
            <a:noFill/>
          </p:spPr>
          <p:txBody>
            <a:bodyPr wrap="square" rtlCol="0">
              <a:noAutofit/>
            </a:bodyPr>
            <a:p>
              <a:pPr algn="l">
                <a:buClrTx/>
                <a:buSzTx/>
                <a:buFontTx/>
              </a:pPr>
              <a:r>
                <a:rPr lang="en-US" altLang="zh-CN" sz="4000" b="1">
                  <a:ln>
                    <a:gradFill>
                      <a:gsLst>
                        <a:gs pos="0">
                          <a:schemeClr val="bg1"/>
                        </a:gs>
                        <a:gs pos="75000">
                          <a:schemeClr val="bg1">
                            <a:alpha val="0"/>
                          </a:schemeClr>
                        </a:gs>
                      </a:gsLst>
                      <a:lin ang="5400000" scaled="0"/>
                    </a:gradFill>
                  </a:ln>
                  <a:noFill/>
                  <a:latin typeface="+mn-ea"/>
                </a:rPr>
                <a:t>2</a:t>
              </a:r>
              <a:endParaRPr lang="en-US" altLang="zh-CN" sz="4000" b="1">
                <a:ln>
                  <a:gradFill>
                    <a:gsLst>
                      <a:gs pos="0">
                        <a:schemeClr val="bg1"/>
                      </a:gs>
                      <a:gs pos="75000">
                        <a:schemeClr val="bg1">
                          <a:alpha val="0"/>
                        </a:schemeClr>
                      </a:gs>
                    </a:gsLst>
                    <a:lin ang="5400000" scaled="0"/>
                  </a:gradFill>
                </a:ln>
                <a:noFill/>
                <a:latin typeface="+mn-ea"/>
              </a:endParaRPr>
            </a:p>
          </p:txBody>
        </p:sp>
      </p:grpSp>
      <p:grpSp>
        <p:nvGrpSpPr>
          <p:cNvPr id="59" name="组合 58"/>
          <p:cNvGrpSpPr/>
          <p:nvPr/>
        </p:nvGrpSpPr>
        <p:grpSpPr>
          <a:xfrm>
            <a:off x="3715385" y="1459230"/>
            <a:ext cx="2552700" cy="709930"/>
            <a:chOff x="5669" y="4022"/>
            <a:chExt cx="4020" cy="1118"/>
          </a:xfrm>
        </p:grpSpPr>
        <p:sp>
          <p:nvSpPr>
            <p:cNvPr id="9" name="PA-文本框 8"/>
            <p:cNvSpPr txBox="1"/>
            <p:nvPr>
              <p:custDataLst>
                <p:tags r:id="rId12"/>
              </p:custDataLst>
            </p:nvPr>
          </p:nvSpPr>
          <p:spPr>
            <a:xfrm>
              <a:off x="6192" y="4239"/>
              <a:ext cx="3497" cy="580"/>
            </a:xfrm>
            <a:prstGeom prst="rect">
              <a:avLst/>
            </a:prstGeom>
            <a:noFill/>
          </p:spPr>
          <p:txBody>
            <a:bodyPr wrap="square" rtlCol="0">
              <a:spAutoFit/>
              <a:scene3d>
                <a:camera prst="orthographicFront"/>
                <a:lightRig rig="threePt" dir="t"/>
              </a:scene3d>
              <a:sp3d contourW="12700"/>
            </a:bodyPr>
            <a:p>
              <a:pPr algn="l"/>
              <a:r>
                <a:rPr lang="zh-CN" altLang="en-US" b="1" dirty="0">
                  <a:solidFill>
                    <a:schemeClr val="bg1"/>
                  </a:solidFill>
                  <a:latin typeface="微软雅黑" panose="020B0503020204020204" charset="-122"/>
                  <a:ea typeface="微软雅黑" panose="020B0503020204020204" charset="-122"/>
                  <a:cs typeface="微软雅黑 Light" panose="020B0502040204020203" charset="-122"/>
                </a:rPr>
                <a:t>四大</a:t>
              </a:r>
              <a:r>
                <a:rPr lang="zh-CN" altLang="en-US" b="1" dirty="0">
                  <a:solidFill>
                    <a:schemeClr val="bg1"/>
                  </a:solidFill>
                  <a:latin typeface="微软雅黑" panose="020B0503020204020204" charset="-122"/>
                  <a:ea typeface="微软雅黑" panose="020B0503020204020204" charset="-122"/>
                  <a:cs typeface="微软雅黑 Light" panose="020B0502040204020203" charset="-122"/>
                </a:rPr>
                <a:t>目标</a:t>
              </a:r>
              <a:endParaRPr lang="zh-CN" altLang="en-US" b="1" dirty="0">
                <a:solidFill>
                  <a:schemeClr val="bg1"/>
                </a:solidFill>
                <a:latin typeface="微软雅黑" panose="020B0503020204020204" charset="-122"/>
                <a:ea typeface="微软雅黑" panose="020B0503020204020204" charset="-122"/>
                <a:cs typeface="微软雅黑 Light" panose="020B0502040204020203" charset="-122"/>
              </a:endParaRPr>
            </a:p>
          </p:txBody>
        </p:sp>
        <p:sp>
          <p:nvSpPr>
            <p:cNvPr id="11" name="文本框 10"/>
            <p:cNvSpPr txBox="1"/>
            <p:nvPr/>
          </p:nvSpPr>
          <p:spPr>
            <a:xfrm>
              <a:off x="5669" y="4022"/>
              <a:ext cx="1122" cy="1118"/>
            </a:xfrm>
            <a:prstGeom prst="rect">
              <a:avLst/>
            </a:prstGeom>
            <a:noFill/>
          </p:spPr>
          <p:txBody>
            <a:bodyPr wrap="square" rtlCol="0">
              <a:noAutofit/>
            </a:bodyPr>
            <a:p>
              <a:pPr algn="l">
                <a:buClrTx/>
                <a:buSzTx/>
                <a:buFontTx/>
              </a:pPr>
              <a:r>
                <a:rPr lang="en-US" altLang="zh-CN" sz="4000" b="1">
                  <a:ln>
                    <a:gradFill>
                      <a:gsLst>
                        <a:gs pos="0">
                          <a:schemeClr val="bg1"/>
                        </a:gs>
                        <a:gs pos="75000">
                          <a:schemeClr val="bg1">
                            <a:alpha val="0"/>
                          </a:schemeClr>
                        </a:gs>
                      </a:gsLst>
                      <a:lin ang="5400000" scaled="0"/>
                    </a:gradFill>
                  </a:ln>
                  <a:noFill/>
                  <a:latin typeface="+mn-ea"/>
                </a:rPr>
                <a:t>3</a:t>
              </a:r>
              <a:endParaRPr lang="en-US" altLang="zh-CN" sz="4000" b="1">
                <a:ln>
                  <a:gradFill>
                    <a:gsLst>
                      <a:gs pos="0">
                        <a:schemeClr val="bg1"/>
                      </a:gs>
                      <a:gs pos="75000">
                        <a:schemeClr val="bg1">
                          <a:alpha val="0"/>
                        </a:schemeClr>
                      </a:gs>
                    </a:gsLst>
                    <a:lin ang="5400000" scaled="0"/>
                  </a:gradFill>
                </a:ln>
                <a:noFill/>
                <a:latin typeface="+mn-ea"/>
              </a:endParaRPr>
            </a:p>
          </p:txBody>
        </p:sp>
      </p:grpSp>
      <p:grpSp>
        <p:nvGrpSpPr>
          <p:cNvPr id="60" name="组合 59"/>
          <p:cNvGrpSpPr/>
          <p:nvPr/>
        </p:nvGrpSpPr>
        <p:grpSpPr>
          <a:xfrm>
            <a:off x="3715385" y="2262505"/>
            <a:ext cx="2425700" cy="782955"/>
            <a:chOff x="5669" y="5525"/>
            <a:chExt cx="3820" cy="1233"/>
          </a:xfrm>
        </p:grpSpPr>
        <p:sp>
          <p:nvSpPr>
            <p:cNvPr id="14" name="PA-文本框 8"/>
            <p:cNvSpPr txBox="1"/>
            <p:nvPr>
              <p:custDataLst>
                <p:tags r:id="rId13"/>
              </p:custDataLst>
            </p:nvPr>
          </p:nvSpPr>
          <p:spPr>
            <a:xfrm>
              <a:off x="6192" y="5742"/>
              <a:ext cx="3297" cy="1016"/>
            </a:xfrm>
            <a:prstGeom prst="rect">
              <a:avLst/>
            </a:prstGeom>
            <a:noFill/>
          </p:spPr>
          <p:txBody>
            <a:bodyPr wrap="square" rtlCol="0">
              <a:spAutoFit/>
              <a:scene3d>
                <a:camera prst="orthographicFront"/>
                <a:lightRig rig="threePt" dir="t"/>
              </a:scene3d>
              <a:sp3d contourW="12700"/>
            </a:bodyPr>
            <a:p>
              <a:pPr algn="l"/>
              <a:r>
                <a:rPr lang="zh-CN" altLang="en-US" b="1" dirty="0">
                  <a:solidFill>
                    <a:schemeClr val="bg1"/>
                  </a:solidFill>
                  <a:latin typeface="微软雅黑" panose="020B0503020204020204" charset="-122"/>
                  <a:ea typeface="微软雅黑" panose="020B0503020204020204" charset="-122"/>
                  <a:cs typeface="微软雅黑 Light" panose="020B0502040204020203" charset="-122"/>
                </a:rPr>
                <a:t>三位一体</a:t>
              </a:r>
              <a:endParaRPr lang="zh-CN" altLang="en-US" b="1" dirty="0">
                <a:solidFill>
                  <a:schemeClr val="bg1"/>
                </a:solidFill>
                <a:latin typeface="微软雅黑" panose="020B0503020204020204" charset="-122"/>
                <a:ea typeface="微软雅黑" panose="020B0503020204020204" charset="-122"/>
                <a:cs typeface="微软雅黑 Light" panose="020B0502040204020203" charset="-122"/>
              </a:endParaRPr>
            </a:p>
            <a:p>
              <a:pPr algn="l"/>
              <a:r>
                <a:rPr lang="zh-CN" altLang="en-US" b="1" dirty="0">
                  <a:solidFill>
                    <a:schemeClr val="bg1"/>
                  </a:solidFill>
                  <a:latin typeface="微软雅黑" panose="020B0503020204020204" charset="-122"/>
                  <a:ea typeface="微软雅黑" panose="020B0503020204020204" charset="-122"/>
                  <a:cs typeface="微软雅黑 Light" panose="020B0502040204020203" charset="-122"/>
                </a:rPr>
                <a:t>课后服务</a:t>
              </a:r>
              <a:r>
                <a:rPr lang="zh-CN" altLang="en-US" b="1" dirty="0">
                  <a:solidFill>
                    <a:schemeClr val="bg1"/>
                  </a:solidFill>
                  <a:latin typeface="微软雅黑" panose="020B0503020204020204" charset="-122"/>
                  <a:ea typeface="微软雅黑" panose="020B0503020204020204" charset="-122"/>
                  <a:cs typeface="微软雅黑 Light" panose="020B0502040204020203" charset="-122"/>
                </a:rPr>
                <a:t>模式</a:t>
              </a:r>
              <a:endParaRPr lang="zh-CN" altLang="en-US" b="1" dirty="0">
                <a:solidFill>
                  <a:schemeClr val="bg1"/>
                </a:solidFill>
                <a:latin typeface="微软雅黑" panose="020B0503020204020204" charset="-122"/>
                <a:ea typeface="微软雅黑" panose="020B0503020204020204" charset="-122"/>
                <a:cs typeface="微软雅黑 Light" panose="020B0502040204020203" charset="-122"/>
              </a:endParaRPr>
            </a:p>
          </p:txBody>
        </p:sp>
        <p:sp>
          <p:nvSpPr>
            <p:cNvPr id="16" name="文本框 15"/>
            <p:cNvSpPr txBox="1"/>
            <p:nvPr/>
          </p:nvSpPr>
          <p:spPr>
            <a:xfrm>
              <a:off x="5669" y="5525"/>
              <a:ext cx="1122" cy="1028"/>
            </a:xfrm>
            <a:prstGeom prst="rect">
              <a:avLst/>
            </a:prstGeom>
            <a:noFill/>
          </p:spPr>
          <p:txBody>
            <a:bodyPr wrap="square" rtlCol="0">
              <a:noAutofit/>
            </a:bodyPr>
            <a:p>
              <a:pPr algn="l">
                <a:buClrTx/>
                <a:buSzTx/>
                <a:buFontTx/>
              </a:pPr>
              <a:r>
                <a:rPr lang="en-US" altLang="zh-CN" sz="4000" b="1">
                  <a:ln>
                    <a:gradFill>
                      <a:gsLst>
                        <a:gs pos="0">
                          <a:schemeClr val="bg1"/>
                        </a:gs>
                        <a:gs pos="75000">
                          <a:schemeClr val="bg1">
                            <a:alpha val="0"/>
                          </a:schemeClr>
                        </a:gs>
                      </a:gsLst>
                      <a:lin ang="5400000" scaled="0"/>
                    </a:gradFill>
                  </a:ln>
                  <a:noFill/>
                  <a:latin typeface="+mn-ea"/>
                </a:rPr>
                <a:t>4</a:t>
              </a:r>
              <a:endParaRPr lang="en-US" altLang="zh-CN" sz="4000" b="1">
                <a:ln>
                  <a:gradFill>
                    <a:gsLst>
                      <a:gs pos="0">
                        <a:schemeClr val="bg1"/>
                      </a:gs>
                      <a:gs pos="75000">
                        <a:schemeClr val="bg1">
                          <a:alpha val="0"/>
                        </a:schemeClr>
                      </a:gs>
                    </a:gsLst>
                    <a:lin ang="5400000" scaled="0"/>
                  </a:gradFill>
                </a:ln>
                <a:noFill/>
                <a:latin typeface="+mn-ea"/>
              </a:endParaRPr>
            </a:p>
          </p:txBody>
        </p:sp>
      </p:grpSp>
      <p:grpSp>
        <p:nvGrpSpPr>
          <p:cNvPr id="61" name="组合 60"/>
          <p:cNvGrpSpPr/>
          <p:nvPr/>
        </p:nvGrpSpPr>
        <p:grpSpPr>
          <a:xfrm>
            <a:off x="3715385" y="3170555"/>
            <a:ext cx="2350770" cy="782955"/>
            <a:chOff x="10038" y="2414"/>
            <a:chExt cx="3702" cy="1233"/>
          </a:xfrm>
        </p:grpSpPr>
        <p:sp>
          <p:nvSpPr>
            <p:cNvPr id="18" name="PA-文本框 8"/>
            <p:cNvSpPr txBox="1"/>
            <p:nvPr>
              <p:custDataLst>
                <p:tags r:id="rId14"/>
              </p:custDataLst>
            </p:nvPr>
          </p:nvSpPr>
          <p:spPr>
            <a:xfrm>
              <a:off x="10561" y="2625"/>
              <a:ext cx="3179" cy="1022"/>
            </a:xfrm>
            <a:prstGeom prst="rect">
              <a:avLst/>
            </a:prstGeom>
            <a:noFill/>
          </p:spPr>
          <p:txBody>
            <a:bodyPr wrap="square" rtlCol="0">
              <a:noAutofit/>
              <a:scene3d>
                <a:camera prst="orthographicFront"/>
                <a:lightRig rig="threePt" dir="t"/>
              </a:scene3d>
              <a:sp3d contourW="12700"/>
            </a:bodyPr>
            <a:p>
              <a:pPr algn="l"/>
              <a:r>
                <a:rPr lang="zh-CN" altLang="en-US" b="1" dirty="0">
                  <a:solidFill>
                    <a:schemeClr val="bg1"/>
                  </a:solidFill>
                  <a:latin typeface="微软雅黑" panose="020B0503020204020204" charset="-122"/>
                  <a:ea typeface="微软雅黑" panose="020B0503020204020204" charset="-122"/>
                  <a:cs typeface="微软雅黑 Light" panose="020B0502040204020203" charset="-122"/>
                </a:rPr>
                <a:t>数字化平台</a:t>
              </a:r>
              <a:endParaRPr lang="zh-CN" altLang="en-US" b="1" dirty="0">
                <a:solidFill>
                  <a:schemeClr val="bg1"/>
                </a:solidFill>
                <a:latin typeface="微软雅黑" panose="020B0503020204020204" charset="-122"/>
                <a:ea typeface="微软雅黑" panose="020B0503020204020204" charset="-122"/>
                <a:cs typeface="微软雅黑 Light" panose="020B0502040204020203" charset="-122"/>
              </a:endParaRPr>
            </a:p>
          </p:txBody>
        </p:sp>
        <p:sp>
          <p:nvSpPr>
            <p:cNvPr id="23" name="文本框 22"/>
            <p:cNvSpPr txBox="1"/>
            <p:nvPr/>
          </p:nvSpPr>
          <p:spPr>
            <a:xfrm>
              <a:off x="10038" y="2414"/>
              <a:ext cx="1122" cy="968"/>
            </a:xfrm>
            <a:prstGeom prst="rect">
              <a:avLst/>
            </a:prstGeom>
            <a:noFill/>
          </p:spPr>
          <p:txBody>
            <a:bodyPr wrap="square" rtlCol="0">
              <a:noAutofit/>
            </a:bodyPr>
            <a:p>
              <a:pPr algn="l">
                <a:buClrTx/>
                <a:buSzTx/>
                <a:buFontTx/>
              </a:pPr>
              <a:r>
                <a:rPr lang="en-US" altLang="zh-CN" sz="4000" b="1">
                  <a:ln>
                    <a:gradFill>
                      <a:gsLst>
                        <a:gs pos="0">
                          <a:schemeClr val="bg1"/>
                        </a:gs>
                        <a:gs pos="75000">
                          <a:schemeClr val="bg1">
                            <a:alpha val="0"/>
                          </a:schemeClr>
                        </a:gs>
                      </a:gsLst>
                      <a:lin ang="5400000" scaled="0"/>
                    </a:gradFill>
                  </a:ln>
                  <a:noFill/>
                  <a:latin typeface="+mn-ea"/>
                </a:rPr>
                <a:t>5</a:t>
              </a:r>
              <a:endParaRPr lang="en-US" altLang="zh-CN" sz="4000" b="1">
                <a:ln>
                  <a:gradFill>
                    <a:gsLst>
                      <a:gs pos="0">
                        <a:schemeClr val="bg1"/>
                      </a:gs>
                      <a:gs pos="75000">
                        <a:schemeClr val="bg1">
                          <a:alpha val="0"/>
                        </a:schemeClr>
                      </a:gs>
                    </a:gsLst>
                    <a:lin ang="5400000" scaled="0"/>
                  </a:gradFill>
                </a:ln>
                <a:noFill/>
                <a:latin typeface="+mn-ea"/>
              </a:endParaRPr>
            </a:p>
          </p:txBody>
        </p:sp>
      </p:grpSp>
      <p:grpSp>
        <p:nvGrpSpPr>
          <p:cNvPr id="68" name="组合 67"/>
          <p:cNvGrpSpPr/>
          <p:nvPr/>
        </p:nvGrpSpPr>
        <p:grpSpPr>
          <a:xfrm>
            <a:off x="6398260" y="1459230"/>
            <a:ext cx="2510155" cy="637540"/>
            <a:chOff x="10038" y="4022"/>
            <a:chExt cx="3953" cy="1004"/>
          </a:xfrm>
        </p:grpSpPr>
        <p:sp>
          <p:nvSpPr>
            <p:cNvPr id="27" name="PA-文本框 8"/>
            <p:cNvSpPr txBox="1"/>
            <p:nvPr>
              <p:custDataLst>
                <p:tags r:id="rId15"/>
              </p:custDataLst>
            </p:nvPr>
          </p:nvSpPr>
          <p:spPr>
            <a:xfrm>
              <a:off x="10561" y="4239"/>
              <a:ext cx="3430" cy="580"/>
            </a:xfrm>
            <a:prstGeom prst="rect">
              <a:avLst/>
            </a:prstGeom>
            <a:noFill/>
          </p:spPr>
          <p:txBody>
            <a:bodyPr wrap="square" rtlCol="0">
              <a:spAutoFit/>
              <a:scene3d>
                <a:camera prst="orthographicFront"/>
                <a:lightRig rig="threePt" dir="t"/>
              </a:scene3d>
              <a:sp3d contourW="12700"/>
            </a:bodyPr>
            <a:p>
              <a:pPr algn="l"/>
              <a:r>
                <a:rPr lang="zh-CN" altLang="en-US" b="1" dirty="0">
                  <a:solidFill>
                    <a:schemeClr val="bg1"/>
                  </a:solidFill>
                  <a:latin typeface="微软雅黑" panose="020B0503020204020204" charset="-122"/>
                  <a:ea typeface="微软雅黑" panose="020B0503020204020204" charset="-122"/>
                  <a:cs typeface="微软雅黑 Light" panose="020B0502040204020203" charset="-122"/>
                </a:rPr>
                <a:t>服务与运营</a:t>
              </a:r>
              <a:endParaRPr lang="zh-CN" altLang="en-US" b="1" dirty="0">
                <a:solidFill>
                  <a:schemeClr val="bg1"/>
                </a:solidFill>
                <a:latin typeface="微软雅黑" panose="020B0503020204020204" charset="-122"/>
                <a:ea typeface="微软雅黑" panose="020B0503020204020204" charset="-122"/>
                <a:cs typeface="微软雅黑 Light" panose="020B0502040204020203" charset="-122"/>
              </a:endParaRPr>
            </a:p>
          </p:txBody>
        </p:sp>
        <p:sp>
          <p:nvSpPr>
            <p:cNvPr id="29" name="文本框 28"/>
            <p:cNvSpPr txBox="1"/>
            <p:nvPr/>
          </p:nvSpPr>
          <p:spPr>
            <a:xfrm>
              <a:off x="10038" y="4022"/>
              <a:ext cx="1122" cy="1004"/>
            </a:xfrm>
            <a:prstGeom prst="rect">
              <a:avLst/>
            </a:prstGeom>
            <a:noFill/>
          </p:spPr>
          <p:txBody>
            <a:bodyPr wrap="square" rtlCol="0">
              <a:noAutofit/>
            </a:bodyPr>
            <a:p>
              <a:pPr algn="l">
                <a:buClrTx/>
                <a:buSzTx/>
                <a:buFontTx/>
              </a:pPr>
              <a:r>
                <a:rPr lang="en-US" altLang="zh-CN" sz="4000" b="1">
                  <a:ln>
                    <a:gradFill>
                      <a:gsLst>
                        <a:gs pos="0">
                          <a:schemeClr val="bg1"/>
                        </a:gs>
                        <a:gs pos="75000">
                          <a:schemeClr val="bg1">
                            <a:alpha val="0"/>
                          </a:schemeClr>
                        </a:gs>
                      </a:gsLst>
                      <a:lin ang="5400000" scaled="0"/>
                    </a:gradFill>
                  </a:ln>
                  <a:noFill/>
                  <a:latin typeface="+mn-ea"/>
                </a:rPr>
                <a:t>6</a:t>
              </a:r>
              <a:endParaRPr lang="en-US" altLang="zh-CN" sz="4000" b="1">
                <a:ln>
                  <a:gradFill>
                    <a:gsLst>
                      <a:gs pos="0">
                        <a:schemeClr val="bg1"/>
                      </a:gs>
                      <a:gs pos="75000">
                        <a:schemeClr val="bg1">
                          <a:alpha val="0"/>
                        </a:schemeClr>
                      </a:gs>
                    </a:gsLst>
                    <a:lin ang="5400000" scaled="0"/>
                  </a:gradFill>
                </a:ln>
                <a:noFill/>
                <a:latin typeface="+mn-ea"/>
              </a:endParaRPr>
            </a:p>
          </p:txBody>
        </p:sp>
      </p:grpSp>
      <p:grpSp>
        <p:nvGrpSpPr>
          <p:cNvPr id="69" name="组合 68"/>
          <p:cNvGrpSpPr/>
          <p:nvPr/>
        </p:nvGrpSpPr>
        <p:grpSpPr>
          <a:xfrm>
            <a:off x="6398260" y="2262505"/>
            <a:ext cx="2026285" cy="611505"/>
            <a:chOff x="10038" y="5525"/>
            <a:chExt cx="3191" cy="963"/>
          </a:xfrm>
        </p:grpSpPr>
        <p:sp>
          <p:nvSpPr>
            <p:cNvPr id="36" name="PA-文本框 8"/>
            <p:cNvSpPr txBox="1"/>
            <p:nvPr>
              <p:custDataLst>
                <p:tags r:id="rId16"/>
              </p:custDataLst>
            </p:nvPr>
          </p:nvSpPr>
          <p:spPr>
            <a:xfrm>
              <a:off x="10561" y="5742"/>
              <a:ext cx="2668" cy="580"/>
            </a:xfrm>
            <a:prstGeom prst="rect">
              <a:avLst/>
            </a:prstGeom>
            <a:noFill/>
          </p:spPr>
          <p:txBody>
            <a:bodyPr wrap="square" rtlCol="0">
              <a:spAutoFit/>
              <a:scene3d>
                <a:camera prst="orthographicFront"/>
                <a:lightRig rig="threePt" dir="t"/>
              </a:scene3d>
              <a:sp3d contourW="12700"/>
            </a:bodyPr>
            <a:p>
              <a:pPr algn="l"/>
              <a:r>
                <a:rPr lang="zh-CN" altLang="en-US" b="1" dirty="0">
                  <a:solidFill>
                    <a:schemeClr val="bg1"/>
                  </a:solidFill>
                  <a:latin typeface="微软雅黑" panose="020B0503020204020204" charset="-122"/>
                  <a:ea typeface="微软雅黑" panose="020B0503020204020204" charset="-122"/>
                  <a:cs typeface="微软雅黑 Light" panose="020B0502040204020203" charset="-122"/>
                  <a:sym typeface="+mn-ea"/>
                </a:rPr>
                <a:t>内容体系</a:t>
              </a:r>
              <a:endParaRPr lang="zh-CN" altLang="en-US" b="1" dirty="0">
                <a:solidFill>
                  <a:schemeClr val="bg1"/>
                </a:solidFill>
                <a:latin typeface="微软雅黑" panose="020B0503020204020204" charset="-122"/>
                <a:ea typeface="微软雅黑" panose="020B0503020204020204" charset="-122"/>
                <a:cs typeface="微软雅黑 Light" panose="020B0502040204020203" charset="-122"/>
              </a:endParaRPr>
            </a:p>
          </p:txBody>
        </p:sp>
        <p:sp>
          <p:nvSpPr>
            <p:cNvPr id="38" name="文本框 37"/>
            <p:cNvSpPr txBox="1"/>
            <p:nvPr/>
          </p:nvSpPr>
          <p:spPr>
            <a:xfrm>
              <a:off x="10038" y="5525"/>
              <a:ext cx="1122" cy="963"/>
            </a:xfrm>
            <a:prstGeom prst="rect">
              <a:avLst/>
            </a:prstGeom>
            <a:noFill/>
          </p:spPr>
          <p:txBody>
            <a:bodyPr wrap="square" rtlCol="0">
              <a:noAutofit/>
            </a:bodyPr>
            <a:p>
              <a:pPr algn="l">
                <a:buClrTx/>
                <a:buSzTx/>
                <a:buFontTx/>
              </a:pPr>
              <a:r>
                <a:rPr lang="en-US" altLang="zh-CN" sz="4000" b="1">
                  <a:ln>
                    <a:gradFill>
                      <a:gsLst>
                        <a:gs pos="0">
                          <a:schemeClr val="bg1"/>
                        </a:gs>
                        <a:gs pos="75000">
                          <a:schemeClr val="bg1">
                            <a:alpha val="0"/>
                          </a:schemeClr>
                        </a:gs>
                      </a:gsLst>
                      <a:lin ang="5400000" scaled="0"/>
                    </a:gradFill>
                  </a:ln>
                  <a:noFill/>
                  <a:latin typeface="+mn-ea"/>
                </a:rPr>
                <a:t>7</a:t>
              </a:r>
              <a:endParaRPr lang="en-US" altLang="zh-CN" sz="4000" b="1">
                <a:ln>
                  <a:gradFill>
                    <a:gsLst>
                      <a:gs pos="0">
                        <a:schemeClr val="bg1"/>
                      </a:gs>
                      <a:gs pos="75000">
                        <a:schemeClr val="bg1">
                          <a:alpha val="0"/>
                        </a:schemeClr>
                      </a:gs>
                    </a:gsLst>
                    <a:lin ang="5400000" scaled="0"/>
                  </a:gradFill>
                </a:ln>
                <a:noFill/>
                <a:latin typeface="+mn-ea"/>
              </a:endParaRPr>
            </a:p>
          </p:txBody>
        </p:sp>
      </p:grpSp>
      <p:grpSp>
        <p:nvGrpSpPr>
          <p:cNvPr id="70" name="组合 69"/>
          <p:cNvGrpSpPr/>
          <p:nvPr/>
        </p:nvGrpSpPr>
        <p:grpSpPr>
          <a:xfrm>
            <a:off x="6398260" y="3170555"/>
            <a:ext cx="2510155" cy="614680"/>
            <a:chOff x="14310" y="2414"/>
            <a:chExt cx="3953" cy="968"/>
          </a:xfrm>
        </p:grpSpPr>
        <p:sp>
          <p:nvSpPr>
            <p:cNvPr id="42" name="PA-文本框 8"/>
            <p:cNvSpPr txBox="1"/>
            <p:nvPr>
              <p:custDataLst>
                <p:tags r:id="rId17"/>
              </p:custDataLst>
            </p:nvPr>
          </p:nvSpPr>
          <p:spPr>
            <a:xfrm>
              <a:off x="14833" y="2631"/>
              <a:ext cx="3430" cy="580"/>
            </a:xfrm>
            <a:prstGeom prst="rect">
              <a:avLst/>
            </a:prstGeom>
            <a:noFill/>
          </p:spPr>
          <p:txBody>
            <a:bodyPr wrap="square" rtlCol="0">
              <a:spAutoFit/>
              <a:scene3d>
                <a:camera prst="orthographicFront"/>
                <a:lightRig rig="threePt" dir="t"/>
              </a:scene3d>
              <a:sp3d contourW="12700"/>
            </a:bodyPr>
            <a:p>
              <a:pPr algn="l"/>
              <a:r>
                <a:rPr lang="zh-CN" altLang="en-US" b="1" dirty="0">
                  <a:solidFill>
                    <a:schemeClr val="bg1"/>
                  </a:solidFill>
                  <a:latin typeface="微软雅黑" panose="020B0503020204020204" charset="-122"/>
                  <a:ea typeface="微软雅黑" panose="020B0503020204020204" charset="-122"/>
                  <a:cs typeface="微软雅黑 Light" panose="020B0502040204020203" charset="-122"/>
                  <a:sym typeface="+mn-ea"/>
                </a:rPr>
                <a:t>师资机制</a:t>
              </a:r>
              <a:endParaRPr lang="zh-CN" altLang="en-US" b="1" dirty="0">
                <a:solidFill>
                  <a:schemeClr val="bg1"/>
                </a:solidFill>
                <a:latin typeface="微软雅黑" panose="020B0503020204020204" charset="-122"/>
                <a:ea typeface="微软雅黑" panose="020B0503020204020204" charset="-122"/>
                <a:cs typeface="微软雅黑 Light" panose="020B0502040204020203" charset="-122"/>
              </a:endParaRPr>
            </a:p>
          </p:txBody>
        </p:sp>
        <p:sp>
          <p:nvSpPr>
            <p:cNvPr id="44" name="文本框 43"/>
            <p:cNvSpPr txBox="1"/>
            <p:nvPr/>
          </p:nvSpPr>
          <p:spPr>
            <a:xfrm>
              <a:off x="14310" y="2414"/>
              <a:ext cx="1122" cy="968"/>
            </a:xfrm>
            <a:prstGeom prst="rect">
              <a:avLst/>
            </a:prstGeom>
            <a:noFill/>
          </p:spPr>
          <p:txBody>
            <a:bodyPr wrap="square" rtlCol="0">
              <a:noAutofit/>
            </a:bodyPr>
            <a:p>
              <a:r>
                <a:rPr lang="en-US" altLang="zh-CN" sz="4000" b="1">
                  <a:ln>
                    <a:gradFill>
                      <a:gsLst>
                        <a:gs pos="0">
                          <a:schemeClr val="bg1"/>
                        </a:gs>
                        <a:gs pos="75000">
                          <a:schemeClr val="bg1">
                            <a:alpha val="0"/>
                          </a:schemeClr>
                        </a:gs>
                      </a:gsLst>
                      <a:lin ang="5400000" scaled="0"/>
                    </a:gradFill>
                  </a:ln>
                  <a:noFill/>
                  <a:latin typeface="+mn-ea"/>
                </a:rPr>
                <a:t>8</a:t>
              </a:r>
              <a:endParaRPr lang="en-US" altLang="zh-CN" sz="4000" b="1">
                <a:ln>
                  <a:gradFill>
                    <a:gsLst>
                      <a:gs pos="0">
                        <a:schemeClr val="bg1"/>
                      </a:gs>
                      <a:gs pos="75000">
                        <a:schemeClr val="bg1">
                          <a:alpha val="0"/>
                        </a:schemeClr>
                      </a:gs>
                    </a:gsLst>
                    <a:lin ang="5400000" scaled="0"/>
                  </a:gradFill>
                </a:ln>
                <a:noFill/>
                <a:latin typeface="+mn-ea"/>
              </a:endParaRPr>
            </a:p>
          </p:txBody>
        </p:sp>
      </p:grpSp>
      <p:pic>
        <p:nvPicPr>
          <p:cNvPr id="30" name="图片 29" descr="资源 61"/>
          <p:cNvPicPr>
            <a:picLocks noChangeAspect="1"/>
          </p:cNvPicPr>
          <p:nvPr/>
        </p:nvPicPr>
        <p:blipFill>
          <a:blip r:embed="rId18"/>
          <a:stretch>
            <a:fillRect/>
          </a:stretch>
        </p:blipFill>
        <p:spPr>
          <a:xfrm>
            <a:off x="8039100" y="238125"/>
            <a:ext cx="3684905" cy="643890"/>
          </a:xfrm>
          <a:prstGeom prst="rect">
            <a:avLst/>
          </a:prstGeom>
        </p:spPr>
      </p:pic>
      <p:grpSp>
        <p:nvGrpSpPr>
          <p:cNvPr id="7" name="组合 6"/>
          <p:cNvGrpSpPr/>
          <p:nvPr/>
        </p:nvGrpSpPr>
        <p:grpSpPr>
          <a:xfrm>
            <a:off x="8890635" y="1459230"/>
            <a:ext cx="2618105" cy="614680"/>
            <a:chOff x="14310" y="2414"/>
            <a:chExt cx="4123" cy="968"/>
          </a:xfrm>
        </p:grpSpPr>
        <p:sp>
          <p:nvSpPr>
            <p:cNvPr id="8" name="PA-文本框 8"/>
            <p:cNvSpPr txBox="1"/>
            <p:nvPr>
              <p:custDataLst>
                <p:tags r:id="rId19"/>
              </p:custDataLst>
            </p:nvPr>
          </p:nvSpPr>
          <p:spPr>
            <a:xfrm>
              <a:off x="14833" y="2631"/>
              <a:ext cx="3600" cy="580"/>
            </a:xfrm>
            <a:prstGeom prst="rect">
              <a:avLst/>
            </a:prstGeom>
            <a:noFill/>
          </p:spPr>
          <p:txBody>
            <a:bodyPr wrap="square" rtlCol="0">
              <a:spAutoFit/>
              <a:scene3d>
                <a:camera prst="orthographicFront"/>
                <a:lightRig rig="threePt" dir="t"/>
              </a:scene3d>
              <a:sp3d contourW="12700"/>
            </a:bodyPr>
            <a:p>
              <a:pPr algn="l"/>
              <a:r>
                <a:rPr lang="zh-CN" altLang="en-US" b="1" dirty="0">
                  <a:solidFill>
                    <a:schemeClr val="bg1"/>
                  </a:solidFill>
                  <a:latin typeface="微软雅黑" panose="020B0503020204020204" charset="-122"/>
                  <a:ea typeface="微软雅黑" panose="020B0503020204020204" charset="-122"/>
                  <a:cs typeface="微软雅黑 Light" panose="020B0502040204020203" charset="-122"/>
                </a:rPr>
                <a:t>价值</a:t>
              </a:r>
              <a:endParaRPr lang="zh-CN" altLang="en-US" b="1" dirty="0">
                <a:solidFill>
                  <a:schemeClr val="bg1"/>
                </a:solidFill>
                <a:latin typeface="微软雅黑" panose="020B0503020204020204" charset="-122"/>
                <a:ea typeface="微软雅黑" panose="020B0503020204020204" charset="-122"/>
                <a:cs typeface="微软雅黑 Light" panose="020B0502040204020203" charset="-122"/>
              </a:endParaRPr>
            </a:p>
          </p:txBody>
        </p:sp>
        <p:sp>
          <p:nvSpPr>
            <p:cNvPr id="13" name="文本框 12"/>
            <p:cNvSpPr txBox="1"/>
            <p:nvPr/>
          </p:nvSpPr>
          <p:spPr>
            <a:xfrm>
              <a:off x="14310" y="2414"/>
              <a:ext cx="1122" cy="968"/>
            </a:xfrm>
            <a:prstGeom prst="rect">
              <a:avLst/>
            </a:prstGeom>
            <a:noFill/>
          </p:spPr>
          <p:txBody>
            <a:bodyPr wrap="square" rtlCol="0">
              <a:noAutofit/>
            </a:bodyPr>
            <a:p>
              <a:r>
                <a:rPr lang="en-US" altLang="zh-CN" sz="4000" b="1">
                  <a:ln>
                    <a:gradFill>
                      <a:gsLst>
                        <a:gs pos="0">
                          <a:schemeClr val="bg1"/>
                        </a:gs>
                        <a:gs pos="75000">
                          <a:schemeClr val="bg1">
                            <a:alpha val="0"/>
                          </a:schemeClr>
                        </a:gs>
                      </a:gsLst>
                      <a:lin ang="5400000" scaled="0"/>
                    </a:gradFill>
                  </a:ln>
                  <a:noFill/>
                  <a:latin typeface="+mn-ea"/>
                </a:rPr>
                <a:t>9</a:t>
              </a:r>
              <a:endParaRPr lang="en-US" altLang="zh-CN" sz="4000" b="1">
                <a:ln>
                  <a:gradFill>
                    <a:gsLst>
                      <a:gs pos="0">
                        <a:schemeClr val="bg1"/>
                      </a:gs>
                      <a:gs pos="75000">
                        <a:schemeClr val="bg1">
                          <a:alpha val="0"/>
                        </a:schemeClr>
                      </a:gs>
                    </a:gsLst>
                    <a:lin ang="5400000" scaled="0"/>
                  </a:gradFill>
                </a:ln>
                <a:noFill/>
                <a:latin typeface="+mn-ea"/>
              </a:endParaRPr>
            </a:p>
          </p:txBody>
        </p:sp>
      </p:grpSp>
      <p:grpSp>
        <p:nvGrpSpPr>
          <p:cNvPr id="15" name="组合 14"/>
          <p:cNvGrpSpPr/>
          <p:nvPr/>
        </p:nvGrpSpPr>
        <p:grpSpPr>
          <a:xfrm>
            <a:off x="8587105" y="2262505"/>
            <a:ext cx="2985135" cy="793115"/>
            <a:chOff x="13832" y="2398"/>
            <a:chExt cx="4701" cy="1249"/>
          </a:xfrm>
        </p:grpSpPr>
        <p:sp>
          <p:nvSpPr>
            <p:cNvPr id="17" name="PA-文本框 8"/>
            <p:cNvSpPr txBox="1"/>
            <p:nvPr>
              <p:custDataLst>
                <p:tags r:id="rId20"/>
              </p:custDataLst>
            </p:nvPr>
          </p:nvSpPr>
          <p:spPr>
            <a:xfrm>
              <a:off x="14833" y="2631"/>
              <a:ext cx="3700" cy="1016"/>
            </a:xfrm>
            <a:prstGeom prst="rect">
              <a:avLst/>
            </a:prstGeom>
            <a:noFill/>
          </p:spPr>
          <p:txBody>
            <a:bodyPr wrap="square" rtlCol="0">
              <a:spAutoFit/>
              <a:scene3d>
                <a:camera prst="orthographicFront"/>
                <a:lightRig rig="threePt" dir="t"/>
              </a:scene3d>
              <a:sp3d contourW="12700"/>
            </a:bodyPr>
            <a:p>
              <a:pPr algn="l"/>
              <a:r>
                <a:rPr lang="zh-CN" altLang="en-US" b="1" dirty="0">
                  <a:solidFill>
                    <a:schemeClr val="bg1"/>
                  </a:solidFill>
                  <a:latin typeface="微软雅黑" panose="020B0503020204020204" charset="-122"/>
                  <a:ea typeface="微软雅黑" panose="020B0503020204020204" charset="-122"/>
                  <a:cs typeface="微软雅黑 Light" panose="020B0502040204020203" charset="-122"/>
                  <a:sym typeface="+mn-ea"/>
                </a:rPr>
                <a:t>实践案例与合作模式</a:t>
              </a:r>
              <a:endParaRPr lang="zh-CN" altLang="en-US" b="1" dirty="0">
                <a:solidFill>
                  <a:schemeClr val="bg1"/>
                </a:solidFill>
                <a:latin typeface="微软雅黑" panose="020B0503020204020204" charset="-122"/>
                <a:ea typeface="微软雅黑" panose="020B0503020204020204" charset="-122"/>
                <a:cs typeface="微软雅黑 Light" panose="020B0502040204020203" charset="-122"/>
              </a:endParaRPr>
            </a:p>
            <a:p>
              <a:pPr algn="l"/>
              <a:endParaRPr lang="zh-CN" altLang="en-US" b="1" dirty="0">
                <a:solidFill>
                  <a:schemeClr val="bg1"/>
                </a:solidFill>
                <a:latin typeface="微软雅黑" panose="020B0503020204020204" charset="-122"/>
                <a:ea typeface="微软雅黑" panose="020B0503020204020204" charset="-122"/>
                <a:cs typeface="微软雅黑 Light" panose="020B0502040204020203" charset="-122"/>
              </a:endParaRPr>
            </a:p>
          </p:txBody>
        </p:sp>
        <p:sp>
          <p:nvSpPr>
            <p:cNvPr id="19" name="文本框 18"/>
            <p:cNvSpPr txBox="1"/>
            <p:nvPr/>
          </p:nvSpPr>
          <p:spPr>
            <a:xfrm>
              <a:off x="13832" y="2398"/>
              <a:ext cx="1355" cy="968"/>
            </a:xfrm>
            <a:prstGeom prst="rect">
              <a:avLst/>
            </a:prstGeom>
            <a:noFill/>
          </p:spPr>
          <p:txBody>
            <a:bodyPr wrap="square" rtlCol="0">
              <a:noAutofit/>
            </a:bodyPr>
            <a:p>
              <a:r>
                <a:rPr lang="en-US" altLang="zh-CN" sz="4000" b="1">
                  <a:ln>
                    <a:gradFill>
                      <a:gsLst>
                        <a:gs pos="0">
                          <a:schemeClr val="bg1"/>
                        </a:gs>
                        <a:gs pos="75000">
                          <a:schemeClr val="bg1">
                            <a:alpha val="0"/>
                          </a:schemeClr>
                        </a:gs>
                      </a:gsLst>
                      <a:lin ang="5400000" scaled="0"/>
                    </a:gradFill>
                  </a:ln>
                  <a:noFill/>
                  <a:latin typeface="+mn-ea"/>
                </a:rPr>
                <a:t>10</a:t>
              </a:r>
              <a:endParaRPr lang="en-US" altLang="zh-CN" sz="4000" b="1">
                <a:ln>
                  <a:gradFill>
                    <a:gsLst>
                      <a:gs pos="0">
                        <a:schemeClr val="bg1"/>
                      </a:gs>
                      <a:gs pos="75000">
                        <a:schemeClr val="bg1">
                          <a:alpha val="0"/>
                        </a:schemeClr>
                      </a:gs>
                    </a:gsLst>
                    <a:lin ang="5400000" scaled="0"/>
                  </a:gradFill>
                </a:ln>
                <a:noFill/>
                <a:latin typeface="+mn-ea"/>
              </a:endParaRPr>
            </a:p>
          </p:txBody>
        </p:sp>
      </p:grpSp>
      <p:grpSp>
        <p:nvGrpSpPr>
          <p:cNvPr id="4" name="组合 3"/>
          <p:cNvGrpSpPr/>
          <p:nvPr/>
        </p:nvGrpSpPr>
        <p:grpSpPr>
          <a:xfrm>
            <a:off x="8587105" y="3170555"/>
            <a:ext cx="2985135" cy="614680"/>
            <a:chOff x="13832" y="2398"/>
            <a:chExt cx="4701" cy="968"/>
          </a:xfrm>
        </p:grpSpPr>
        <p:sp>
          <p:nvSpPr>
            <p:cNvPr id="10" name="PA-文本框 8"/>
            <p:cNvSpPr txBox="1"/>
            <p:nvPr>
              <p:custDataLst>
                <p:tags r:id="rId21"/>
              </p:custDataLst>
            </p:nvPr>
          </p:nvSpPr>
          <p:spPr>
            <a:xfrm>
              <a:off x="14833" y="2631"/>
              <a:ext cx="3700" cy="580"/>
            </a:xfrm>
            <a:prstGeom prst="rect">
              <a:avLst/>
            </a:prstGeom>
            <a:noFill/>
          </p:spPr>
          <p:txBody>
            <a:bodyPr wrap="square" rtlCol="0">
              <a:spAutoFit/>
              <a:scene3d>
                <a:camera prst="orthographicFront"/>
                <a:lightRig rig="threePt" dir="t"/>
              </a:scene3d>
              <a:sp3d contourW="12700"/>
            </a:bodyPr>
            <a:p>
              <a:pPr algn="l"/>
              <a:r>
                <a:rPr lang="zh-CN" altLang="en-US" b="1" dirty="0">
                  <a:solidFill>
                    <a:schemeClr val="bg1"/>
                  </a:solidFill>
                  <a:latin typeface="微软雅黑" panose="020B0503020204020204" charset="-122"/>
                  <a:ea typeface="微软雅黑" panose="020B0503020204020204" charset="-122"/>
                  <a:cs typeface="微软雅黑 Light" panose="020B0502040204020203" charset="-122"/>
                  <a:sym typeface="+mn-ea"/>
                </a:rPr>
                <a:t>平台</a:t>
              </a:r>
              <a:r>
                <a:rPr lang="zh-CN" altLang="en-US" b="1" dirty="0">
                  <a:solidFill>
                    <a:schemeClr val="bg1"/>
                  </a:solidFill>
                  <a:latin typeface="微软雅黑" panose="020B0503020204020204" charset="-122"/>
                  <a:ea typeface="微软雅黑" panose="020B0503020204020204" charset="-122"/>
                  <a:cs typeface="微软雅黑 Light" panose="020B0502040204020203" charset="-122"/>
                  <a:sym typeface="+mn-ea"/>
                </a:rPr>
                <a:t>图示</a:t>
              </a:r>
              <a:endParaRPr lang="zh-CN" altLang="en-US" b="1" dirty="0">
                <a:solidFill>
                  <a:schemeClr val="bg1"/>
                </a:solidFill>
                <a:latin typeface="微软雅黑" panose="020B0503020204020204" charset="-122"/>
                <a:ea typeface="微软雅黑" panose="020B0503020204020204" charset="-122"/>
                <a:cs typeface="微软雅黑 Light" panose="020B0502040204020203" charset="-122"/>
                <a:sym typeface="+mn-ea"/>
              </a:endParaRPr>
            </a:p>
          </p:txBody>
        </p:sp>
        <p:sp>
          <p:nvSpPr>
            <p:cNvPr id="25" name="文本框 24"/>
            <p:cNvSpPr txBox="1"/>
            <p:nvPr/>
          </p:nvSpPr>
          <p:spPr>
            <a:xfrm>
              <a:off x="13832" y="2398"/>
              <a:ext cx="1355" cy="968"/>
            </a:xfrm>
            <a:prstGeom prst="rect">
              <a:avLst/>
            </a:prstGeom>
            <a:noFill/>
          </p:spPr>
          <p:txBody>
            <a:bodyPr wrap="square" rtlCol="0">
              <a:noAutofit/>
            </a:bodyPr>
            <a:p>
              <a:r>
                <a:rPr lang="en-US" altLang="zh-CN" sz="4000" b="1">
                  <a:ln>
                    <a:gradFill>
                      <a:gsLst>
                        <a:gs pos="0">
                          <a:schemeClr val="bg1"/>
                        </a:gs>
                        <a:gs pos="75000">
                          <a:schemeClr val="bg1">
                            <a:alpha val="0"/>
                          </a:schemeClr>
                        </a:gs>
                      </a:gsLst>
                      <a:lin ang="5400000" scaled="0"/>
                    </a:gradFill>
                  </a:ln>
                  <a:noFill/>
                  <a:latin typeface="+mn-ea"/>
                </a:rPr>
                <a:t>11</a:t>
              </a:r>
              <a:endParaRPr lang="en-US" altLang="zh-CN" sz="4000" b="1">
                <a:ln>
                  <a:gradFill>
                    <a:gsLst>
                      <a:gs pos="0">
                        <a:schemeClr val="bg1"/>
                      </a:gs>
                      <a:gs pos="75000">
                        <a:schemeClr val="bg1">
                          <a:alpha val="0"/>
                        </a:schemeClr>
                      </a:gs>
                    </a:gsLst>
                    <a:lin ang="5400000" scaled="0"/>
                  </a:gradFill>
                </a:ln>
                <a:noFill/>
                <a:latin typeface="+mn-ea"/>
              </a:endParaRPr>
            </a:p>
          </p:txBody>
        </p:sp>
      </p:grpSp>
    </p:spTree>
    <p:custDataLst>
      <p:tags r:id="rId22"/>
    </p:custData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矩形 15"/>
          <p:cNvSpPr/>
          <p:nvPr/>
        </p:nvSpPr>
        <p:spPr>
          <a:xfrm>
            <a:off x="8580755" y="5934075"/>
            <a:ext cx="3529330" cy="822960"/>
          </a:xfrm>
          <a:prstGeom prst="rect">
            <a:avLst/>
          </a:prstGeom>
          <a:solidFill>
            <a:schemeClr val="bg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9" name="标题 8"/>
          <p:cNvSpPr>
            <a:spLocks noGrp="1"/>
          </p:cNvSpPr>
          <p:nvPr>
            <p:custDataLst>
              <p:tags r:id="rId1"/>
            </p:custDataLst>
          </p:nvPr>
        </p:nvSpPr>
        <p:spPr>
          <a:xfrm>
            <a:off x="937260" y="0"/>
            <a:ext cx="10431780" cy="799465"/>
          </a:xfrm>
          <a:prstGeom prst="rect">
            <a:avLst/>
          </a:prstGeom>
        </p:spPr>
        <p:txBody>
          <a:bodyPr vert="horz" lIns="90170" tIns="46990" rIns="90170" bIns="46990" rtlCol="0" anchor="ctr" anchorCtr="0">
            <a:noAutofit/>
          </a:bodyPr>
          <a:lstStyle>
            <a:lvl1pPr>
              <a:defRPr sz="6000">
                <a:solidFill>
                  <a:srgbClr val="1D43F3"/>
                </a:solidFill>
              </a:defRPr>
            </a:lvl1pPr>
          </a:lstStyle>
          <a:p>
            <a:r>
              <a:rPr lang="zh-CN" altLang="en-US" sz="3200" b="1">
                <a:solidFill>
                  <a:srgbClr val="254D97"/>
                </a:solidFill>
                <a:cs typeface="微软雅黑 Light" panose="020B0502040204020203" charset="-122"/>
              </a:rPr>
              <a:t>政策背景</a:t>
            </a:r>
            <a:r>
              <a:rPr lang="en-US" altLang="zh-CN" sz="3200" b="1">
                <a:solidFill>
                  <a:srgbClr val="254D97"/>
                </a:solidFill>
                <a:cs typeface="微软雅黑 Light" panose="020B0502040204020203" charset="-122"/>
              </a:rPr>
              <a:t> </a:t>
            </a:r>
            <a:endParaRPr lang="en-US" altLang="zh-CN" sz="3200" b="1">
              <a:solidFill>
                <a:srgbClr val="254D97"/>
              </a:solidFill>
              <a:cs typeface="微软雅黑 Light" panose="020B0502040204020203" charset="-122"/>
            </a:endParaRPr>
          </a:p>
        </p:txBody>
      </p:sp>
      <p:sp>
        <p:nvSpPr>
          <p:cNvPr id="2" name="文本框 1"/>
          <p:cNvSpPr txBox="1"/>
          <p:nvPr/>
        </p:nvSpPr>
        <p:spPr>
          <a:xfrm>
            <a:off x="1077595" y="1009650"/>
            <a:ext cx="2235200" cy="2980690"/>
          </a:xfrm>
          <a:prstGeom prst="rect">
            <a:avLst/>
          </a:prstGeom>
          <a:noFill/>
        </p:spPr>
        <p:txBody>
          <a:bodyPr wrap="square" rtlCol="0">
            <a:noAutofit/>
          </a:bodyPr>
          <a:p>
            <a:pPr algn="just">
              <a:lnSpc>
                <a:spcPct val="150000"/>
              </a:lnSpc>
            </a:pPr>
            <a:r>
              <a:rPr lang="zh-CN" altLang="en-US" sz="1400">
                <a:solidFill>
                  <a:schemeClr val="tx1">
                    <a:lumMod val="85000"/>
                    <a:lumOff val="15000"/>
                  </a:schemeClr>
                </a:solidFill>
                <a:latin typeface="+mn-ea"/>
                <a:cs typeface="+mn-ea"/>
              </a:rPr>
              <a:t>课后服务是</a:t>
            </a:r>
            <a:r>
              <a:rPr lang="zh-CN" altLang="en-US" sz="1400" b="1">
                <a:solidFill>
                  <a:schemeClr val="tx1">
                    <a:lumMod val="85000"/>
                    <a:lumOff val="15000"/>
                  </a:schemeClr>
                </a:solidFill>
                <a:latin typeface="+mn-ea"/>
                <a:cs typeface="+mn-ea"/>
              </a:rPr>
              <a:t>中央文件明确要求的基本公共服务内容</a:t>
            </a:r>
            <a:r>
              <a:rPr lang="zh-CN" altLang="en-US" sz="1400">
                <a:solidFill>
                  <a:schemeClr val="tx1">
                    <a:lumMod val="85000"/>
                    <a:lumOff val="15000"/>
                  </a:schemeClr>
                </a:solidFill>
                <a:latin typeface="+mn-ea"/>
                <a:cs typeface="+mn-ea"/>
              </a:rPr>
              <a:t>。当前，国家持续深化</a:t>
            </a:r>
            <a:r>
              <a:rPr lang="en-US" altLang="zh-CN" sz="1400">
                <a:solidFill>
                  <a:schemeClr val="tx1">
                    <a:lumMod val="85000"/>
                    <a:lumOff val="15000"/>
                  </a:schemeClr>
                </a:solidFill>
                <a:latin typeface="+mn-ea"/>
                <a:cs typeface="+mn-ea"/>
              </a:rPr>
              <a:t>“</a:t>
            </a:r>
            <a:r>
              <a:rPr lang="zh-CN" altLang="en-US" sz="1400">
                <a:solidFill>
                  <a:schemeClr val="tx1">
                    <a:lumMod val="85000"/>
                    <a:lumOff val="15000"/>
                  </a:schemeClr>
                </a:solidFill>
                <a:latin typeface="+mn-ea"/>
                <a:cs typeface="+mn-ea"/>
              </a:rPr>
              <a:t>双减</a:t>
            </a:r>
            <a:r>
              <a:rPr lang="en-US" altLang="zh-CN" sz="1400">
                <a:solidFill>
                  <a:schemeClr val="tx1">
                    <a:lumMod val="85000"/>
                    <a:lumOff val="15000"/>
                  </a:schemeClr>
                </a:solidFill>
                <a:latin typeface="+mn-ea"/>
                <a:cs typeface="+mn-ea"/>
              </a:rPr>
              <a:t>”</a:t>
            </a:r>
            <a:r>
              <a:rPr lang="zh-CN" altLang="en-US" sz="1400">
                <a:solidFill>
                  <a:schemeClr val="tx1">
                    <a:lumMod val="85000"/>
                    <a:lumOff val="15000"/>
                  </a:schemeClr>
                </a:solidFill>
                <a:latin typeface="+mn-ea"/>
                <a:cs typeface="+mn-ea"/>
              </a:rPr>
              <a:t>政策落地，要求义务教育阶段学校全面开展课后服务工作。</a:t>
            </a:r>
            <a:endParaRPr lang="zh-CN" altLang="en-US" sz="1400">
              <a:solidFill>
                <a:schemeClr val="tx1">
                  <a:lumMod val="85000"/>
                  <a:lumOff val="15000"/>
                </a:schemeClr>
              </a:solidFill>
              <a:latin typeface="+mn-ea"/>
              <a:cs typeface="+mn-ea"/>
            </a:endParaRPr>
          </a:p>
        </p:txBody>
      </p:sp>
      <p:graphicFrame>
        <p:nvGraphicFramePr>
          <p:cNvPr id="3" name="表格 2"/>
          <p:cNvGraphicFramePr/>
          <p:nvPr>
            <p:custDataLst>
              <p:tags r:id="rId2"/>
            </p:custDataLst>
          </p:nvPr>
        </p:nvGraphicFramePr>
        <p:xfrm>
          <a:off x="3612515" y="1115695"/>
          <a:ext cx="7835900" cy="1946275"/>
        </p:xfrm>
        <a:graphic>
          <a:graphicData uri="http://schemas.openxmlformats.org/drawingml/2006/table">
            <a:tbl>
              <a:tblPr firstRow="1" bandRow="1">
                <a:tableStyleId>{C8BFB205-C076-44A3-9290-34B90F40C942}</a:tableStyleId>
              </a:tblPr>
              <a:tblGrid>
                <a:gridCol w="4257040"/>
                <a:gridCol w="3578860"/>
              </a:tblGrid>
              <a:tr h="311150">
                <a:tc>
                  <a:txBody>
                    <a:bodyPr/>
                    <a:p>
                      <a:pPr algn="ctr"/>
                      <a:r>
                        <a:rPr lang="zh-CN" altLang="en-US" sz="1400"/>
                        <a:t>文件名称</a:t>
                      </a:r>
                      <a:endParaRPr lang="zh-CN" altLang="en-US" sz="1400"/>
                    </a:p>
                  </a:txBody>
                  <a:tcPr marL="0" marR="0" marT="0" marB="0" anchor="ctr" anchorCtr="0">
                    <a:solidFill>
                      <a:srgbClr val="254D97"/>
                    </a:solidFill>
                  </a:tcPr>
                </a:tc>
                <a:tc>
                  <a:txBody>
                    <a:bodyPr/>
                    <a:p>
                      <a:pPr algn="ctr"/>
                      <a:r>
                        <a:rPr lang="zh-CN" altLang="en-US" sz="1400"/>
                        <a:t>明文政策要求（关键词）</a:t>
                      </a:r>
                      <a:endParaRPr lang="zh-CN" altLang="en-US" sz="1400"/>
                    </a:p>
                  </a:txBody>
                  <a:tcPr marL="0" marR="0" marT="0" marB="0" anchor="ctr" anchorCtr="0">
                    <a:solidFill>
                      <a:srgbClr val="254D97"/>
                    </a:solidFill>
                  </a:tcPr>
                </a:tc>
              </a:tr>
              <a:tr h="408305">
                <a:tc>
                  <a:txBody>
                    <a:bodyPr/>
                    <a:p>
                      <a:pPr algn="ctr"/>
                      <a:r>
                        <a:rPr lang="en-US" altLang="zh-CN" sz="1200">
                          <a:solidFill>
                            <a:schemeClr val="tx1">
                              <a:lumMod val="85000"/>
                              <a:lumOff val="15000"/>
                            </a:schemeClr>
                          </a:solidFill>
                          <a:latin typeface="+mn-ea"/>
                        </a:rPr>
                        <a:t>《</a:t>
                      </a:r>
                      <a:r>
                        <a:rPr lang="zh-CN" altLang="en-US" sz="1200">
                          <a:solidFill>
                            <a:schemeClr val="tx1">
                              <a:lumMod val="85000"/>
                              <a:lumOff val="15000"/>
                            </a:schemeClr>
                          </a:solidFill>
                          <a:latin typeface="+mn-ea"/>
                        </a:rPr>
                        <a:t>教育部办公厅关于做好中小学生课后服务工作的指导意见</a:t>
                      </a:r>
                      <a:r>
                        <a:rPr lang="en-US" altLang="zh-CN" sz="1200">
                          <a:solidFill>
                            <a:schemeClr val="tx1">
                              <a:lumMod val="85000"/>
                              <a:lumOff val="15000"/>
                            </a:schemeClr>
                          </a:solidFill>
                          <a:latin typeface="+mn-ea"/>
                        </a:rPr>
                        <a:t>》</a:t>
                      </a:r>
                      <a:endParaRPr lang="en-US" altLang="zh-CN" sz="1200">
                        <a:solidFill>
                          <a:schemeClr val="tx1">
                            <a:lumMod val="85000"/>
                            <a:lumOff val="15000"/>
                          </a:schemeClr>
                        </a:solidFill>
                        <a:latin typeface="+mn-ea"/>
                      </a:endParaRPr>
                    </a:p>
                  </a:txBody>
                  <a:tcPr marL="0" marR="0" marT="0" marB="0" anchor="ctr" anchorCtr="0"/>
                </a:tc>
                <a:tc>
                  <a:txBody>
                    <a:bodyPr/>
                    <a:p>
                      <a:pPr algn="ctr"/>
                      <a:r>
                        <a:rPr lang="zh-CN" altLang="en-US" sz="1200">
                          <a:solidFill>
                            <a:schemeClr val="tx1">
                              <a:lumMod val="85000"/>
                              <a:lumOff val="15000"/>
                            </a:schemeClr>
                          </a:solidFill>
                          <a:latin typeface="+mn-ea"/>
                          <a:cs typeface="+mn-ea"/>
                        </a:rPr>
                        <a:t>明确提出“课后服务应做到</a:t>
                      </a:r>
                      <a:endParaRPr lang="zh-CN" altLang="en-US" sz="1200">
                        <a:solidFill>
                          <a:schemeClr val="tx1">
                            <a:lumMod val="85000"/>
                            <a:lumOff val="15000"/>
                          </a:schemeClr>
                        </a:solidFill>
                        <a:latin typeface="+mn-ea"/>
                        <a:cs typeface="+mn-ea"/>
                      </a:endParaRPr>
                    </a:p>
                    <a:p>
                      <a:pPr algn="ctr"/>
                      <a:r>
                        <a:rPr lang="zh-CN" altLang="en-US" sz="1200">
                          <a:solidFill>
                            <a:schemeClr val="tx1">
                              <a:lumMod val="85000"/>
                              <a:lumOff val="15000"/>
                            </a:schemeClr>
                          </a:solidFill>
                          <a:latin typeface="+mn-ea"/>
                          <a:cs typeface="+mn-ea"/>
                        </a:rPr>
                        <a:t>常态化、普惠化、优质化、安全有序”</a:t>
                      </a:r>
                      <a:endParaRPr lang="zh-CN" altLang="en-US" sz="1200">
                        <a:solidFill>
                          <a:schemeClr val="tx1">
                            <a:lumMod val="85000"/>
                            <a:lumOff val="15000"/>
                          </a:schemeClr>
                        </a:solidFill>
                        <a:latin typeface="+mn-ea"/>
                        <a:cs typeface="+mn-ea"/>
                      </a:endParaRPr>
                    </a:p>
                  </a:txBody>
                  <a:tcPr marL="0" marR="0" marT="0" marB="0" anchor="ctr" anchorCtr="0"/>
                </a:tc>
              </a:tr>
              <a:tr h="408940">
                <a:tc>
                  <a:txBody>
                    <a:bodyPr/>
                    <a:p>
                      <a:pPr algn="ctr"/>
                      <a:r>
                        <a:rPr lang="en-US" altLang="zh-CN" sz="1200">
                          <a:solidFill>
                            <a:schemeClr val="tx1">
                              <a:lumMod val="85000"/>
                              <a:lumOff val="15000"/>
                            </a:schemeClr>
                          </a:solidFill>
                          <a:latin typeface="+mn-ea"/>
                        </a:rPr>
                        <a:t>《</a:t>
                      </a:r>
                      <a:r>
                        <a:rPr lang="zh-CN" altLang="en-US" sz="1200">
                          <a:solidFill>
                            <a:schemeClr val="tx1">
                              <a:lumMod val="85000"/>
                              <a:lumOff val="15000"/>
                            </a:schemeClr>
                          </a:solidFill>
                          <a:latin typeface="+mn-ea"/>
                        </a:rPr>
                        <a:t>教育强国建设规划纲要</a:t>
                      </a:r>
                      <a:r>
                        <a:rPr lang="en-US" altLang="zh-CN" sz="1200">
                          <a:solidFill>
                            <a:schemeClr val="tx1">
                              <a:lumMod val="85000"/>
                              <a:lumOff val="15000"/>
                            </a:schemeClr>
                          </a:solidFill>
                          <a:latin typeface="+mn-ea"/>
                        </a:rPr>
                        <a:t>》</a:t>
                      </a:r>
                      <a:endParaRPr lang="en-US" altLang="zh-CN" sz="1200">
                        <a:solidFill>
                          <a:schemeClr val="tx1">
                            <a:lumMod val="85000"/>
                            <a:lumOff val="15000"/>
                          </a:schemeClr>
                        </a:solidFill>
                        <a:latin typeface="+mn-ea"/>
                      </a:endParaRPr>
                    </a:p>
                  </a:txBody>
                  <a:tcPr marL="0" marR="0" marT="0" marB="0" anchor="ctr" anchorCtr="0"/>
                </a:tc>
                <a:tc>
                  <a:txBody>
                    <a:bodyPr/>
                    <a:p>
                      <a:pPr algn="ctr"/>
                      <a:r>
                        <a:rPr lang="zh-CN" altLang="en-US" sz="1200">
                          <a:solidFill>
                            <a:schemeClr val="tx1">
                              <a:lumMod val="85000"/>
                              <a:lumOff val="15000"/>
                            </a:schemeClr>
                          </a:solidFill>
                          <a:latin typeface="+mn-ea"/>
                          <a:cs typeface="+mn-ea"/>
                        </a:rPr>
                        <a:t>强调</a:t>
                      </a:r>
                      <a:r>
                        <a:rPr lang="en-US" altLang="zh-CN" sz="1200">
                          <a:solidFill>
                            <a:schemeClr val="tx1">
                              <a:lumMod val="85000"/>
                              <a:lumOff val="15000"/>
                            </a:schemeClr>
                          </a:solidFill>
                          <a:latin typeface="+mn-ea"/>
                          <a:cs typeface="+mn-ea"/>
                        </a:rPr>
                        <a:t>“</a:t>
                      </a:r>
                      <a:r>
                        <a:rPr lang="zh-CN" altLang="en-US" sz="1200">
                          <a:solidFill>
                            <a:schemeClr val="tx1">
                              <a:lumMod val="85000"/>
                              <a:lumOff val="15000"/>
                            </a:schemeClr>
                          </a:solidFill>
                          <a:latin typeface="+mn-ea"/>
                          <a:cs typeface="+mn-ea"/>
                        </a:rPr>
                        <a:t>课后服务纳入校内课程统筹”</a:t>
                      </a:r>
                      <a:endParaRPr lang="zh-CN" altLang="en-US" sz="1200">
                        <a:solidFill>
                          <a:schemeClr val="tx1">
                            <a:lumMod val="85000"/>
                            <a:lumOff val="15000"/>
                          </a:schemeClr>
                        </a:solidFill>
                        <a:latin typeface="+mn-ea"/>
                        <a:cs typeface="+mn-ea"/>
                      </a:endParaRPr>
                    </a:p>
                  </a:txBody>
                  <a:tcPr marL="0" marR="0" marT="0" marB="0" anchor="ctr" anchorCtr="0"/>
                </a:tc>
              </a:tr>
              <a:tr h="408305">
                <a:tc>
                  <a:txBody>
                    <a:bodyPr/>
                    <a:p>
                      <a:pPr algn="ctr"/>
                      <a:r>
                        <a:rPr lang="en-US" altLang="zh-CN" sz="1200">
                          <a:solidFill>
                            <a:schemeClr val="tx1">
                              <a:lumMod val="85000"/>
                              <a:lumOff val="15000"/>
                            </a:schemeClr>
                          </a:solidFill>
                          <a:latin typeface="+mn-ea"/>
                          <a:cs typeface="+mn-ea"/>
                        </a:rPr>
                        <a:t>《“</a:t>
                      </a:r>
                      <a:r>
                        <a:rPr lang="zh-CN" altLang="en-US" sz="1200">
                          <a:solidFill>
                            <a:schemeClr val="tx1">
                              <a:lumMod val="85000"/>
                              <a:lumOff val="15000"/>
                            </a:schemeClr>
                          </a:solidFill>
                          <a:latin typeface="+mn-ea"/>
                          <a:cs typeface="+mn-ea"/>
                        </a:rPr>
                        <a:t>十四五”教育发展规划</a:t>
                      </a:r>
                      <a:r>
                        <a:rPr lang="en-US" altLang="zh-CN" sz="1200">
                          <a:solidFill>
                            <a:schemeClr val="tx1">
                              <a:lumMod val="85000"/>
                              <a:lumOff val="15000"/>
                            </a:schemeClr>
                          </a:solidFill>
                          <a:latin typeface="+mn-ea"/>
                          <a:cs typeface="+mn-ea"/>
                        </a:rPr>
                        <a:t>》</a:t>
                      </a:r>
                      <a:endParaRPr lang="en-US" altLang="zh-CN" sz="1200">
                        <a:solidFill>
                          <a:schemeClr val="tx1">
                            <a:lumMod val="85000"/>
                            <a:lumOff val="15000"/>
                          </a:schemeClr>
                        </a:solidFill>
                        <a:latin typeface="+mn-ea"/>
                        <a:cs typeface="+mn-ea"/>
                      </a:endParaRPr>
                    </a:p>
                  </a:txBody>
                  <a:tcPr marL="0" marR="0" marT="0" marB="0" anchor="ctr" anchorCtr="0"/>
                </a:tc>
                <a:tc>
                  <a:txBody>
                    <a:bodyPr/>
                    <a:p>
                      <a:pPr algn="ctr"/>
                      <a:r>
                        <a:rPr lang="zh-CN" altLang="en-US" sz="1200">
                          <a:solidFill>
                            <a:schemeClr val="tx1">
                              <a:lumMod val="85000"/>
                              <a:lumOff val="15000"/>
                            </a:schemeClr>
                          </a:solidFill>
                          <a:latin typeface="+mn-ea"/>
                          <a:cs typeface="+mn-ea"/>
                        </a:rPr>
                        <a:t>鼓励“推进教育资源社会化供给，</a:t>
                      </a:r>
                      <a:endParaRPr lang="zh-CN" altLang="en-US" sz="1200">
                        <a:solidFill>
                          <a:schemeClr val="tx1">
                            <a:lumMod val="85000"/>
                            <a:lumOff val="15000"/>
                          </a:schemeClr>
                        </a:solidFill>
                        <a:latin typeface="+mn-ea"/>
                        <a:cs typeface="+mn-ea"/>
                      </a:endParaRPr>
                    </a:p>
                    <a:p>
                      <a:pPr algn="ctr"/>
                      <a:r>
                        <a:rPr lang="zh-CN" altLang="en-US" sz="1200">
                          <a:solidFill>
                            <a:schemeClr val="tx1">
                              <a:lumMod val="85000"/>
                              <a:lumOff val="15000"/>
                            </a:schemeClr>
                          </a:solidFill>
                          <a:latin typeface="+mn-ea"/>
                          <a:cs typeface="+mn-ea"/>
                        </a:rPr>
                        <a:t>引导社会力量依法参与”</a:t>
                      </a:r>
                      <a:endParaRPr lang="zh-CN" altLang="en-US" sz="1200">
                        <a:solidFill>
                          <a:schemeClr val="tx1">
                            <a:lumMod val="85000"/>
                            <a:lumOff val="15000"/>
                          </a:schemeClr>
                        </a:solidFill>
                        <a:latin typeface="+mn-ea"/>
                        <a:cs typeface="+mn-ea"/>
                      </a:endParaRPr>
                    </a:p>
                  </a:txBody>
                  <a:tcPr marL="0" marR="0" marT="0" marB="0" anchor="ctr" anchorCtr="0"/>
                </a:tc>
              </a:tr>
              <a:tr h="409575">
                <a:tc>
                  <a:txBody>
                    <a:bodyPr/>
                    <a:p>
                      <a:pPr algn="ctr"/>
                      <a:r>
                        <a:rPr lang="zh-CN" altLang="en-US" sz="1200">
                          <a:solidFill>
                            <a:schemeClr val="tx1">
                              <a:lumMod val="85000"/>
                              <a:lumOff val="15000"/>
                            </a:schemeClr>
                          </a:solidFill>
                          <a:latin typeface="+mn-ea"/>
                        </a:rPr>
                        <a:t>各地课后服务细则（如昆明市、</a:t>
                      </a:r>
                      <a:r>
                        <a:rPr lang="zh-CN" altLang="en-US" sz="1200">
                          <a:solidFill>
                            <a:schemeClr val="tx1">
                              <a:lumMod val="85000"/>
                              <a:lumOff val="15000"/>
                            </a:schemeClr>
                          </a:solidFill>
                          <a:latin typeface="+mn-ea"/>
                        </a:rPr>
                        <a:t>福州市等）</a:t>
                      </a:r>
                      <a:endParaRPr lang="zh-CN" altLang="en-US" sz="1200">
                        <a:solidFill>
                          <a:schemeClr val="tx1">
                            <a:lumMod val="85000"/>
                            <a:lumOff val="15000"/>
                          </a:schemeClr>
                        </a:solidFill>
                        <a:latin typeface="+mn-ea"/>
                      </a:endParaRPr>
                    </a:p>
                  </a:txBody>
                  <a:tcPr marL="0" marR="0" marT="0" marB="0" anchor="ctr" anchorCtr="0"/>
                </a:tc>
                <a:tc>
                  <a:txBody>
                    <a:bodyPr/>
                    <a:p>
                      <a:pPr algn="ctr"/>
                      <a:r>
                        <a:rPr lang="zh-CN" altLang="en-US" sz="1200">
                          <a:solidFill>
                            <a:schemeClr val="tx1">
                              <a:lumMod val="85000"/>
                              <a:lumOff val="15000"/>
                            </a:schemeClr>
                          </a:solidFill>
                          <a:latin typeface="+mn-ea"/>
                          <a:cs typeface="+mn-ea"/>
                        </a:rPr>
                        <a:t>明确“第三方机构可参与，</a:t>
                      </a:r>
                      <a:endParaRPr lang="zh-CN" altLang="en-US" sz="1200">
                        <a:solidFill>
                          <a:schemeClr val="tx1">
                            <a:lumMod val="85000"/>
                            <a:lumOff val="15000"/>
                          </a:schemeClr>
                        </a:solidFill>
                        <a:latin typeface="+mn-ea"/>
                        <a:cs typeface="+mn-ea"/>
                      </a:endParaRPr>
                    </a:p>
                    <a:p>
                      <a:pPr algn="ctr"/>
                      <a:r>
                        <a:rPr lang="zh-CN" altLang="en-US" sz="1200">
                          <a:solidFill>
                            <a:schemeClr val="tx1">
                              <a:lumMod val="85000"/>
                              <a:lumOff val="15000"/>
                            </a:schemeClr>
                          </a:solidFill>
                          <a:latin typeface="+mn-ea"/>
                          <a:cs typeface="+mn-ea"/>
                        </a:rPr>
                        <a:t>需备案、合规、安全、可监管”</a:t>
                      </a:r>
                      <a:endParaRPr lang="en-US" altLang="zh-CN" sz="1200">
                        <a:solidFill>
                          <a:schemeClr val="tx1">
                            <a:lumMod val="85000"/>
                            <a:lumOff val="15000"/>
                          </a:schemeClr>
                        </a:solidFill>
                        <a:latin typeface="+mn-ea"/>
                        <a:cs typeface="+mn-ea"/>
                      </a:endParaRPr>
                    </a:p>
                  </a:txBody>
                  <a:tcPr marL="0" marR="0" marT="0" marB="0" anchor="ctr" anchorCtr="0"/>
                </a:tc>
              </a:tr>
            </a:tbl>
          </a:graphicData>
        </a:graphic>
      </p:graphicFrame>
      <p:pic>
        <p:nvPicPr>
          <p:cNvPr id="8" name="图片 7"/>
          <p:cNvPicPr>
            <a:picLocks noChangeAspect="1"/>
          </p:cNvPicPr>
          <p:nvPr>
            <p:custDataLst>
              <p:tags r:id="rId3"/>
            </p:custDataLst>
          </p:nvPr>
        </p:nvPicPr>
        <p:blipFill>
          <a:blip r:embed="rId4"/>
          <a:stretch>
            <a:fillRect/>
          </a:stretch>
        </p:blipFill>
        <p:spPr>
          <a:xfrm>
            <a:off x="1077595" y="3233420"/>
            <a:ext cx="3333115" cy="3425825"/>
          </a:xfrm>
          <a:prstGeom prst="rect">
            <a:avLst/>
          </a:prstGeom>
          <a:effectLst>
            <a:outerShdw blurRad="50800" dist="38100" dir="2700000" algn="tl" rotWithShape="0">
              <a:srgbClr val="2564A8">
                <a:alpha val="40000"/>
              </a:srgbClr>
            </a:outerShdw>
          </a:effectLst>
        </p:spPr>
      </p:pic>
      <p:pic>
        <p:nvPicPr>
          <p:cNvPr id="5" name="图片 4"/>
          <p:cNvPicPr>
            <a:picLocks noChangeAspect="1"/>
          </p:cNvPicPr>
          <p:nvPr/>
        </p:nvPicPr>
        <p:blipFill>
          <a:blip r:embed="rId5"/>
          <a:stretch>
            <a:fillRect/>
          </a:stretch>
        </p:blipFill>
        <p:spPr>
          <a:xfrm>
            <a:off x="4582795" y="3281045"/>
            <a:ext cx="3854450" cy="3331210"/>
          </a:xfrm>
          <a:prstGeom prst="rect">
            <a:avLst/>
          </a:prstGeom>
          <a:effectLst>
            <a:outerShdw blurRad="50800" dist="38100" dir="2700000" algn="tl" rotWithShape="0">
              <a:srgbClr val="285AA1">
                <a:alpha val="40000"/>
              </a:srgbClr>
            </a:outerShdw>
          </a:effectLst>
        </p:spPr>
      </p:pic>
      <p:pic>
        <p:nvPicPr>
          <p:cNvPr id="4" name="图片 3"/>
          <p:cNvPicPr>
            <a:picLocks noChangeAspect="1"/>
          </p:cNvPicPr>
          <p:nvPr/>
        </p:nvPicPr>
        <p:blipFill>
          <a:blip r:embed="rId6"/>
          <a:stretch>
            <a:fillRect/>
          </a:stretch>
        </p:blipFill>
        <p:spPr>
          <a:xfrm>
            <a:off x="8707755" y="3281045"/>
            <a:ext cx="2740660" cy="3331210"/>
          </a:xfrm>
          <a:prstGeom prst="rect">
            <a:avLst/>
          </a:prstGeom>
          <a:effectLst>
            <a:outerShdw blurRad="50800" dist="38100" dir="2700000" algn="tl" rotWithShape="0">
              <a:srgbClr val="285AA1">
                <a:alpha val="40000"/>
              </a:srgbClr>
            </a:outerShdw>
          </a:effectLst>
        </p:spPr>
      </p:pic>
    </p:spTree>
    <p:custDataLst>
      <p:tags r:id="rId7"/>
    </p:custDataLst>
  </p:cSld>
  <p:clrMapOvr>
    <a:masterClrMapping/>
  </p:clrMapOvr>
  <p:transition/>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 name="矩形 73"/>
          <p:cNvSpPr/>
          <p:nvPr/>
        </p:nvSpPr>
        <p:spPr>
          <a:xfrm>
            <a:off x="1118870" y="1095375"/>
            <a:ext cx="9954895" cy="434340"/>
          </a:xfrm>
          <a:prstGeom prst="rect">
            <a:avLst/>
          </a:prstGeom>
          <a:solidFill>
            <a:schemeClr val="bg1">
              <a:lumMod val="95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sz="1600">
                <a:solidFill>
                  <a:schemeClr val="tx1">
                    <a:lumMod val="85000"/>
                    <a:lumOff val="15000"/>
                  </a:schemeClr>
                </a:solidFill>
                <a:sym typeface="+mn-ea"/>
              </a:rPr>
              <a:t>尽管政策明确，但现实中存在大量落地障碍：</a:t>
            </a:r>
            <a:endParaRPr lang="zh-CN" altLang="en-US" sz="1600">
              <a:solidFill>
                <a:schemeClr val="tx1">
                  <a:lumMod val="85000"/>
                  <a:lumOff val="15000"/>
                </a:schemeClr>
              </a:solidFill>
              <a:sym typeface="+mn-ea"/>
            </a:endParaRPr>
          </a:p>
        </p:txBody>
      </p:sp>
      <p:sp>
        <p:nvSpPr>
          <p:cNvPr id="16" name="矩形 15"/>
          <p:cNvSpPr/>
          <p:nvPr/>
        </p:nvSpPr>
        <p:spPr>
          <a:xfrm>
            <a:off x="8580755" y="5934075"/>
            <a:ext cx="3529330" cy="822960"/>
          </a:xfrm>
          <a:prstGeom prst="rect">
            <a:avLst/>
          </a:prstGeom>
          <a:solidFill>
            <a:schemeClr val="bg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9" name="标题 8"/>
          <p:cNvSpPr>
            <a:spLocks noGrp="1"/>
          </p:cNvSpPr>
          <p:nvPr>
            <p:custDataLst>
              <p:tags r:id="rId1"/>
            </p:custDataLst>
          </p:nvPr>
        </p:nvSpPr>
        <p:spPr>
          <a:xfrm>
            <a:off x="937260" y="0"/>
            <a:ext cx="10958830" cy="799465"/>
          </a:xfrm>
          <a:prstGeom prst="rect">
            <a:avLst/>
          </a:prstGeom>
        </p:spPr>
        <p:txBody>
          <a:bodyPr vert="horz" lIns="90170" tIns="46990" rIns="90170" bIns="46990" rtlCol="0" anchor="ctr" anchorCtr="0">
            <a:noAutofit/>
          </a:bodyPr>
          <a:lstStyle>
            <a:lvl1pPr>
              <a:defRPr sz="6000">
                <a:solidFill>
                  <a:srgbClr val="1D43F3"/>
                </a:solidFill>
              </a:defRPr>
            </a:lvl1pPr>
          </a:lstStyle>
          <a:p>
            <a:r>
              <a:rPr lang="zh-CN" altLang="en-US" sz="3200" b="1">
                <a:solidFill>
                  <a:srgbClr val="254D97"/>
                </a:solidFill>
                <a:cs typeface="微软雅黑 Light" panose="020B0502040204020203" charset="-122"/>
                <a:sym typeface="+mn-ea"/>
              </a:rPr>
              <a:t>工作痛点与挑战</a:t>
            </a:r>
            <a:endParaRPr lang="zh-CN" altLang="en-US" sz="2400" b="1">
              <a:solidFill>
                <a:srgbClr val="254D97"/>
              </a:solidFill>
              <a:cs typeface="微软雅黑 Light" panose="020B0502040204020203" charset="-122"/>
              <a:sym typeface="+mn-ea"/>
            </a:endParaRPr>
          </a:p>
        </p:txBody>
      </p:sp>
      <p:sp>
        <p:nvSpPr>
          <p:cNvPr id="52" name="椭圆 51"/>
          <p:cNvSpPr/>
          <p:nvPr>
            <p:custDataLst>
              <p:tags r:id="rId2"/>
            </p:custDataLst>
          </p:nvPr>
        </p:nvSpPr>
        <p:spPr>
          <a:xfrm>
            <a:off x="5204056" y="2696968"/>
            <a:ext cx="1772195" cy="1772195"/>
          </a:xfrm>
          <a:prstGeom prst="ellipse">
            <a:avLst/>
          </a:prstGeom>
          <a:solidFill>
            <a:schemeClr val="accent1">
              <a:lumMod val="20000"/>
              <a:lumOff val="80000"/>
              <a:alpha val="6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a:solidFill>
                <a:schemeClr val="lt1"/>
              </a:solidFill>
              <a:cs typeface="微软雅黑" panose="020B0503020204020204" charset="-122"/>
              <a:sym typeface="+mn-ea"/>
            </a:endParaRPr>
          </a:p>
        </p:txBody>
      </p:sp>
      <p:sp>
        <p:nvSpPr>
          <p:cNvPr id="53" name="椭圆 52"/>
          <p:cNvSpPr/>
          <p:nvPr>
            <p:custDataLst>
              <p:tags r:id="rId3"/>
            </p:custDataLst>
          </p:nvPr>
        </p:nvSpPr>
        <p:spPr>
          <a:xfrm>
            <a:off x="4384541" y="1877453"/>
            <a:ext cx="3411224" cy="3411224"/>
          </a:xfrm>
          <a:prstGeom prst="ellipse">
            <a:avLst/>
          </a:prstGeom>
          <a:gradFill>
            <a:gsLst>
              <a:gs pos="0">
                <a:schemeClr val="accent1">
                  <a:lumMod val="20000"/>
                  <a:lumOff val="80000"/>
                  <a:alpha val="0"/>
                </a:schemeClr>
              </a:gs>
              <a:gs pos="100000">
                <a:schemeClr val="accent1">
                  <a:lumMod val="40000"/>
                  <a:lumOff val="60000"/>
                  <a:alpha val="35000"/>
                </a:schemeClr>
              </a:gs>
            </a:gsLst>
            <a:lin ang="16200000" scaled="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a:solidFill>
                <a:schemeClr val="lt1"/>
              </a:solidFill>
              <a:cs typeface="微软雅黑" panose="020B0503020204020204" charset="-122"/>
              <a:sym typeface="+mn-ea"/>
            </a:endParaRPr>
          </a:p>
        </p:txBody>
      </p:sp>
      <p:sp>
        <p:nvSpPr>
          <p:cNvPr id="54" name="椭圆 53"/>
          <p:cNvSpPr/>
          <p:nvPr>
            <p:custDataLst>
              <p:tags r:id="rId4"/>
            </p:custDataLst>
          </p:nvPr>
        </p:nvSpPr>
        <p:spPr>
          <a:xfrm>
            <a:off x="5330713" y="2817117"/>
            <a:ext cx="1532607" cy="1532607"/>
          </a:xfrm>
          <a:prstGeom prst="ellipse">
            <a:avLst/>
          </a:prstGeom>
          <a:solidFill>
            <a:srgbClr val="254D97"/>
          </a:solidFill>
          <a:ln>
            <a:noFill/>
          </a:ln>
          <a:effectLst>
            <a:outerShdw blurRad="215900" dist="38100" dir="2700000" algn="tl" rotWithShape="0">
              <a:schemeClr val="accent1">
                <a:lumMod val="7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rmAutofit/>
          </a:bodyPr>
          <a:lstStyle/>
          <a:p>
            <a:pPr lvl="0" algn="ctr">
              <a:buClrTx/>
              <a:buSzTx/>
              <a:buFontTx/>
            </a:pPr>
            <a:endParaRPr lang="zh-CN" altLang="en-US" sz="2000" b="1">
              <a:solidFill>
                <a:srgbClr val="FFFFFF"/>
              </a:solidFill>
              <a:latin typeface="+mj-ea"/>
              <a:ea typeface="+mj-ea"/>
              <a:cs typeface="微软雅黑" panose="020B0503020204020204" charset="-122"/>
              <a:sym typeface="+mn-ea"/>
            </a:endParaRPr>
          </a:p>
        </p:txBody>
      </p:sp>
      <p:sp>
        <p:nvSpPr>
          <p:cNvPr id="55" name="椭圆 54"/>
          <p:cNvSpPr/>
          <p:nvPr>
            <p:custDataLst>
              <p:tags r:id="rId5"/>
            </p:custDataLst>
          </p:nvPr>
        </p:nvSpPr>
        <p:spPr>
          <a:xfrm>
            <a:off x="4735476" y="2228388"/>
            <a:ext cx="2709355" cy="2709856"/>
          </a:xfrm>
          <a:prstGeom prst="ellipse">
            <a:avLst/>
          </a:prstGeom>
          <a:noFill/>
          <a:ln>
            <a:solidFill>
              <a:srgbClr val="285AA1"/>
            </a:solidFill>
          </a:ln>
          <a:effectLst>
            <a:outerShdw blurRad="50800" dist="38100" dir="2700000" algn="tl" rotWithShape="0">
              <a:schemeClr val="accent1">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solidFill>
              <a:cs typeface="微软雅黑" panose="020B0503020204020204" charset="-122"/>
            </a:endParaRPr>
          </a:p>
        </p:txBody>
      </p:sp>
      <p:sp>
        <p:nvSpPr>
          <p:cNvPr id="56" name="弧形 55"/>
          <p:cNvSpPr/>
          <p:nvPr>
            <p:custDataLst>
              <p:tags r:id="rId6"/>
            </p:custDataLst>
          </p:nvPr>
        </p:nvSpPr>
        <p:spPr>
          <a:xfrm rot="12600000">
            <a:off x="4961255" y="2460175"/>
            <a:ext cx="2256312" cy="2256314"/>
          </a:xfrm>
          <a:prstGeom prst="arc">
            <a:avLst>
              <a:gd name="adj1" fmla="val 17360505"/>
              <a:gd name="adj2" fmla="val 21482624"/>
            </a:avLst>
          </a:prstGeom>
          <a:ln w="6350">
            <a:gradFill>
              <a:gsLst>
                <a:gs pos="0">
                  <a:schemeClr val="accent1">
                    <a:alpha val="0"/>
                  </a:schemeClr>
                </a:gs>
                <a:gs pos="60000">
                  <a:schemeClr val="accent1">
                    <a:alpha val="100000"/>
                  </a:schemeClr>
                </a:gs>
              </a:gsLst>
              <a:lin ang="5400000" scaled="1"/>
            </a:gradFill>
            <a:prstDash val="dash"/>
            <a:tailEnd type="triangle"/>
          </a:ln>
          <a:effectLst>
            <a:outerShdw blurRad="50800" dist="38100" dir="2700000" algn="tl" rotWithShape="0">
              <a:schemeClr val="accent1">
                <a:lumMod val="75000"/>
                <a:alpha val="40000"/>
              </a:schemeClr>
            </a:outerShdw>
          </a:effectLst>
        </p:spPr>
        <p:style>
          <a:lnRef idx="1">
            <a:schemeClr val="accent1"/>
          </a:lnRef>
          <a:fillRef idx="0">
            <a:schemeClr val="accent1"/>
          </a:fillRef>
          <a:effectRef idx="0">
            <a:schemeClr val="accent1"/>
          </a:effectRef>
          <a:fontRef idx="minor">
            <a:schemeClr val="tx1"/>
          </a:fontRef>
        </p:style>
        <p:txBody>
          <a:bodyPr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lang="zh-CN" altLang="en-US">
              <a:solidFill>
                <a:schemeClr val="tx1"/>
              </a:solidFill>
              <a:cs typeface="微软雅黑" panose="020B0503020204020204" charset="-122"/>
            </a:endParaRPr>
          </a:p>
        </p:txBody>
      </p:sp>
      <p:sp>
        <p:nvSpPr>
          <p:cNvPr id="594" name="椭圆 593"/>
          <p:cNvSpPr/>
          <p:nvPr>
            <p:custDataLst>
              <p:tags r:id="rId7"/>
            </p:custDataLst>
          </p:nvPr>
        </p:nvSpPr>
        <p:spPr>
          <a:xfrm>
            <a:off x="4902182" y="4304959"/>
            <a:ext cx="485601" cy="485601"/>
          </a:xfrm>
          <a:prstGeom prst="ellipse">
            <a:avLst/>
          </a:prstGeom>
          <a:solidFill>
            <a:srgbClr val="254D97"/>
          </a:solidFill>
          <a:ln>
            <a:noFill/>
          </a:ln>
          <a:effectLst>
            <a:outerShdw blurRad="139700" dist="50800" dir="2700000" algn="tl" rotWithShape="0">
              <a:schemeClr val="accent1">
                <a:lumMod val="7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a:solidFill>
                <a:schemeClr val="lt1"/>
              </a:solidFill>
              <a:cs typeface="微软雅黑" panose="020B0503020204020204" charset="-122"/>
              <a:sym typeface="+mn-ea"/>
            </a:endParaRPr>
          </a:p>
        </p:txBody>
      </p:sp>
      <p:sp>
        <p:nvSpPr>
          <p:cNvPr id="593" name="椭圆 592"/>
          <p:cNvSpPr/>
          <p:nvPr>
            <p:custDataLst>
              <p:tags r:id="rId8"/>
            </p:custDataLst>
          </p:nvPr>
        </p:nvSpPr>
        <p:spPr>
          <a:xfrm>
            <a:off x="6799031" y="4271918"/>
            <a:ext cx="485601" cy="485601"/>
          </a:xfrm>
          <a:prstGeom prst="ellipse">
            <a:avLst/>
          </a:prstGeom>
          <a:solidFill>
            <a:srgbClr val="254D97"/>
          </a:solidFill>
          <a:ln>
            <a:noFill/>
          </a:ln>
          <a:effectLst>
            <a:outerShdw blurRad="139700" dist="50800" dir="2700000" algn="tl" rotWithShape="0">
              <a:schemeClr val="accent1">
                <a:lumMod val="7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a:solidFill>
                <a:schemeClr val="lt1"/>
              </a:solidFill>
              <a:cs typeface="微软雅黑" panose="020B0503020204020204" charset="-122"/>
              <a:sym typeface="+mn-ea"/>
            </a:endParaRPr>
          </a:p>
        </p:txBody>
      </p:sp>
      <p:sp>
        <p:nvSpPr>
          <p:cNvPr id="587" name="椭圆 586"/>
          <p:cNvSpPr/>
          <p:nvPr>
            <p:custDataLst>
              <p:tags r:id="rId9"/>
            </p:custDataLst>
          </p:nvPr>
        </p:nvSpPr>
        <p:spPr>
          <a:xfrm>
            <a:off x="6765990" y="2375069"/>
            <a:ext cx="485601" cy="485601"/>
          </a:xfrm>
          <a:prstGeom prst="ellipse">
            <a:avLst/>
          </a:prstGeom>
          <a:solidFill>
            <a:srgbClr val="254D97"/>
          </a:solidFill>
          <a:ln>
            <a:noFill/>
          </a:ln>
          <a:effectLst>
            <a:outerShdw blurRad="139700" dist="50800" dir="2700000" algn="tl" rotWithShape="0">
              <a:schemeClr val="accent1">
                <a:lumMod val="7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a:solidFill>
                <a:schemeClr val="lt1"/>
              </a:solidFill>
              <a:cs typeface="微软雅黑" panose="020B0503020204020204" charset="-122"/>
              <a:sym typeface="+mn-ea"/>
            </a:endParaRPr>
          </a:p>
        </p:txBody>
      </p:sp>
      <p:sp>
        <p:nvSpPr>
          <p:cNvPr id="588" name="椭圆 587"/>
          <p:cNvSpPr/>
          <p:nvPr>
            <p:custDataLst>
              <p:tags r:id="rId10"/>
            </p:custDataLst>
          </p:nvPr>
        </p:nvSpPr>
        <p:spPr>
          <a:xfrm>
            <a:off x="4868641" y="2408110"/>
            <a:ext cx="485601" cy="485601"/>
          </a:xfrm>
          <a:prstGeom prst="ellipse">
            <a:avLst/>
          </a:prstGeom>
          <a:solidFill>
            <a:srgbClr val="254D97"/>
          </a:solidFill>
          <a:ln>
            <a:noFill/>
          </a:ln>
          <a:effectLst>
            <a:outerShdw blurRad="139700" dist="50800" dir="2700000" algn="tl" rotWithShape="0">
              <a:schemeClr val="accent1">
                <a:lumMod val="7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a:solidFill>
                <a:schemeClr val="lt1"/>
              </a:solidFill>
              <a:cs typeface="微软雅黑" panose="020B0503020204020204" charset="-122"/>
              <a:sym typeface="+mn-ea"/>
            </a:endParaRPr>
          </a:p>
        </p:txBody>
      </p:sp>
      <p:grpSp>
        <p:nvGrpSpPr>
          <p:cNvPr id="6" name="组合 5"/>
          <p:cNvGrpSpPr/>
          <p:nvPr>
            <p:custDataLst>
              <p:tags r:id="rId11"/>
            </p:custDataLst>
          </p:nvPr>
        </p:nvGrpSpPr>
        <p:grpSpPr>
          <a:xfrm>
            <a:off x="7724140" y="1777365"/>
            <a:ext cx="2933065" cy="1521460"/>
            <a:chOff x="1885" y="3084"/>
            <a:chExt cx="4619" cy="2396"/>
          </a:xfrm>
        </p:grpSpPr>
        <p:sp>
          <p:nvSpPr>
            <p:cNvPr id="57" name="矩形 56"/>
            <p:cNvSpPr/>
            <p:nvPr>
              <p:custDataLst>
                <p:tags r:id="rId12"/>
              </p:custDataLst>
            </p:nvPr>
          </p:nvSpPr>
          <p:spPr>
            <a:xfrm>
              <a:off x="2000" y="3992"/>
              <a:ext cx="4504" cy="1488"/>
            </a:xfrm>
            <a:prstGeom prst="rect">
              <a:avLst/>
            </a:prstGeom>
            <a:noFill/>
          </p:spPr>
          <p:txBody>
            <a:bodyPr wrap="square" lIns="0" tIns="0" rIns="0" bIns="0" rtlCol="0" anchor="t" anchorCtr="0">
              <a:noAutofit/>
            </a:bodyPr>
            <a:lstStyle/>
            <a:p>
              <a:pPr algn="l">
                <a:lnSpc>
                  <a:spcPct val="150000"/>
                </a:lnSpc>
                <a:spcBef>
                  <a:spcPct val="0"/>
                </a:spcBef>
                <a:spcAft>
                  <a:spcPct val="0"/>
                </a:spcAft>
              </a:pPr>
              <a:r>
                <a:rPr lang="zh-CN" altLang="en-US" sz="1400">
                  <a:solidFill>
                    <a:schemeClr val="tx1">
                      <a:lumMod val="85000"/>
                      <a:lumOff val="15000"/>
                    </a:schemeClr>
                  </a:solidFill>
                  <a:latin typeface="+mn-ea"/>
                  <a:cs typeface="+mn-ea"/>
                </a:rPr>
                <a:t>组织任务重，但缺资源、缺师资、缺系统；大量行政工作导致教学主业被挤压；无法统一管理机构协同难度</a:t>
              </a:r>
              <a:r>
                <a:rPr lang="zh-CN" altLang="en-US" sz="1400">
                  <a:solidFill>
                    <a:schemeClr val="tx1">
                      <a:lumMod val="85000"/>
                      <a:lumOff val="15000"/>
                    </a:schemeClr>
                  </a:solidFill>
                  <a:latin typeface="+mn-ea"/>
                  <a:cs typeface="+mn-ea"/>
                </a:rPr>
                <a:t>高。</a:t>
              </a:r>
              <a:endParaRPr lang="zh-CN" altLang="en-US" sz="1400">
                <a:solidFill>
                  <a:schemeClr val="tx1">
                    <a:lumMod val="85000"/>
                    <a:lumOff val="15000"/>
                  </a:schemeClr>
                </a:solidFill>
                <a:latin typeface="+mn-ea"/>
                <a:cs typeface="+mn-ea"/>
              </a:endParaRPr>
            </a:p>
          </p:txBody>
        </p:sp>
        <p:sp>
          <p:nvSpPr>
            <p:cNvPr id="58" name="矩形 57"/>
            <p:cNvSpPr/>
            <p:nvPr>
              <p:custDataLst>
                <p:tags r:id="rId13"/>
              </p:custDataLst>
            </p:nvPr>
          </p:nvSpPr>
          <p:spPr>
            <a:xfrm>
              <a:off x="1885" y="3084"/>
              <a:ext cx="1059" cy="993"/>
            </a:xfrm>
            <a:prstGeom prst="rect">
              <a:avLst/>
            </a:prstGeom>
            <a:noFill/>
          </p:spPr>
          <p:txBody>
            <a:bodyPr wrap="square" lIns="0" tIns="0" rIns="0" bIns="0" rtlCol="0" anchor="b">
              <a:noAutofit/>
            </a:bodyPr>
            <a:lstStyle/>
            <a:p>
              <a:pPr algn="r">
                <a:spcBef>
                  <a:spcPct val="0"/>
                </a:spcBef>
                <a:spcAft>
                  <a:spcPct val="0"/>
                </a:spcAft>
              </a:pPr>
              <a:r>
                <a:rPr lang="zh-CN" altLang="en-US" sz="2400" b="1" dirty="0">
                  <a:solidFill>
                    <a:srgbClr val="254D97"/>
                  </a:solidFill>
                  <a:latin typeface="+mn-ea"/>
                  <a:cs typeface="+mn-ea"/>
                </a:rPr>
                <a:t>学校</a:t>
              </a:r>
              <a:endParaRPr lang="zh-CN" altLang="en-US" sz="2400" b="1" dirty="0">
                <a:solidFill>
                  <a:srgbClr val="254D97"/>
                </a:solidFill>
                <a:latin typeface="+mn-ea"/>
                <a:cs typeface="+mn-ea"/>
              </a:endParaRPr>
            </a:p>
          </p:txBody>
        </p:sp>
      </p:grpSp>
      <p:sp>
        <p:nvSpPr>
          <p:cNvPr id="59" name="矩形 58"/>
          <p:cNvSpPr/>
          <p:nvPr>
            <p:custDataLst>
              <p:tags r:id="rId14"/>
            </p:custDataLst>
          </p:nvPr>
        </p:nvSpPr>
        <p:spPr>
          <a:xfrm>
            <a:off x="1749425" y="4432300"/>
            <a:ext cx="2607310" cy="944880"/>
          </a:xfrm>
          <a:prstGeom prst="rect">
            <a:avLst/>
          </a:prstGeom>
          <a:noFill/>
        </p:spPr>
        <p:txBody>
          <a:bodyPr wrap="square" lIns="0" tIns="0" rIns="0" bIns="0" rtlCol="0" anchor="t" anchorCtr="0">
            <a:noAutofit/>
          </a:bodyPr>
          <a:lstStyle/>
          <a:p>
            <a:pPr algn="r">
              <a:lnSpc>
                <a:spcPct val="150000"/>
              </a:lnSpc>
              <a:spcBef>
                <a:spcPct val="0"/>
              </a:spcBef>
              <a:spcAft>
                <a:spcPct val="0"/>
              </a:spcAft>
            </a:pPr>
            <a:r>
              <a:rPr lang="zh-CN" altLang="en-US" sz="1400" kern="0" dirty="0">
                <a:ln>
                  <a:noFill/>
                  <a:prstDash val="sysDot"/>
                </a:ln>
                <a:solidFill>
                  <a:schemeClr val="tx1">
                    <a:lumMod val="85000"/>
                    <a:lumOff val="15000"/>
                  </a:schemeClr>
                </a:solidFill>
                <a:latin typeface="+mn-ea"/>
                <a:cs typeface="+mn-ea"/>
                <a:sym typeface="+mn-ea"/>
              </a:rPr>
              <a:t>对课程质量、师资、安全、资质存疑；对价格敏感，更在意公开透明；每个课程服务体验差异</a:t>
            </a:r>
            <a:r>
              <a:rPr lang="zh-CN" altLang="en-US" sz="1400" kern="0" dirty="0">
                <a:ln>
                  <a:noFill/>
                  <a:prstDash val="sysDot"/>
                </a:ln>
                <a:solidFill>
                  <a:schemeClr val="tx1">
                    <a:lumMod val="85000"/>
                    <a:lumOff val="15000"/>
                  </a:schemeClr>
                </a:solidFill>
                <a:latin typeface="+mn-ea"/>
                <a:cs typeface="+mn-ea"/>
                <a:sym typeface="+mn-ea"/>
              </a:rPr>
              <a:t>大。</a:t>
            </a:r>
            <a:endParaRPr lang="zh-CN" altLang="en-US" sz="1400" kern="0" dirty="0">
              <a:ln>
                <a:noFill/>
                <a:prstDash val="sysDot"/>
              </a:ln>
              <a:solidFill>
                <a:schemeClr val="tx1">
                  <a:lumMod val="85000"/>
                  <a:lumOff val="15000"/>
                </a:schemeClr>
              </a:solidFill>
              <a:latin typeface="+mn-ea"/>
              <a:cs typeface="+mn-ea"/>
              <a:sym typeface="+mn-ea"/>
            </a:endParaRPr>
          </a:p>
        </p:txBody>
      </p:sp>
      <p:sp>
        <p:nvSpPr>
          <p:cNvPr id="60" name="矩形 59"/>
          <p:cNvSpPr/>
          <p:nvPr>
            <p:custDataLst>
              <p:tags r:id="rId15"/>
            </p:custDataLst>
          </p:nvPr>
        </p:nvSpPr>
        <p:spPr>
          <a:xfrm>
            <a:off x="1874161" y="3776805"/>
            <a:ext cx="2482574" cy="630280"/>
          </a:xfrm>
          <a:prstGeom prst="rect">
            <a:avLst/>
          </a:prstGeom>
          <a:noFill/>
        </p:spPr>
        <p:txBody>
          <a:bodyPr wrap="square" lIns="0" tIns="0" rIns="0" bIns="0" rtlCol="0" anchor="b">
            <a:noAutofit/>
          </a:bodyPr>
          <a:lstStyle/>
          <a:p>
            <a:pPr algn="r">
              <a:spcBef>
                <a:spcPct val="0"/>
              </a:spcBef>
              <a:spcAft>
                <a:spcPct val="0"/>
              </a:spcAft>
            </a:pPr>
            <a:r>
              <a:rPr lang="zh-CN" altLang="en-US" sz="2400" b="1">
                <a:solidFill>
                  <a:srgbClr val="254D97"/>
                </a:solidFill>
                <a:latin typeface="+mn-ea"/>
                <a:cs typeface="+mn-ea"/>
              </a:rPr>
              <a:t>家长</a:t>
            </a:r>
            <a:endParaRPr lang="zh-CN" altLang="en-US" sz="2400" b="1">
              <a:solidFill>
                <a:srgbClr val="254D97"/>
              </a:solidFill>
              <a:latin typeface="+mn-ea"/>
              <a:cs typeface="+mn-ea"/>
            </a:endParaRPr>
          </a:p>
        </p:txBody>
      </p:sp>
      <p:grpSp>
        <p:nvGrpSpPr>
          <p:cNvPr id="7" name="组合 6"/>
          <p:cNvGrpSpPr/>
          <p:nvPr>
            <p:custDataLst>
              <p:tags r:id="rId16"/>
            </p:custDataLst>
          </p:nvPr>
        </p:nvGrpSpPr>
        <p:grpSpPr>
          <a:xfrm>
            <a:off x="7827010" y="3829050"/>
            <a:ext cx="2931795" cy="1600200"/>
            <a:chOff x="12599" y="2960"/>
            <a:chExt cx="4617" cy="2520"/>
          </a:xfrm>
        </p:grpSpPr>
        <p:sp>
          <p:nvSpPr>
            <p:cNvPr id="61" name="矩形 60"/>
            <p:cNvSpPr/>
            <p:nvPr>
              <p:custDataLst>
                <p:tags r:id="rId17"/>
              </p:custDataLst>
            </p:nvPr>
          </p:nvSpPr>
          <p:spPr>
            <a:xfrm>
              <a:off x="12599" y="3992"/>
              <a:ext cx="4617" cy="1488"/>
            </a:xfrm>
            <a:prstGeom prst="rect">
              <a:avLst/>
            </a:prstGeom>
            <a:noFill/>
          </p:spPr>
          <p:txBody>
            <a:bodyPr wrap="square" lIns="0" tIns="0" rIns="0" bIns="0" rtlCol="0" anchor="t" anchorCtr="0">
              <a:noAutofit/>
            </a:bodyPr>
            <a:lstStyle/>
            <a:p>
              <a:pPr>
                <a:lnSpc>
                  <a:spcPct val="150000"/>
                </a:lnSpc>
                <a:spcBef>
                  <a:spcPct val="0"/>
                </a:spcBef>
                <a:spcAft>
                  <a:spcPct val="0"/>
                </a:spcAft>
              </a:pPr>
              <a:r>
                <a:rPr lang="zh-CN" altLang="en-US" sz="1400" kern="0" dirty="0">
                  <a:ln>
                    <a:noFill/>
                    <a:prstDash val="sysDot"/>
                  </a:ln>
                  <a:solidFill>
                    <a:schemeClr val="tx1">
                      <a:lumMod val="85000"/>
                      <a:lumOff val="15000"/>
                    </a:schemeClr>
                  </a:solidFill>
                  <a:latin typeface="+mn-ea"/>
                  <a:cs typeface="+mn-ea"/>
                  <a:sym typeface="+mn-ea"/>
                </a:rPr>
                <a:t>没有标准化对接，效率低；缺乏数据支撑，课程效果无法呈现；没有统一监管和服务流程，存在不良</a:t>
              </a:r>
              <a:r>
                <a:rPr lang="zh-CN" altLang="en-US" sz="1400" kern="0" dirty="0">
                  <a:ln>
                    <a:noFill/>
                    <a:prstDash val="sysDot"/>
                  </a:ln>
                  <a:solidFill>
                    <a:schemeClr val="tx1">
                      <a:lumMod val="85000"/>
                      <a:lumOff val="15000"/>
                    </a:schemeClr>
                  </a:solidFill>
                  <a:latin typeface="+mn-ea"/>
                  <a:cs typeface="+mn-ea"/>
                  <a:sym typeface="+mn-ea"/>
                </a:rPr>
                <a:t>竞争。</a:t>
              </a:r>
              <a:endParaRPr lang="zh-CN" altLang="en-US" sz="1400" kern="0" dirty="0">
                <a:ln>
                  <a:noFill/>
                  <a:prstDash val="sysDot"/>
                </a:ln>
                <a:solidFill>
                  <a:schemeClr val="tx1">
                    <a:lumMod val="85000"/>
                    <a:lumOff val="15000"/>
                  </a:schemeClr>
                </a:solidFill>
                <a:latin typeface="+mn-ea"/>
                <a:cs typeface="+mn-ea"/>
                <a:sym typeface="+mn-ea"/>
              </a:endParaRPr>
            </a:p>
          </p:txBody>
        </p:sp>
        <p:sp>
          <p:nvSpPr>
            <p:cNvPr id="62" name="矩形 61"/>
            <p:cNvSpPr/>
            <p:nvPr>
              <p:custDataLst>
                <p:tags r:id="rId18"/>
              </p:custDataLst>
            </p:nvPr>
          </p:nvSpPr>
          <p:spPr>
            <a:xfrm>
              <a:off x="12600" y="2960"/>
              <a:ext cx="4021" cy="993"/>
            </a:xfrm>
            <a:prstGeom prst="rect">
              <a:avLst/>
            </a:prstGeom>
            <a:noFill/>
          </p:spPr>
          <p:txBody>
            <a:bodyPr wrap="square" lIns="0" tIns="0" rIns="0" bIns="0" rtlCol="0" anchor="b">
              <a:noAutofit/>
            </a:bodyPr>
            <a:lstStyle/>
            <a:p>
              <a:pPr>
                <a:spcBef>
                  <a:spcPct val="0"/>
                </a:spcBef>
                <a:spcAft>
                  <a:spcPct val="0"/>
                </a:spcAft>
              </a:pPr>
              <a:r>
                <a:rPr lang="zh-CN" altLang="en-US" sz="2400" b="1" dirty="0">
                  <a:solidFill>
                    <a:srgbClr val="254D97"/>
                  </a:solidFill>
                  <a:latin typeface="+mn-ea"/>
                  <a:cs typeface="+mn-ea"/>
                </a:rPr>
                <a:t>第三方机构</a:t>
              </a:r>
              <a:endParaRPr lang="zh-CN" altLang="en-US" sz="2400" b="1" dirty="0">
                <a:solidFill>
                  <a:srgbClr val="254D97"/>
                </a:solidFill>
                <a:latin typeface="+mn-ea"/>
                <a:cs typeface="+mn-ea"/>
              </a:endParaRPr>
            </a:p>
          </p:txBody>
        </p:sp>
      </p:grpSp>
      <p:grpSp>
        <p:nvGrpSpPr>
          <p:cNvPr id="5" name="组合 4"/>
          <p:cNvGrpSpPr/>
          <p:nvPr>
            <p:custDataLst>
              <p:tags r:id="rId19"/>
            </p:custDataLst>
          </p:nvPr>
        </p:nvGrpSpPr>
        <p:grpSpPr>
          <a:xfrm>
            <a:off x="1042035" y="1723390"/>
            <a:ext cx="3314700" cy="1888490"/>
            <a:chOff x="12599" y="5878"/>
            <a:chExt cx="5220" cy="2974"/>
          </a:xfrm>
        </p:grpSpPr>
        <p:sp>
          <p:nvSpPr>
            <p:cNvPr id="63" name="矩形 62"/>
            <p:cNvSpPr/>
            <p:nvPr>
              <p:custDataLst>
                <p:tags r:id="rId20"/>
              </p:custDataLst>
            </p:nvPr>
          </p:nvSpPr>
          <p:spPr>
            <a:xfrm>
              <a:off x="13810" y="6803"/>
              <a:ext cx="4009" cy="2049"/>
            </a:xfrm>
            <a:prstGeom prst="rect">
              <a:avLst/>
            </a:prstGeom>
            <a:noFill/>
          </p:spPr>
          <p:txBody>
            <a:bodyPr wrap="square" lIns="0" tIns="0" rIns="0" bIns="0" rtlCol="0" anchor="t" anchorCtr="0">
              <a:noAutofit/>
            </a:bodyPr>
            <a:lstStyle/>
            <a:p>
              <a:pPr algn="r">
                <a:lnSpc>
                  <a:spcPct val="150000"/>
                </a:lnSpc>
                <a:spcBef>
                  <a:spcPct val="0"/>
                </a:spcBef>
                <a:spcAft>
                  <a:spcPct val="0"/>
                </a:spcAft>
              </a:pPr>
              <a:r>
                <a:rPr lang="zh-CN" altLang="en-US" sz="1400">
                  <a:solidFill>
                    <a:schemeClr val="tx1">
                      <a:lumMod val="85000"/>
                      <a:lumOff val="15000"/>
                    </a:schemeClr>
                  </a:solidFill>
                  <a:latin typeface="+mn-ea"/>
                  <a:cs typeface="+mn-ea"/>
                </a:rPr>
                <a:t>责任明确，但缺乏监督机制和考核</a:t>
              </a:r>
              <a:r>
                <a:rPr lang="zh-CN" altLang="en-US" sz="1400">
                  <a:solidFill>
                    <a:schemeClr val="tx1">
                      <a:lumMod val="85000"/>
                      <a:lumOff val="15000"/>
                    </a:schemeClr>
                  </a:solidFill>
                  <a:latin typeface="+mn-ea"/>
                  <a:cs typeface="+mn-ea"/>
                </a:rPr>
                <a:t>工具缺少统一平台支撑，全流程无</a:t>
              </a:r>
              <a:r>
                <a:rPr lang="zh-CN" altLang="en-US" sz="1400">
                  <a:solidFill>
                    <a:schemeClr val="tx1">
                      <a:lumMod val="85000"/>
                      <a:lumOff val="15000"/>
                    </a:schemeClr>
                  </a:solidFill>
                  <a:latin typeface="+mn-ea"/>
                  <a:cs typeface="+mn-ea"/>
                </a:rPr>
                <a:t>抓手，风险全兜底。</a:t>
              </a:r>
              <a:endParaRPr lang="zh-CN" altLang="en-US" sz="1400">
                <a:solidFill>
                  <a:schemeClr val="tx1">
                    <a:lumMod val="85000"/>
                    <a:lumOff val="15000"/>
                  </a:schemeClr>
                </a:solidFill>
                <a:latin typeface="+mn-ea"/>
                <a:cs typeface="+mn-ea"/>
              </a:endParaRPr>
            </a:p>
            <a:p>
              <a:pPr algn="r">
                <a:lnSpc>
                  <a:spcPct val="150000"/>
                </a:lnSpc>
                <a:spcBef>
                  <a:spcPct val="0"/>
                </a:spcBef>
                <a:spcAft>
                  <a:spcPct val="0"/>
                </a:spcAft>
              </a:pPr>
              <a:endParaRPr lang="zh-CN" altLang="en-US" sz="1400">
                <a:solidFill>
                  <a:schemeClr val="tx1">
                    <a:lumMod val="85000"/>
                    <a:lumOff val="15000"/>
                  </a:schemeClr>
                </a:solidFill>
                <a:latin typeface="+mn-ea"/>
                <a:cs typeface="+mn-ea"/>
              </a:endParaRPr>
            </a:p>
          </p:txBody>
        </p:sp>
        <p:sp>
          <p:nvSpPr>
            <p:cNvPr id="64" name="矩形 63"/>
            <p:cNvSpPr/>
            <p:nvPr>
              <p:custDataLst>
                <p:tags r:id="rId21"/>
              </p:custDataLst>
            </p:nvPr>
          </p:nvSpPr>
          <p:spPr>
            <a:xfrm>
              <a:off x="12599" y="5878"/>
              <a:ext cx="5193" cy="993"/>
            </a:xfrm>
            <a:prstGeom prst="rect">
              <a:avLst/>
            </a:prstGeom>
            <a:noFill/>
          </p:spPr>
          <p:txBody>
            <a:bodyPr wrap="square" lIns="0" tIns="0" rIns="0" bIns="0" rtlCol="0" anchor="b">
              <a:noAutofit/>
            </a:bodyPr>
            <a:lstStyle/>
            <a:p>
              <a:pPr algn="r">
                <a:spcBef>
                  <a:spcPct val="0"/>
                </a:spcBef>
                <a:spcAft>
                  <a:spcPct val="0"/>
                </a:spcAft>
              </a:pPr>
              <a:r>
                <a:rPr lang="zh-CN" altLang="en-US" sz="2400" b="1">
                  <a:solidFill>
                    <a:srgbClr val="254D97"/>
                  </a:solidFill>
                  <a:latin typeface="+mn-ea"/>
                  <a:cs typeface="+mn-ea"/>
                </a:rPr>
                <a:t>教育</a:t>
              </a:r>
              <a:r>
                <a:rPr lang="zh-CN" altLang="en-US" sz="2400" b="1">
                  <a:solidFill>
                    <a:srgbClr val="254D97"/>
                  </a:solidFill>
                  <a:latin typeface="+mn-ea"/>
                  <a:cs typeface="+mn-ea"/>
                </a:rPr>
                <a:t>局</a:t>
              </a:r>
              <a:endParaRPr lang="zh-CN" altLang="en-US" sz="2400" b="1">
                <a:solidFill>
                  <a:srgbClr val="254D97"/>
                </a:solidFill>
                <a:latin typeface="+mn-ea"/>
                <a:cs typeface="+mn-ea"/>
              </a:endParaRPr>
            </a:p>
          </p:txBody>
        </p:sp>
      </p:grpSp>
      <p:sp>
        <p:nvSpPr>
          <p:cNvPr id="66" name="矩形 65"/>
          <p:cNvSpPr/>
          <p:nvPr>
            <p:custDataLst>
              <p:tags r:id="rId22"/>
            </p:custDataLst>
          </p:nvPr>
        </p:nvSpPr>
        <p:spPr>
          <a:xfrm>
            <a:off x="5476894" y="3370037"/>
            <a:ext cx="1240536" cy="464575"/>
          </a:xfrm>
          <a:prstGeom prst="rect">
            <a:avLst/>
          </a:prstGeom>
          <a:noFill/>
        </p:spPr>
        <p:txBody>
          <a:bodyPr wrap="square" lIns="0" tIns="0" rIns="0" bIns="0" rtlCol="0" anchor="t" anchorCtr="0">
            <a:noAutofit/>
          </a:bodyPr>
          <a:lstStyle/>
          <a:p>
            <a:pPr algn="ctr">
              <a:spcBef>
                <a:spcPct val="0"/>
              </a:spcBef>
              <a:spcAft>
                <a:spcPct val="0"/>
              </a:spcAft>
            </a:pPr>
            <a:r>
              <a:rPr lang="zh-CN" altLang="en-US" sz="2400" b="1">
                <a:solidFill>
                  <a:schemeClr val="lt1">
                    <a:lumMod val="100000"/>
                  </a:schemeClr>
                </a:solidFill>
                <a:latin typeface="+mn-ea"/>
                <a:cs typeface="+mn-ea"/>
              </a:rPr>
              <a:t>当前</a:t>
            </a:r>
            <a:r>
              <a:rPr lang="zh-CN" altLang="en-US" sz="2400" b="1">
                <a:solidFill>
                  <a:schemeClr val="lt1">
                    <a:lumMod val="100000"/>
                  </a:schemeClr>
                </a:solidFill>
                <a:latin typeface="+mn-ea"/>
                <a:cs typeface="+mn-ea"/>
              </a:rPr>
              <a:t>痛点</a:t>
            </a:r>
            <a:endParaRPr lang="zh-CN" altLang="en-US" sz="2400" b="1">
              <a:solidFill>
                <a:schemeClr val="lt1">
                  <a:lumMod val="100000"/>
                </a:schemeClr>
              </a:solidFill>
              <a:latin typeface="+mn-ea"/>
              <a:cs typeface="+mn-ea"/>
            </a:endParaRPr>
          </a:p>
        </p:txBody>
      </p:sp>
      <p:sp>
        <p:nvSpPr>
          <p:cNvPr id="71" name="弧形 70"/>
          <p:cNvSpPr/>
          <p:nvPr>
            <p:custDataLst>
              <p:tags r:id="rId23"/>
            </p:custDataLst>
          </p:nvPr>
        </p:nvSpPr>
        <p:spPr>
          <a:xfrm rot="18000000">
            <a:off x="4956750" y="2460175"/>
            <a:ext cx="2256314" cy="2256314"/>
          </a:xfrm>
          <a:prstGeom prst="arc">
            <a:avLst>
              <a:gd name="adj1" fmla="val 17360505"/>
              <a:gd name="adj2" fmla="val 21482624"/>
            </a:avLst>
          </a:prstGeom>
          <a:ln w="6350">
            <a:gradFill>
              <a:gsLst>
                <a:gs pos="0">
                  <a:schemeClr val="accent1">
                    <a:alpha val="0"/>
                  </a:schemeClr>
                </a:gs>
                <a:gs pos="60000">
                  <a:schemeClr val="accent1">
                    <a:alpha val="100000"/>
                  </a:schemeClr>
                </a:gs>
              </a:gsLst>
              <a:lin ang="5400000" scaled="1"/>
            </a:gradFill>
            <a:prstDash val="dash"/>
            <a:tailEnd type="triangle"/>
          </a:ln>
          <a:effectLst>
            <a:outerShdw blurRad="50800" dist="38100" dir="2700000" algn="tl" rotWithShape="0">
              <a:schemeClr val="accent1">
                <a:lumMod val="75000"/>
                <a:alpha val="40000"/>
              </a:schemeClr>
            </a:outerShdw>
          </a:effectLst>
        </p:spPr>
        <p:style>
          <a:lnRef idx="1">
            <a:schemeClr val="accent1"/>
          </a:lnRef>
          <a:fillRef idx="0">
            <a:schemeClr val="accent1"/>
          </a:fillRef>
          <a:effectRef idx="0">
            <a:schemeClr val="accent1"/>
          </a:effectRef>
          <a:fontRef idx="minor">
            <a:schemeClr val="tx1"/>
          </a:fontRef>
        </p:style>
        <p:txBody>
          <a:bodyPr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lang="zh-CN" altLang="en-US">
              <a:solidFill>
                <a:schemeClr val="tx1"/>
              </a:solidFill>
              <a:cs typeface="微软雅黑" panose="020B0503020204020204" charset="-122"/>
            </a:endParaRPr>
          </a:p>
        </p:txBody>
      </p:sp>
      <p:sp>
        <p:nvSpPr>
          <p:cNvPr id="72" name="弧形 71"/>
          <p:cNvSpPr/>
          <p:nvPr>
            <p:custDataLst>
              <p:tags r:id="rId24"/>
            </p:custDataLst>
          </p:nvPr>
        </p:nvSpPr>
        <p:spPr>
          <a:xfrm rot="1849365">
            <a:off x="4956750" y="2460175"/>
            <a:ext cx="2256314" cy="2256312"/>
          </a:xfrm>
          <a:prstGeom prst="arc">
            <a:avLst>
              <a:gd name="adj1" fmla="val 17360505"/>
              <a:gd name="adj2" fmla="val 21482624"/>
            </a:avLst>
          </a:prstGeom>
          <a:ln w="6350">
            <a:gradFill>
              <a:gsLst>
                <a:gs pos="0">
                  <a:schemeClr val="accent1">
                    <a:alpha val="0"/>
                  </a:schemeClr>
                </a:gs>
                <a:gs pos="60000">
                  <a:schemeClr val="accent1">
                    <a:alpha val="100000"/>
                  </a:schemeClr>
                </a:gs>
              </a:gsLst>
              <a:lin ang="5400000" scaled="1"/>
            </a:gradFill>
            <a:prstDash val="dash"/>
            <a:tailEnd type="triangle"/>
          </a:ln>
          <a:effectLst>
            <a:outerShdw blurRad="50800" dist="38100" dir="2700000" algn="tl" rotWithShape="0">
              <a:schemeClr val="accent1">
                <a:lumMod val="75000"/>
                <a:alpha val="40000"/>
              </a:schemeClr>
            </a:outerShdw>
          </a:effectLst>
        </p:spPr>
        <p:style>
          <a:lnRef idx="1">
            <a:schemeClr val="accent1"/>
          </a:lnRef>
          <a:fillRef idx="0">
            <a:schemeClr val="accent1"/>
          </a:fillRef>
          <a:effectRef idx="0">
            <a:schemeClr val="accent1"/>
          </a:effectRef>
          <a:fontRef idx="minor">
            <a:schemeClr val="tx1"/>
          </a:fontRef>
        </p:style>
        <p:txBody>
          <a:bodyPr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lang="zh-CN" altLang="en-US">
              <a:solidFill>
                <a:schemeClr val="tx1"/>
              </a:solidFill>
              <a:cs typeface="微软雅黑" panose="020B0503020204020204" charset="-122"/>
            </a:endParaRPr>
          </a:p>
        </p:txBody>
      </p:sp>
      <p:sp>
        <p:nvSpPr>
          <p:cNvPr id="73" name="弧形 72"/>
          <p:cNvSpPr/>
          <p:nvPr>
            <p:custDataLst>
              <p:tags r:id="rId25"/>
            </p:custDataLst>
          </p:nvPr>
        </p:nvSpPr>
        <p:spPr>
          <a:xfrm rot="7294024">
            <a:off x="4962757" y="2460175"/>
            <a:ext cx="2256312" cy="2256312"/>
          </a:xfrm>
          <a:prstGeom prst="arc">
            <a:avLst>
              <a:gd name="adj1" fmla="val 17360505"/>
              <a:gd name="adj2" fmla="val 21482624"/>
            </a:avLst>
          </a:prstGeom>
          <a:ln w="6350">
            <a:gradFill>
              <a:gsLst>
                <a:gs pos="0">
                  <a:schemeClr val="accent1">
                    <a:alpha val="0"/>
                  </a:schemeClr>
                </a:gs>
                <a:gs pos="60000">
                  <a:schemeClr val="accent1">
                    <a:alpha val="100000"/>
                  </a:schemeClr>
                </a:gs>
              </a:gsLst>
              <a:lin ang="5400000" scaled="1"/>
            </a:gradFill>
            <a:prstDash val="dash"/>
            <a:tailEnd type="triangle"/>
          </a:ln>
          <a:effectLst>
            <a:outerShdw blurRad="50800" dist="38100" dir="2700000" algn="tl" rotWithShape="0">
              <a:schemeClr val="accent1">
                <a:lumMod val="75000"/>
                <a:alpha val="40000"/>
              </a:schemeClr>
            </a:outerShdw>
          </a:effectLst>
        </p:spPr>
        <p:style>
          <a:lnRef idx="1">
            <a:schemeClr val="accent1"/>
          </a:lnRef>
          <a:fillRef idx="0">
            <a:schemeClr val="accent1"/>
          </a:fillRef>
          <a:effectRef idx="0">
            <a:schemeClr val="accent1"/>
          </a:effectRef>
          <a:fontRef idx="minor">
            <a:schemeClr val="tx1"/>
          </a:fontRef>
        </p:style>
        <p:txBody>
          <a:bodyPr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lang="zh-CN" altLang="en-US">
              <a:solidFill>
                <a:schemeClr val="tx1"/>
              </a:solidFill>
              <a:cs typeface="微软雅黑" panose="020B0503020204020204" charset="-122"/>
            </a:endParaRPr>
          </a:p>
        </p:txBody>
      </p:sp>
      <p:sp>
        <p:nvSpPr>
          <p:cNvPr id="76" name="矩形 75"/>
          <p:cNvSpPr/>
          <p:nvPr/>
        </p:nvSpPr>
        <p:spPr>
          <a:xfrm>
            <a:off x="1118870" y="6090920"/>
            <a:ext cx="9954895" cy="434340"/>
          </a:xfrm>
          <a:prstGeom prst="rect">
            <a:avLst/>
          </a:prstGeom>
          <a:solidFill>
            <a:srgbClr val="254D97"/>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sz="1600">
                <a:solidFill>
                  <a:schemeClr val="bg1"/>
                </a:solidFill>
                <a:sym typeface="+mn-ea"/>
              </a:rPr>
              <a:t>这些痛点正是当前课后服务工作</a:t>
            </a:r>
            <a:r>
              <a:rPr lang="en-US" altLang="zh-CN" sz="1600">
                <a:solidFill>
                  <a:schemeClr val="bg1"/>
                </a:solidFill>
                <a:sym typeface="+mn-ea"/>
              </a:rPr>
              <a:t>“</a:t>
            </a:r>
            <a:r>
              <a:rPr lang="zh-CN" altLang="en-US" sz="1600">
                <a:solidFill>
                  <a:schemeClr val="bg1"/>
                </a:solidFill>
                <a:sym typeface="+mn-ea"/>
              </a:rPr>
              <a:t>走不稳、推不动</a:t>
            </a:r>
            <a:r>
              <a:rPr lang="en-US" altLang="zh-CN" sz="1600">
                <a:solidFill>
                  <a:schemeClr val="bg1"/>
                </a:solidFill>
                <a:sym typeface="+mn-ea"/>
              </a:rPr>
              <a:t>”</a:t>
            </a:r>
            <a:r>
              <a:rPr lang="zh-CN" altLang="en-US" sz="1600">
                <a:solidFill>
                  <a:schemeClr val="bg1"/>
                </a:solidFill>
                <a:sym typeface="+mn-ea"/>
              </a:rPr>
              <a:t>的主要根源</a:t>
            </a:r>
            <a:endParaRPr lang="zh-CN" altLang="en-US" sz="1600">
              <a:solidFill>
                <a:schemeClr val="bg1"/>
              </a:solidFill>
              <a:sym typeface="+mn-ea"/>
            </a:endParaRPr>
          </a:p>
        </p:txBody>
      </p:sp>
      <p:pic>
        <p:nvPicPr>
          <p:cNvPr id="270" name="图片 269" descr="家长会"/>
          <p:cNvPicPr>
            <a:picLocks noChangeAspect="1"/>
          </p:cNvPicPr>
          <p:nvPr/>
        </p:nvPicPr>
        <p:blipFill>
          <a:blip r:embed="rId26">
            <a:extLst>
              <a:ext uri="{96DAC541-7B7A-43D3-8B79-37D633B846F1}">
                <asvg:svgBlip xmlns:asvg="http://schemas.microsoft.com/office/drawing/2016/SVG/main" r:embed="rId27"/>
              </a:ext>
            </a:extLst>
          </a:blip>
          <a:stretch>
            <a:fillRect/>
          </a:stretch>
        </p:blipFill>
        <p:spPr>
          <a:xfrm>
            <a:off x="5000625" y="4410710"/>
            <a:ext cx="289560" cy="289560"/>
          </a:xfrm>
          <a:prstGeom prst="rect">
            <a:avLst/>
          </a:prstGeom>
        </p:spPr>
      </p:pic>
      <p:pic>
        <p:nvPicPr>
          <p:cNvPr id="271" name="图片 270" descr="学校"/>
          <p:cNvPicPr>
            <a:picLocks noChangeAspect="1"/>
          </p:cNvPicPr>
          <p:nvPr/>
        </p:nvPicPr>
        <p:blipFill>
          <a:blip r:embed="rId28">
            <a:extLst>
              <a:ext uri="{96DAC541-7B7A-43D3-8B79-37D633B846F1}">
                <asvg:svgBlip xmlns:asvg="http://schemas.microsoft.com/office/drawing/2016/SVG/main" r:embed="rId29"/>
              </a:ext>
            </a:extLst>
          </a:blip>
          <a:stretch>
            <a:fillRect/>
          </a:stretch>
        </p:blipFill>
        <p:spPr>
          <a:xfrm>
            <a:off x="4978400" y="2515235"/>
            <a:ext cx="266700" cy="266700"/>
          </a:xfrm>
          <a:prstGeom prst="rect">
            <a:avLst/>
          </a:prstGeom>
        </p:spPr>
      </p:pic>
      <p:pic>
        <p:nvPicPr>
          <p:cNvPr id="268" name="图片 267" descr="教学大楼"/>
          <p:cNvPicPr>
            <a:picLocks noChangeAspect="1"/>
          </p:cNvPicPr>
          <p:nvPr/>
        </p:nvPicPr>
        <p:blipFill>
          <a:blip r:embed="rId30">
            <a:extLst>
              <a:ext uri="{96DAC541-7B7A-43D3-8B79-37D633B846F1}">
                <asvg:svgBlip xmlns:asvg="http://schemas.microsoft.com/office/drawing/2016/SVG/main" r:embed="rId31"/>
              </a:ext>
            </a:extLst>
          </a:blip>
          <a:stretch>
            <a:fillRect/>
          </a:stretch>
        </p:blipFill>
        <p:spPr>
          <a:xfrm>
            <a:off x="6888480" y="2494280"/>
            <a:ext cx="266700" cy="266700"/>
          </a:xfrm>
          <a:prstGeom prst="rect">
            <a:avLst/>
          </a:prstGeom>
        </p:spPr>
      </p:pic>
      <p:pic>
        <p:nvPicPr>
          <p:cNvPr id="269" name="图片 268" descr="建筑"/>
          <p:cNvPicPr>
            <a:picLocks noChangeAspect="1"/>
          </p:cNvPicPr>
          <p:nvPr/>
        </p:nvPicPr>
        <p:blipFill>
          <a:blip r:embed="rId32">
            <a:extLst>
              <a:ext uri="{96DAC541-7B7A-43D3-8B79-37D633B846F1}">
                <asvg:svgBlip xmlns:asvg="http://schemas.microsoft.com/office/drawing/2016/SVG/main" r:embed="rId33"/>
              </a:ext>
            </a:extLst>
          </a:blip>
          <a:stretch>
            <a:fillRect/>
          </a:stretch>
        </p:blipFill>
        <p:spPr>
          <a:xfrm>
            <a:off x="6901180" y="4368800"/>
            <a:ext cx="291465" cy="292100"/>
          </a:xfrm>
          <a:prstGeom prst="rect">
            <a:avLst/>
          </a:prstGeom>
        </p:spPr>
      </p:pic>
    </p:spTree>
    <p:custDataLst>
      <p:tags r:id="rId34"/>
    </p:custDataLst>
  </p:cSld>
  <p:clrMapOvr>
    <a:masterClrMapping/>
  </p:clrMapOvr>
  <p:transition/>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标题 8"/>
          <p:cNvSpPr>
            <a:spLocks noGrp="1"/>
          </p:cNvSpPr>
          <p:nvPr>
            <p:custDataLst>
              <p:tags r:id="rId1"/>
            </p:custDataLst>
          </p:nvPr>
        </p:nvSpPr>
        <p:spPr>
          <a:xfrm>
            <a:off x="937260" y="0"/>
            <a:ext cx="11254740" cy="799465"/>
          </a:xfrm>
          <a:prstGeom prst="rect">
            <a:avLst/>
          </a:prstGeom>
        </p:spPr>
        <p:txBody>
          <a:bodyPr vert="horz" lIns="90170" tIns="46990" rIns="90170" bIns="46990" rtlCol="0" anchor="ctr" anchorCtr="0">
            <a:noAutofit/>
          </a:bodyPr>
          <a:lstStyle>
            <a:lvl1pPr>
              <a:defRPr sz="6000">
                <a:solidFill>
                  <a:srgbClr val="1D43F3"/>
                </a:solidFill>
              </a:defRPr>
            </a:lvl1pPr>
          </a:lstStyle>
          <a:p>
            <a:r>
              <a:rPr lang="zh-CN" altLang="en-US" sz="3600" b="1">
                <a:solidFill>
                  <a:srgbClr val="254D97"/>
                </a:solidFill>
                <a:cs typeface="微软雅黑 Light" panose="020B0502040204020203" charset="-122"/>
                <a:sym typeface="+mn-ea"/>
              </a:rPr>
              <a:t>四大目标</a:t>
            </a:r>
            <a:r>
              <a:rPr lang="en-US" altLang="zh-CN" sz="3600" b="1">
                <a:solidFill>
                  <a:srgbClr val="254D97"/>
                </a:solidFill>
                <a:cs typeface="微软雅黑 Light" panose="020B0502040204020203" charset="-122"/>
                <a:sym typeface="+mn-ea"/>
              </a:rPr>
              <a:t>——</a:t>
            </a:r>
            <a:r>
              <a:rPr lang="zh-CN" altLang="en-US" sz="2800" b="1">
                <a:solidFill>
                  <a:srgbClr val="254D97"/>
                </a:solidFill>
                <a:cs typeface="微软雅黑 Light" panose="020B0502040204020203" charset="-122"/>
                <a:sym typeface="+mn-ea"/>
              </a:rPr>
              <a:t>从</a:t>
            </a:r>
            <a:r>
              <a:rPr lang="en-US" altLang="zh-CN" sz="2800" b="1">
                <a:solidFill>
                  <a:srgbClr val="254D97"/>
                </a:solidFill>
                <a:cs typeface="微软雅黑 Light" panose="020B0502040204020203" charset="-122"/>
                <a:sym typeface="+mn-ea"/>
              </a:rPr>
              <a:t>“</a:t>
            </a:r>
            <a:r>
              <a:rPr lang="zh-CN" altLang="en-US" sz="2800" b="1">
                <a:solidFill>
                  <a:srgbClr val="254D97"/>
                </a:solidFill>
                <a:cs typeface="微软雅黑 Light" panose="020B0502040204020203" charset="-122"/>
                <a:sym typeface="+mn-ea"/>
              </a:rPr>
              <a:t>有</a:t>
            </a:r>
            <a:r>
              <a:rPr lang="en-US" altLang="zh-CN" sz="2800" b="1">
                <a:solidFill>
                  <a:srgbClr val="254D97"/>
                </a:solidFill>
                <a:cs typeface="微软雅黑 Light" panose="020B0502040204020203" charset="-122"/>
                <a:sym typeface="+mn-ea"/>
              </a:rPr>
              <a:t>”</a:t>
            </a:r>
            <a:r>
              <a:rPr lang="zh-CN" altLang="en-US" sz="2800" b="1">
                <a:solidFill>
                  <a:srgbClr val="254D97"/>
                </a:solidFill>
                <a:cs typeface="微软雅黑 Light" panose="020B0502040204020203" charset="-122"/>
                <a:sym typeface="+mn-ea"/>
              </a:rPr>
              <a:t>到</a:t>
            </a:r>
            <a:r>
              <a:rPr lang="en-US" altLang="zh-CN" sz="2800" b="1">
                <a:solidFill>
                  <a:srgbClr val="254D97"/>
                </a:solidFill>
                <a:cs typeface="微软雅黑 Light" panose="020B0502040204020203" charset="-122"/>
                <a:sym typeface="+mn-ea"/>
              </a:rPr>
              <a:t>“</a:t>
            </a:r>
            <a:r>
              <a:rPr lang="zh-CN" altLang="en-US" sz="2800" b="1">
                <a:solidFill>
                  <a:srgbClr val="254D97"/>
                </a:solidFill>
                <a:cs typeface="微软雅黑 Light" panose="020B0502040204020203" charset="-122"/>
                <a:sym typeface="+mn-ea"/>
              </a:rPr>
              <a:t>好</a:t>
            </a:r>
            <a:r>
              <a:rPr lang="en-US" altLang="zh-CN" sz="2800" b="1">
                <a:solidFill>
                  <a:srgbClr val="254D97"/>
                </a:solidFill>
                <a:cs typeface="微软雅黑 Light" panose="020B0502040204020203" charset="-122"/>
                <a:sym typeface="+mn-ea"/>
              </a:rPr>
              <a:t>”</a:t>
            </a:r>
            <a:r>
              <a:rPr lang="zh-CN" altLang="en-US" sz="2800" b="1">
                <a:solidFill>
                  <a:srgbClr val="254D97"/>
                </a:solidFill>
                <a:cs typeface="微软雅黑 Light" panose="020B0502040204020203" charset="-122"/>
                <a:sym typeface="+mn-ea"/>
              </a:rPr>
              <a:t>的闭环路径</a:t>
            </a:r>
            <a:endParaRPr lang="zh-CN" altLang="en-US" sz="2800" b="1">
              <a:solidFill>
                <a:srgbClr val="254D97"/>
              </a:solidFill>
              <a:cs typeface="微软雅黑 Light" panose="020B0502040204020203" charset="-122"/>
              <a:sym typeface="+mn-ea"/>
            </a:endParaRPr>
          </a:p>
        </p:txBody>
      </p:sp>
      <p:sp>
        <p:nvSpPr>
          <p:cNvPr id="6" name="文本框 5"/>
          <p:cNvSpPr txBox="1"/>
          <p:nvPr/>
        </p:nvSpPr>
        <p:spPr>
          <a:xfrm>
            <a:off x="1108710" y="1337945"/>
            <a:ext cx="10168255" cy="414020"/>
          </a:xfrm>
          <a:prstGeom prst="rect">
            <a:avLst/>
          </a:prstGeom>
          <a:noFill/>
        </p:spPr>
        <p:txBody>
          <a:bodyPr wrap="square" rtlCol="0" anchor="t">
            <a:spAutoFit/>
          </a:bodyPr>
          <a:p>
            <a:pPr>
              <a:lnSpc>
                <a:spcPct val="150000"/>
              </a:lnSpc>
            </a:pPr>
            <a:r>
              <a:rPr lang="zh-CN" altLang="en-US" sz="1400">
                <a:latin typeface="+mn-ea"/>
                <a:cs typeface="+mn-ea"/>
                <a:sym typeface="+mn-ea"/>
              </a:rPr>
              <a:t>针对上述问题，我们提供一套自主研发的</a:t>
            </a:r>
            <a:r>
              <a:rPr lang="en-US" altLang="zh-CN" sz="1400">
                <a:latin typeface="+mn-ea"/>
                <a:cs typeface="+mn-ea"/>
                <a:sym typeface="+mn-ea"/>
              </a:rPr>
              <a:t>“</a:t>
            </a:r>
            <a:r>
              <a:rPr lang="zh-CN" altLang="en-US" sz="1400">
                <a:latin typeface="+mn-ea"/>
                <a:cs typeface="+mn-ea"/>
                <a:sym typeface="+mn-ea"/>
              </a:rPr>
              <a:t>全流程、一体化</a:t>
            </a:r>
            <a:r>
              <a:rPr lang="en-US" altLang="zh-CN" sz="1400">
                <a:latin typeface="+mn-ea"/>
                <a:cs typeface="+mn-ea"/>
                <a:sym typeface="+mn-ea"/>
              </a:rPr>
              <a:t>”</a:t>
            </a:r>
            <a:r>
              <a:rPr lang="zh-CN" altLang="en-US" sz="1400">
                <a:latin typeface="+mn-ea"/>
                <a:cs typeface="+mn-ea"/>
                <a:sym typeface="+mn-ea"/>
              </a:rPr>
              <a:t>课后服务数字化平台，可为教育主管部门实现以下目标：</a:t>
            </a:r>
            <a:endParaRPr lang="zh-CN" altLang="en-US" sz="1400">
              <a:latin typeface="+mn-ea"/>
              <a:cs typeface="+mn-ea"/>
              <a:sym typeface="+mn-ea"/>
            </a:endParaRPr>
          </a:p>
        </p:txBody>
      </p:sp>
      <p:sp>
        <p:nvSpPr>
          <p:cNvPr id="3" name="文本框 2"/>
          <p:cNvSpPr txBox="1"/>
          <p:nvPr/>
        </p:nvSpPr>
        <p:spPr>
          <a:xfrm>
            <a:off x="1108710" y="2341245"/>
            <a:ext cx="4821555" cy="2878455"/>
          </a:xfrm>
          <a:prstGeom prst="rect">
            <a:avLst/>
          </a:prstGeom>
          <a:noFill/>
        </p:spPr>
        <p:txBody>
          <a:bodyPr wrap="square" rtlCol="0" anchor="t">
            <a:spAutoFit/>
          </a:bodyPr>
          <a:p>
            <a:pPr marL="285750" indent="-285750" fontAlgn="auto">
              <a:lnSpc>
                <a:spcPct val="120000"/>
              </a:lnSpc>
              <a:spcAft>
                <a:spcPts val="1200"/>
              </a:spcAft>
              <a:buFont typeface="Wingdings" panose="05000000000000000000" charset="0"/>
              <a:buChar char="ü"/>
            </a:pPr>
            <a:r>
              <a:rPr lang="zh-CN" altLang="en-US" sz="1400" b="1">
                <a:solidFill>
                  <a:srgbClr val="2564A8"/>
                </a:solidFill>
                <a:sym typeface="+mn-ea"/>
              </a:rPr>
              <a:t>监管有抓手：</a:t>
            </a:r>
            <a:r>
              <a:rPr lang="zh-CN" altLang="en-US" sz="1400"/>
              <a:t>建立标准化监管体系，实现</a:t>
            </a:r>
            <a:r>
              <a:rPr lang="en-US" altLang="zh-CN" sz="1400"/>
              <a:t>“</a:t>
            </a:r>
            <a:r>
              <a:rPr lang="zh-CN" altLang="en-US" sz="1400"/>
              <a:t>过程可管、操作可查、执行可控</a:t>
            </a:r>
            <a:r>
              <a:rPr lang="en-US" altLang="zh-CN" sz="1400"/>
              <a:t>”</a:t>
            </a:r>
            <a:r>
              <a:rPr lang="zh-CN" altLang="en-US" sz="1400"/>
              <a:t>，解决监管无据可依的问题。</a:t>
            </a:r>
            <a:endParaRPr lang="zh-CN" altLang="en-US" sz="1400"/>
          </a:p>
          <a:p>
            <a:pPr marL="285750" indent="-285750" fontAlgn="auto">
              <a:lnSpc>
                <a:spcPct val="120000"/>
              </a:lnSpc>
              <a:spcAft>
                <a:spcPts val="1200"/>
              </a:spcAft>
              <a:buFont typeface="Wingdings" panose="05000000000000000000" charset="0"/>
              <a:buChar char="ü"/>
            </a:pPr>
            <a:r>
              <a:rPr lang="zh-CN" altLang="en-US" sz="1400" b="1">
                <a:solidFill>
                  <a:srgbClr val="2564A8"/>
                </a:solidFill>
                <a:sym typeface="+mn-ea"/>
              </a:rPr>
              <a:t>执行能落地：</a:t>
            </a:r>
            <a:r>
              <a:rPr lang="zh-CN" altLang="en-US" sz="1400">
                <a:sym typeface="+mn-ea"/>
              </a:rPr>
              <a:t>制度、流程、技术三位一体，支持从试点到全面部署，保障政策快速落地、学校高效执行。</a:t>
            </a:r>
            <a:endParaRPr lang="zh-CN" altLang="en-US" sz="1400"/>
          </a:p>
          <a:p>
            <a:pPr marL="285750" indent="-285750" fontAlgn="auto">
              <a:lnSpc>
                <a:spcPct val="120000"/>
              </a:lnSpc>
              <a:spcAft>
                <a:spcPts val="1200"/>
              </a:spcAft>
              <a:buFont typeface="Wingdings" panose="05000000000000000000" charset="0"/>
              <a:buChar char="ü"/>
            </a:pPr>
            <a:r>
              <a:rPr lang="zh-CN" altLang="en-US" sz="1400" b="1">
                <a:solidFill>
                  <a:srgbClr val="2564A8"/>
                </a:solidFill>
                <a:sym typeface="+mn-ea"/>
              </a:rPr>
              <a:t>服务有质量：</a:t>
            </a:r>
            <a:r>
              <a:rPr lang="zh-CN" altLang="en-US" sz="1400"/>
              <a:t>全过程可视化管理课程内容、交付与反馈，持续提升家长满意度和学生参与率，确保</a:t>
            </a:r>
            <a:r>
              <a:rPr lang="en-US" altLang="zh-CN" sz="1400"/>
              <a:t>“</a:t>
            </a:r>
            <a:r>
              <a:rPr lang="zh-CN" altLang="en-US" sz="1400"/>
              <a:t>有</a:t>
            </a:r>
            <a:r>
              <a:rPr lang="en-US" altLang="zh-CN" sz="1400"/>
              <a:t>”</a:t>
            </a:r>
            <a:r>
              <a:rPr lang="zh-CN" altLang="en-US" sz="1400"/>
              <a:t>到</a:t>
            </a:r>
            <a:r>
              <a:rPr lang="en-US" altLang="zh-CN" sz="1400"/>
              <a:t>“</a:t>
            </a:r>
            <a:r>
              <a:rPr lang="zh-CN" altLang="en-US" sz="1400"/>
              <a:t>好</a:t>
            </a:r>
            <a:r>
              <a:rPr lang="en-US" altLang="zh-CN" sz="1400"/>
              <a:t>”</a:t>
            </a:r>
            <a:r>
              <a:rPr lang="zh-CN" altLang="en-US" sz="1400"/>
              <a:t>。</a:t>
            </a:r>
            <a:endParaRPr lang="zh-CN" altLang="en-US" sz="1400"/>
          </a:p>
          <a:p>
            <a:pPr marL="285750" indent="-285750" fontAlgn="auto">
              <a:lnSpc>
                <a:spcPct val="120000"/>
              </a:lnSpc>
              <a:spcAft>
                <a:spcPts val="1200"/>
              </a:spcAft>
              <a:buFont typeface="Wingdings" panose="05000000000000000000" charset="0"/>
              <a:buChar char="ü"/>
            </a:pPr>
            <a:r>
              <a:rPr lang="zh-CN" altLang="en-US" sz="1400" b="1">
                <a:solidFill>
                  <a:srgbClr val="2564A8"/>
                </a:solidFill>
                <a:sym typeface="+mn-ea"/>
              </a:rPr>
              <a:t>数据有沉淀：</a:t>
            </a:r>
            <a:r>
              <a:rPr lang="zh-CN" altLang="en-US" sz="1400">
                <a:sym typeface="+mn-ea"/>
              </a:rPr>
              <a:t>全面归集课程、师资、学生参与和资金流等核心数据，为教育主管部门提供决策依据，形成持续优化的闭环。</a:t>
            </a:r>
            <a:endParaRPr lang="zh-CN" altLang="en-US" sz="1400">
              <a:sym typeface="+mn-ea"/>
            </a:endParaRPr>
          </a:p>
        </p:txBody>
      </p:sp>
      <p:sp>
        <p:nvSpPr>
          <p:cNvPr id="4" name="椭圆 3"/>
          <p:cNvSpPr/>
          <p:nvPr>
            <p:custDataLst>
              <p:tags r:id="rId2"/>
            </p:custDataLst>
          </p:nvPr>
        </p:nvSpPr>
        <p:spPr>
          <a:xfrm>
            <a:off x="7923696" y="2993680"/>
            <a:ext cx="1522328" cy="1522328"/>
          </a:xfrm>
          <a:prstGeom prst="ellipse">
            <a:avLst/>
          </a:prstGeom>
          <a:solidFill>
            <a:schemeClr val="accent1">
              <a:lumMod val="20000"/>
              <a:lumOff val="80000"/>
              <a:alpha val="6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a:solidFill>
                <a:schemeClr val="lt1"/>
              </a:solidFill>
              <a:cs typeface="微软雅黑" panose="020B0503020204020204" charset="-122"/>
              <a:sym typeface="+mn-ea"/>
            </a:endParaRPr>
          </a:p>
        </p:txBody>
      </p:sp>
      <p:sp>
        <p:nvSpPr>
          <p:cNvPr id="10" name="椭圆 9"/>
          <p:cNvSpPr/>
          <p:nvPr>
            <p:custDataLst>
              <p:tags r:id="rId3"/>
            </p:custDataLst>
          </p:nvPr>
        </p:nvSpPr>
        <p:spPr>
          <a:xfrm>
            <a:off x="7219727" y="2289711"/>
            <a:ext cx="2930266" cy="2930266"/>
          </a:xfrm>
          <a:prstGeom prst="ellipse">
            <a:avLst/>
          </a:prstGeom>
          <a:gradFill>
            <a:gsLst>
              <a:gs pos="0">
                <a:schemeClr val="accent1">
                  <a:lumMod val="20000"/>
                  <a:lumOff val="80000"/>
                  <a:alpha val="0"/>
                </a:schemeClr>
              </a:gs>
              <a:gs pos="100000">
                <a:schemeClr val="accent1">
                  <a:lumMod val="40000"/>
                  <a:lumOff val="60000"/>
                  <a:alpha val="35000"/>
                </a:schemeClr>
              </a:gs>
            </a:gsLst>
            <a:lin ang="16200000" scaled="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a:solidFill>
                <a:schemeClr val="lt1"/>
              </a:solidFill>
              <a:cs typeface="微软雅黑" panose="020B0503020204020204" charset="-122"/>
              <a:sym typeface="+mn-ea"/>
            </a:endParaRPr>
          </a:p>
        </p:txBody>
      </p:sp>
      <p:sp>
        <p:nvSpPr>
          <p:cNvPr id="11" name="椭圆 10"/>
          <p:cNvSpPr/>
          <p:nvPr>
            <p:custDataLst>
              <p:tags r:id="rId4"/>
            </p:custDataLst>
          </p:nvPr>
        </p:nvSpPr>
        <p:spPr>
          <a:xfrm>
            <a:off x="8032495" y="3096888"/>
            <a:ext cx="1316521" cy="1316521"/>
          </a:xfrm>
          <a:prstGeom prst="ellipse">
            <a:avLst/>
          </a:prstGeom>
          <a:gradFill>
            <a:gsLst>
              <a:gs pos="100000">
                <a:schemeClr val="accent1">
                  <a:alpha val="100000"/>
                </a:schemeClr>
              </a:gs>
              <a:gs pos="50000">
                <a:srgbClr val="2564A8"/>
              </a:gs>
              <a:gs pos="0">
                <a:schemeClr val="accent1">
                  <a:lumMod val="60000"/>
                  <a:lumOff val="40000"/>
                  <a:alpha val="100000"/>
                </a:schemeClr>
              </a:gs>
            </a:gsLst>
            <a:lin ang="16200000" scaled="0"/>
          </a:gradFill>
          <a:ln>
            <a:noFill/>
          </a:ln>
          <a:effectLst>
            <a:outerShdw blurRad="215900" dist="38100" dir="2700000" algn="tl" rotWithShape="0">
              <a:schemeClr val="accent1">
                <a:lumMod val="7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rmAutofit/>
          </a:bodyPr>
          <a:lstStyle/>
          <a:p>
            <a:pPr lvl="0" algn="ctr">
              <a:buClrTx/>
              <a:buSzTx/>
              <a:buFontTx/>
            </a:pPr>
            <a:endParaRPr lang="zh-CN" altLang="en-US" sz="2000" b="1">
              <a:solidFill>
                <a:srgbClr val="FFFFFF"/>
              </a:solidFill>
              <a:latin typeface="+mj-ea"/>
              <a:ea typeface="+mj-ea"/>
              <a:cs typeface="微软雅黑" panose="020B0503020204020204" charset="-122"/>
              <a:sym typeface="+mn-ea"/>
            </a:endParaRPr>
          </a:p>
        </p:txBody>
      </p:sp>
      <p:sp>
        <p:nvSpPr>
          <p:cNvPr id="12" name="椭圆 11"/>
          <p:cNvSpPr/>
          <p:nvPr>
            <p:custDataLst>
              <p:tags r:id="rId5"/>
            </p:custDataLst>
          </p:nvPr>
        </p:nvSpPr>
        <p:spPr>
          <a:xfrm>
            <a:off x="7521183" y="2590951"/>
            <a:ext cx="2327356" cy="2327786"/>
          </a:xfrm>
          <a:prstGeom prst="ellipse">
            <a:avLst/>
          </a:prstGeom>
          <a:noFill/>
          <a:ln>
            <a:solidFill>
              <a:schemeClr val="accent1"/>
            </a:solidFill>
          </a:ln>
          <a:effectLst>
            <a:outerShdw blurRad="50800" dist="38100" dir="2700000" algn="tl" rotWithShape="0">
              <a:schemeClr val="accent1">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solidFill>
              <a:cs typeface="微软雅黑" panose="020B0503020204020204" charset="-122"/>
            </a:endParaRPr>
          </a:p>
        </p:txBody>
      </p:sp>
      <p:sp>
        <p:nvSpPr>
          <p:cNvPr id="16" name="弧形 15"/>
          <p:cNvSpPr/>
          <p:nvPr>
            <p:custDataLst>
              <p:tags r:id="rId6"/>
            </p:custDataLst>
          </p:nvPr>
        </p:nvSpPr>
        <p:spPr>
          <a:xfrm rot="12600000">
            <a:off x="7715336" y="2790479"/>
            <a:ext cx="1938189" cy="1938190"/>
          </a:xfrm>
          <a:prstGeom prst="arc">
            <a:avLst>
              <a:gd name="adj1" fmla="val 17360505"/>
              <a:gd name="adj2" fmla="val 21482624"/>
            </a:avLst>
          </a:prstGeom>
          <a:ln w="6350">
            <a:gradFill>
              <a:gsLst>
                <a:gs pos="0">
                  <a:schemeClr val="accent1">
                    <a:alpha val="0"/>
                  </a:schemeClr>
                </a:gs>
                <a:gs pos="60000">
                  <a:schemeClr val="accent1">
                    <a:alpha val="100000"/>
                  </a:schemeClr>
                </a:gs>
              </a:gsLst>
              <a:lin ang="5400000" scaled="1"/>
            </a:gradFill>
            <a:prstDash val="dash"/>
            <a:tailEnd type="triangle"/>
          </a:ln>
          <a:effectLst>
            <a:outerShdw blurRad="50800" dist="38100" dir="2700000" algn="tl" rotWithShape="0">
              <a:schemeClr val="accent1">
                <a:lumMod val="75000"/>
                <a:alpha val="40000"/>
              </a:schemeClr>
            </a:outerShdw>
          </a:effectLst>
        </p:spPr>
        <p:style>
          <a:lnRef idx="1">
            <a:schemeClr val="accent1"/>
          </a:lnRef>
          <a:fillRef idx="0">
            <a:schemeClr val="accent1"/>
          </a:fillRef>
          <a:effectRef idx="0">
            <a:schemeClr val="accent1"/>
          </a:effectRef>
          <a:fontRef idx="minor">
            <a:schemeClr val="tx1"/>
          </a:fontRef>
        </p:style>
        <p:txBody>
          <a:bodyPr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lang="zh-CN" altLang="en-US">
              <a:solidFill>
                <a:schemeClr val="tx1"/>
              </a:solidFill>
              <a:cs typeface="微软雅黑" panose="020B0503020204020204" charset="-122"/>
            </a:endParaRPr>
          </a:p>
        </p:txBody>
      </p:sp>
      <p:sp>
        <p:nvSpPr>
          <p:cNvPr id="594" name="椭圆 593"/>
          <p:cNvSpPr/>
          <p:nvPr>
            <p:custDataLst>
              <p:tags r:id="rId7"/>
            </p:custDataLst>
          </p:nvPr>
        </p:nvSpPr>
        <p:spPr>
          <a:xfrm>
            <a:off x="7664198" y="4375055"/>
            <a:ext cx="417136" cy="417136"/>
          </a:xfrm>
          <a:prstGeom prst="ellipse">
            <a:avLst/>
          </a:prstGeom>
          <a:gradFill>
            <a:gsLst>
              <a:gs pos="100000">
                <a:srgbClr val="2564A8"/>
              </a:gs>
              <a:gs pos="0">
                <a:schemeClr val="accent1">
                  <a:lumMod val="60000"/>
                  <a:lumOff val="40000"/>
                  <a:alpha val="100000"/>
                </a:schemeClr>
              </a:gs>
            </a:gsLst>
            <a:lin ang="18900000" scaled="0"/>
          </a:gradFill>
          <a:ln>
            <a:noFill/>
          </a:ln>
          <a:effectLst>
            <a:outerShdw blurRad="139700" dist="50800" dir="2700000" algn="tl" rotWithShape="0">
              <a:schemeClr val="accent1">
                <a:lumMod val="7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a:cs typeface="微软雅黑" panose="020B0503020204020204" charset="-122"/>
              <a:sym typeface="+mn-ea"/>
            </a:endParaRPr>
          </a:p>
        </p:txBody>
      </p:sp>
      <p:sp>
        <p:nvSpPr>
          <p:cNvPr id="593" name="椭圆 592"/>
          <p:cNvSpPr/>
          <p:nvPr>
            <p:custDataLst>
              <p:tags r:id="rId8"/>
            </p:custDataLst>
          </p:nvPr>
        </p:nvSpPr>
        <p:spPr>
          <a:xfrm>
            <a:off x="9293826" y="4346610"/>
            <a:ext cx="417136" cy="417136"/>
          </a:xfrm>
          <a:prstGeom prst="ellipse">
            <a:avLst/>
          </a:prstGeom>
          <a:gradFill>
            <a:gsLst>
              <a:gs pos="100000">
                <a:srgbClr val="2564A8"/>
              </a:gs>
              <a:gs pos="0">
                <a:schemeClr val="accent1">
                  <a:lumMod val="60000"/>
                  <a:lumOff val="40000"/>
                  <a:alpha val="100000"/>
                </a:schemeClr>
              </a:gs>
            </a:gsLst>
            <a:lin ang="18900000" scaled="0"/>
          </a:gradFill>
          <a:ln>
            <a:noFill/>
          </a:ln>
          <a:effectLst>
            <a:outerShdw blurRad="139700" dist="50800" dir="2700000" algn="tl" rotWithShape="0">
              <a:schemeClr val="accent1">
                <a:lumMod val="7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a:cs typeface="微软雅黑" panose="020B0503020204020204" charset="-122"/>
              <a:sym typeface="+mn-ea"/>
            </a:endParaRPr>
          </a:p>
        </p:txBody>
      </p:sp>
      <p:sp>
        <p:nvSpPr>
          <p:cNvPr id="587" name="椭圆 586"/>
          <p:cNvSpPr/>
          <p:nvPr>
            <p:custDataLst>
              <p:tags r:id="rId9"/>
            </p:custDataLst>
          </p:nvPr>
        </p:nvSpPr>
        <p:spPr>
          <a:xfrm>
            <a:off x="9265381" y="2716980"/>
            <a:ext cx="417136" cy="417136"/>
          </a:xfrm>
          <a:prstGeom prst="ellipse">
            <a:avLst/>
          </a:prstGeom>
          <a:gradFill>
            <a:gsLst>
              <a:gs pos="100000">
                <a:srgbClr val="2564A8"/>
              </a:gs>
              <a:gs pos="0">
                <a:schemeClr val="accent1">
                  <a:lumMod val="60000"/>
                  <a:lumOff val="40000"/>
                  <a:alpha val="100000"/>
                </a:schemeClr>
              </a:gs>
            </a:gsLst>
            <a:lin ang="18900000" scaled="0"/>
          </a:gradFill>
          <a:ln>
            <a:noFill/>
          </a:ln>
          <a:effectLst>
            <a:outerShdw blurRad="139700" dist="50800" dir="2700000" algn="tl" rotWithShape="0">
              <a:schemeClr val="accent1">
                <a:lumMod val="7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a:cs typeface="微软雅黑" panose="020B0503020204020204" charset="-122"/>
              <a:sym typeface="+mn-ea"/>
            </a:endParaRPr>
          </a:p>
        </p:txBody>
      </p:sp>
      <p:sp>
        <p:nvSpPr>
          <p:cNvPr id="588" name="椭圆 587"/>
          <p:cNvSpPr/>
          <p:nvPr>
            <p:custDataLst>
              <p:tags r:id="rId10"/>
            </p:custDataLst>
          </p:nvPr>
        </p:nvSpPr>
        <p:spPr>
          <a:xfrm>
            <a:off x="7635752" y="2745427"/>
            <a:ext cx="417136" cy="417136"/>
          </a:xfrm>
          <a:prstGeom prst="ellipse">
            <a:avLst/>
          </a:prstGeom>
          <a:gradFill>
            <a:gsLst>
              <a:gs pos="100000">
                <a:srgbClr val="2564A8"/>
              </a:gs>
              <a:gs pos="0">
                <a:schemeClr val="accent1">
                  <a:lumMod val="60000"/>
                  <a:lumOff val="40000"/>
                  <a:alpha val="100000"/>
                </a:schemeClr>
              </a:gs>
            </a:gsLst>
            <a:lin ang="18900000" scaled="0"/>
          </a:gradFill>
          <a:ln>
            <a:noFill/>
          </a:ln>
          <a:effectLst>
            <a:outerShdw blurRad="139700" dist="50800" dir="2700000" algn="tl" rotWithShape="0">
              <a:schemeClr val="accent1">
                <a:lumMod val="7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a:solidFill>
                <a:schemeClr val="lt1"/>
              </a:solidFill>
              <a:cs typeface="微软雅黑" panose="020B0503020204020204" charset="-122"/>
              <a:sym typeface="+mn-ea"/>
            </a:endParaRPr>
          </a:p>
        </p:txBody>
      </p:sp>
      <p:sp>
        <p:nvSpPr>
          <p:cNvPr id="19" name="矩形 18"/>
          <p:cNvSpPr/>
          <p:nvPr>
            <p:custDataLst>
              <p:tags r:id="rId11"/>
            </p:custDataLst>
          </p:nvPr>
        </p:nvSpPr>
        <p:spPr>
          <a:xfrm>
            <a:off x="6502400" y="2204652"/>
            <a:ext cx="1162307" cy="541311"/>
          </a:xfrm>
          <a:prstGeom prst="rect">
            <a:avLst/>
          </a:prstGeom>
          <a:noFill/>
        </p:spPr>
        <p:txBody>
          <a:bodyPr wrap="square" lIns="0" tIns="0" rIns="0" bIns="0" rtlCol="0" anchor="b">
            <a:noAutofit/>
          </a:bodyPr>
          <a:lstStyle/>
          <a:p>
            <a:pPr marL="0" indent="0" algn="r">
              <a:lnSpc>
                <a:spcPct val="100000"/>
              </a:lnSpc>
              <a:spcBef>
                <a:spcPts val="0"/>
              </a:spcBef>
              <a:spcAft>
                <a:spcPts val="0"/>
              </a:spcAft>
              <a:buSzPct val="100000"/>
            </a:pPr>
            <a:r>
              <a:rPr lang="zh-CN" altLang="en-US" b="1" dirty="0">
                <a:solidFill>
                  <a:srgbClr val="2564A8"/>
                </a:solidFill>
                <a:latin typeface="+mn-ea"/>
                <a:cs typeface="+mn-ea"/>
                <a:sym typeface="+mn-ea"/>
              </a:rPr>
              <a:t>监管有抓手</a:t>
            </a:r>
            <a:endParaRPr lang="zh-CN" altLang="en-US" b="1" dirty="0">
              <a:solidFill>
                <a:srgbClr val="2564A8"/>
              </a:solidFill>
              <a:latin typeface="+mn-ea"/>
              <a:cs typeface="+mn-ea"/>
            </a:endParaRPr>
          </a:p>
        </p:txBody>
      </p:sp>
      <p:sp>
        <p:nvSpPr>
          <p:cNvPr id="22" name="矩形 21"/>
          <p:cNvSpPr/>
          <p:nvPr>
            <p:custDataLst>
              <p:tags r:id="rId12"/>
            </p:custDataLst>
          </p:nvPr>
        </p:nvSpPr>
        <p:spPr>
          <a:xfrm>
            <a:off x="6502657" y="4551680"/>
            <a:ext cx="1237615" cy="541020"/>
          </a:xfrm>
          <a:prstGeom prst="rect">
            <a:avLst/>
          </a:prstGeom>
          <a:noFill/>
        </p:spPr>
        <p:txBody>
          <a:bodyPr wrap="square" lIns="0" tIns="0" rIns="0" bIns="0" rtlCol="0" anchor="b">
            <a:noAutofit/>
          </a:bodyPr>
          <a:lstStyle/>
          <a:p>
            <a:pPr marL="0" indent="0" algn="r">
              <a:lnSpc>
                <a:spcPct val="100000"/>
              </a:lnSpc>
              <a:spcBef>
                <a:spcPts val="0"/>
              </a:spcBef>
              <a:spcAft>
                <a:spcPts val="0"/>
              </a:spcAft>
              <a:buSzPct val="100000"/>
            </a:pPr>
            <a:r>
              <a:rPr lang="zh-CN" altLang="en-US" b="1">
                <a:solidFill>
                  <a:srgbClr val="2564A8"/>
                </a:solidFill>
                <a:latin typeface="+mn-ea"/>
                <a:cs typeface="+mn-ea"/>
              </a:rPr>
              <a:t>服务有质量</a:t>
            </a:r>
            <a:endParaRPr lang="zh-CN" altLang="en-US" b="1">
              <a:solidFill>
                <a:srgbClr val="2564A8"/>
              </a:solidFill>
              <a:latin typeface="+mn-ea"/>
              <a:cs typeface="+mn-ea"/>
            </a:endParaRPr>
          </a:p>
        </p:txBody>
      </p:sp>
      <p:sp>
        <p:nvSpPr>
          <p:cNvPr id="24" name="矩形 23"/>
          <p:cNvSpPr/>
          <p:nvPr>
            <p:custDataLst>
              <p:tags r:id="rId13"/>
            </p:custDataLst>
          </p:nvPr>
        </p:nvSpPr>
        <p:spPr>
          <a:xfrm>
            <a:off x="9697232" y="2204652"/>
            <a:ext cx="1382816" cy="541311"/>
          </a:xfrm>
          <a:prstGeom prst="rect">
            <a:avLst/>
          </a:prstGeom>
          <a:noFill/>
        </p:spPr>
        <p:txBody>
          <a:bodyPr wrap="square" lIns="0" tIns="0" rIns="0" bIns="0" rtlCol="0" anchor="b">
            <a:noAutofit/>
          </a:bodyPr>
          <a:lstStyle/>
          <a:p>
            <a:pPr marL="0" indent="0" algn="l">
              <a:lnSpc>
                <a:spcPct val="100000"/>
              </a:lnSpc>
              <a:spcBef>
                <a:spcPts val="0"/>
              </a:spcBef>
              <a:spcAft>
                <a:spcPts val="0"/>
              </a:spcAft>
              <a:buSzPct val="100000"/>
            </a:pPr>
            <a:r>
              <a:rPr lang="zh-CN" altLang="en-US" b="1" dirty="0">
                <a:solidFill>
                  <a:srgbClr val="2564A8"/>
                </a:solidFill>
                <a:latin typeface="+mn-ea"/>
                <a:cs typeface="+mn-ea"/>
              </a:rPr>
              <a:t>执行能</a:t>
            </a:r>
            <a:r>
              <a:rPr lang="zh-CN" altLang="en-US" b="1" dirty="0">
                <a:solidFill>
                  <a:srgbClr val="2564A8"/>
                </a:solidFill>
                <a:latin typeface="+mn-ea"/>
                <a:cs typeface="+mn-ea"/>
              </a:rPr>
              <a:t>落地</a:t>
            </a:r>
            <a:endParaRPr lang="zh-CN" altLang="en-US" b="1" dirty="0">
              <a:solidFill>
                <a:srgbClr val="2564A8"/>
              </a:solidFill>
              <a:latin typeface="+mn-ea"/>
              <a:cs typeface="+mn-ea"/>
            </a:endParaRPr>
          </a:p>
        </p:txBody>
      </p:sp>
      <p:sp>
        <p:nvSpPr>
          <p:cNvPr id="28" name="矩形 27"/>
          <p:cNvSpPr/>
          <p:nvPr>
            <p:custDataLst>
              <p:tags r:id="rId14"/>
            </p:custDataLst>
          </p:nvPr>
        </p:nvSpPr>
        <p:spPr>
          <a:xfrm>
            <a:off x="9697232" y="4551389"/>
            <a:ext cx="1189785" cy="541311"/>
          </a:xfrm>
          <a:prstGeom prst="rect">
            <a:avLst/>
          </a:prstGeom>
          <a:noFill/>
        </p:spPr>
        <p:txBody>
          <a:bodyPr wrap="square" lIns="0" tIns="0" rIns="0" bIns="0" rtlCol="0" anchor="b">
            <a:noAutofit/>
          </a:bodyPr>
          <a:lstStyle/>
          <a:p>
            <a:pPr marL="0" indent="0" algn="l">
              <a:lnSpc>
                <a:spcPct val="100000"/>
              </a:lnSpc>
              <a:spcBef>
                <a:spcPts val="0"/>
              </a:spcBef>
              <a:spcAft>
                <a:spcPts val="0"/>
              </a:spcAft>
              <a:buSzPct val="100000"/>
            </a:pPr>
            <a:r>
              <a:rPr lang="zh-CN" altLang="en-US" b="1">
                <a:solidFill>
                  <a:srgbClr val="2564A8"/>
                </a:solidFill>
                <a:latin typeface="+mn-ea"/>
                <a:cs typeface="+mn-ea"/>
              </a:rPr>
              <a:t>数据有沉淀</a:t>
            </a:r>
            <a:endParaRPr lang="zh-CN" altLang="en-US" b="1">
              <a:solidFill>
                <a:srgbClr val="2564A8"/>
              </a:solidFill>
              <a:latin typeface="+mn-ea"/>
              <a:cs typeface="+mn-ea"/>
            </a:endParaRPr>
          </a:p>
        </p:txBody>
      </p:sp>
      <p:pic>
        <p:nvPicPr>
          <p:cNvPr id="30" name="图片 16" descr="343439383331313b343532303033323bd3a6d3c3b9dcc0ed"/>
          <p:cNvPicPr>
            <a:picLocks noChangeAspect="1"/>
          </p:cNvPicPr>
          <p:nvPr>
            <p:custDataLst>
              <p:tags r:id="rId15"/>
            </p:custDataLst>
          </p:nvPr>
        </p:nvPicPr>
        <p:blipFill>
          <a:blip r:embed="rId16">
            <a:extLst>
              <a:ext uri="{96DAC541-7B7A-43D3-8B79-37D633B846F1}">
                <asvg:svgBlip xmlns:asvg="http://schemas.microsoft.com/office/drawing/2016/SVG/main" r:embed="rId17"/>
              </a:ext>
            </a:extLst>
          </a:blip>
          <a:stretch>
            <a:fillRect/>
          </a:stretch>
        </p:blipFill>
        <p:spPr>
          <a:xfrm>
            <a:off x="7742048" y="2856474"/>
            <a:ext cx="195040" cy="195040"/>
          </a:xfrm>
          <a:prstGeom prst="rect">
            <a:avLst/>
          </a:prstGeom>
        </p:spPr>
      </p:pic>
      <p:sp>
        <p:nvSpPr>
          <p:cNvPr id="25" name="矩形 24"/>
          <p:cNvSpPr/>
          <p:nvPr>
            <p:custDataLst>
              <p:tags r:id="rId18"/>
            </p:custDataLst>
          </p:nvPr>
        </p:nvSpPr>
        <p:spPr>
          <a:xfrm>
            <a:off x="8158066" y="3336378"/>
            <a:ext cx="1065630" cy="399073"/>
          </a:xfrm>
          <a:prstGeom prst="rect">
            <a:avLst/>
          </a:prstGeom>
          <a:noFill/>
        </p:spPr>
        <p:txBody>
          <a:bodyPr wrap="square" lIns="0" tIns="0" rIns="0" bIns="0" rtlCol="0" anchor="t" anchorCtr="0">
            <a:noAutofit/>
          </a:bodyPr>
          <a:lstStyle/>
          <a:p>
            <a:pPr marL="0" indent="0" algn="ctr">
              <a:lnSpc>
                <a:spcPct val="100000"/>
              </a:lnSpc>
              <a:spcBef>
                <a:spcPts val="0"/>
              </a:spcBef>
              <a:spcAft>
                <a:spcPts val="0"/>
              </a:spcAft>
              <a:buSzPct val="100000"/>
            </a:pPr>
            <a:r>
              <a:rPr lang="zh-CN" altLang="en-US" b="1">
                <a:solidFill>
                  <a:schemeClr val="lt1">
                    <a:lumMod val="100000"/>
                  </a:schemeClr>
                </a:solidFill>
                <a:latin typeface="+mn-ea"/>
                <a:cs typeface="+mn-ea"/>
              </a:rPr>
              <a:t>一体化</a:t>
            </a:r>
            <a:endParaRPr lang="zh-CN" altLang="en-US" b="1">
              <a:solidFill>
                <a:schemeClr val="lt1">
                  <a:lumMod val="100000"/>
                </a:schemeClr>
              </a:solidFill>
              <a:latin typeface="+mn-ea"/>
              <a:cs typeface="+mn-ea"/>
            </a:endParaRPr>
          </a:p>
          <a:p>
            <a:pPr algn="ctr">
              <a:spcBef>
                <a:spcPct val="0"/>
              </a:spcBef>
              <a:spcAft>
                <a:spcPct val="0"/>
              </a:spcAft>
            </a:pPr>
            <a:r>
              <a:rPr lang="zh-CN" altLang="en-US" b="1">
                <a:solidFill>
                  <a:schemeClr val="lt1">
                    <a:lumMod val="100000"/>
                  </a:schemeClr>
                </a:solidFill>
                <a:latin typeface="+mn-ea"/>
                <a:cs typeface="+mn-ea"/>
              </a:rPr>
              <a:t>课后服务</a:t>
            </a:r>
            <a:endParaRPr lang="zh-CN" altLang="en-US" b="1">
              <a:solidFill>
                <a:schemeClr val="lt1">
                  <a:lumMod val="100000"/>
                </a:schemeClr>
              </a:solidFill>
              <a:latin typeface="+mn-ea"/>
              <a:cs typeface="+mn-ea"/>
            </a:endParaRPr>
          </a:p>
          <a:p>
            <a:pPr algn="ctr">
              <a:spcBef>
                <a:spcPct val="0"/>
              </a:spcBef>
              <a:spcAft>
                <a:spcPct val="0"/>
              </a:spcAft>
            </a:pPr>
            <a:r>
              <a:rPr lang="zh-CN" altLang="en-US" b="1">
                <a:solidFill>
                  <a:schemeClr val="lt1">
                    <a:lumMod val="100000"/>
                  </a:schemeClr>
                </a:solidFill>
                <a:latin typeface="+mn-ea"/>
                <a:cs typeface="+mn-ea"/>
              </a:rPr>
              <a:t>平台</a:t>
            </a:r>
            <a:endParaRPr lang="zh-CN" altLang="en-US" b="1">
              <a:solidFill>
                <a:schemeClr val="lt1">
                  <a:lumMod val="100000"/>
                </a:schemeClr>
              </a:solidFill>
              <a:latin typeface="+mn-ea"/>
              <a:cs typeface="+mn-ea"/>
            </a:endParaRPr>
          </a:p>
        </p:txBody>
      </p:sp>
      <p:pic>
        <p:nvPicPr>
          <p:cNvPr id="32" name="图片 3" descr="343439383331313b343532303031393bd2b5bca8b9dcc0ed"/>
          <p:cNvPicPr>
            <a:picLocks noChangeAspect="1"/>
          </p:cNvPicPr>
          <p:nvPr>
            <p:custDataLst>
              <p:tags r:id="rId19"/>
            </p:custDataLst>
          </p:nvPr>
        </p:nvPicPr>
        <p:blipFill>
          <a:blip r:embed="rId20">
            <a:extLst>
              <a:ext uri="{96DAC541-7B7A-43D3-8B79-37D633B846F1}">
                <asvg:svgBlip xmlns:asvg="http://schemas.microsoft.com/office/drawing/2016/SVG/main" r:embed="rId21"/>
              </a:ext>
            </a:extLst>
          </a:blip>
          <a:stretch>
            <a:fillRect/>
          </a:stretch>
        </p:blipFill>
        <p:spPr>
          <a:xfrm>
            <a:off x="9404873" y="4457657"/>
            <a:ext cx="195040" cy="195040"/>
          </a:xfrm>
          <a:prstGeom prst="rect">
            <a:avLst/>
          </a:prstGeom>
        </p:spPr>
      </p:pic>
      <p:pic>
        <p:nvPicPr>
          <p:cNvPr id="31" name="图片 4" descr="343439383331313b343532303032303bb8f6c8cbd0c5cfa2"/>
          <p:cNvPicPr>
            <a:picLocks noChangeAspect="1"/>
          </p:cNvPicPr>
          <p:nvPr>
            <p:custDataLst>
              <p:tags r:id="rId22"/>
            </p:custDataLst>
          </p:nvPr>
        </p:nvPicPr>
        <p:blipFill>
          <a:blip r:embed="rId23">
            <a:extLst>
              <a:ext uri="{96DAC541-7B7A-43D3-8B79-37D633B846F1}">
                <asvg:svgBlip xmlns:asvg="http://schemas.microsoft.com/office/drawing/2016/SVG/main" r:embed="rId24"/>
              </a:ext>
            </a:extLst>
          </a:blip>
          <a:stretch>
            <a:fillRect/>
          </a:stretch>
        </p:blipFill>
        <p:spPr>
          <a:xfrm>
            <a:off x="9376428" y="2829535"/>
            <a:ext cx="195040" cy="195040"/>
          </a:xfrm>
          <a:prstGeom prst="rect">
            <a:avLst/>
          </a:prstGeom>
        </p:spPr>
      </p:pic>
      <p:pic>
        <p:nvPicPr>
          <p:cNvPr id="33" name="图片 12" descr="343439383331313b343532303032383bbfcdbba7b9dcc0ed"/>
          <p:cNvPicPr>
            <a:picLocks noChangeAspect="1"/>
          </p:cNvPicPr>
          <p:nvPr>
            <p:custDataLst>
              <p:tags r:id="rId25"/>
            </p:custDataLst>
          </p:nvPr>
        </p:nvPicPr>
        <p:blipFill>
          <a:blip r:embed="rId26">
            <a:extLst>
              <a:ext uri="{96DAC541-7B7A-43D3-8B79-37D633B846F1}">
                <asvg:svgBlip xmlns:asvg="http://schemas.microsoft.com/office/drawing/2016/SVG/main" r:embed="rId27"/>
              </a:ext>
            </a:extLst>
          </a:blip>
          <a:stretch>
            <a:fillRect/>
          </a:stretch>
        </p:blipFill>
        <p:spPr>
          <a:xfrm>
            <a:off x="7767343" y="4480529"/>
            <a:ext cx="195040" cy="195040"/>
          </a:xfrm>
          <a:prstGeom prst="rect">
            <a:avLst/>
          </a:prstGeom>
          <a:gradFill>
            <a:gsLst>
              <a:gs pos="100000">
                <a:srgbClr val="2564A8"/>
              </a:gs>
              <a:gs pos="0">
                <a:schemeClr val="accent1">
                  <a:lumMod val="60000"/>
                  <a:lumOff val="40000"/>
                  <a:alpha val="100000"/>
                </a:schemeClr>
              </a:gs>
            </a:gsLst>
            <a:lin ang="18900000" scaled="0"/>
          </a:gradFill>
          <a:effectLst>
            <a:outerShdw blurRad="139700" dist="50800" dir="2700000" algn="tl" rotWithShape="0">
              <a:schemeClr val="accent1">
                <a:lumMod val="75000"/>
                <a:alpha val="20000"/>
              </a:schemeClr>
            </a:outerShdw>
          </a:effectLst>
        </p:spPr>
      </p:pic>
      <p:sp>
        <p:nvSpPr>
          <p:cNvPr id="44" name="弧形 43"/>
          <p:cNvSpPr/>
          <p:nvPr>
            <p:custDataLst>
              <p:tags r:id="rId28"/>
            </p:custDataLst>
          </p:nvPr>
        </p:nvSpPr>
        <p:spPr>
          <a:xfrm rot="18000000">
            <a:off x="7711104" y="2790479"/>
            <a:ext cx="1938190" cy="1938190"/>
          </a:xfrm>
          <a:prstGeom prst="arc">
            <a:avLst>
              <a:gd name="adj1" fmla="val 17360505"/>
              <a:gd name="adj2" fmla="val 21482624"/>
            </a:avLst>
          </a:prstGeom>
          <a:ln w="6350">
            <a:gradFill>
              <a:gsLst>
                <a:gs pos="0">
                  <a:schemeClr val="accent1">
                    <a:alpha val="0"/>
                  </a:schemeClr>
                </a:gs>
                <a:gs pos="60000">
                  <a:schemeClr val="accent1">
                    <a:alpha val="100000"/>
                  </a:schemeClr>
                </a:gs>
              </a:gsLst>
              <a:lin ang="5400000" scaled="1"/>
            </a:gradFill>
            <a:prstDash val="dash"/>
            <a:tailEnd type="triangle"/>
          </a:ln>
          <a:effectLst>
            <a:outerShdw blurRad="50800" dist="38100" dir="2700000" algn="tl" rotWithShape="0">
              <a:schemeClr val="accent1">
                <a:lumMod val="75000"/>
                <a:alpha val="40000"/>
              </a:schemeClr>
            </a:outerShdw>
          </a:effectLst>
        </p:spPr>
        <p:style>
          <a:lnRef idx="1">
            <a:schemeClr val="accent1"/>
          </a:lnRef>
          <a:fillRef idx="0">
            <a:schemeClr val="accent1"/>
          </a:fillRef>
          <a:effectRef idx="0">
            <a:schemeClr val="accent1"/>
          </a:effectRef>
          <a:fontRef idx="minor">
            <a:schemeClr val="tx1"/>
          </a:fontRef>
        </p:style>
        <p:txBody>
          <a:bodyPr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lang="zh-CN" altLang="en-US">
              <a:solidFill>
                <a:schemeClr val="tx1"/>
              </a:solidFill>
              <a:cs typeface="微软雅黑" panose="020B0503020204020204" charset="-122"/>
            </a:endParaRPr>
          </a:p>
        </p:txBody>
      </p:sp>
      <p:sp>
        <p:nvSpPr>
          <p:cNvPr id="45" name="弧形 44"/>
          <p:cNvSpPr/>
          <p:nvPr>
            <p:custDataLst>
              <p:tags r:id="rId29"/>
            </p:custDataLst>
          </p:nvPr>
        </p:nvSpPr>
        <p:spPr>
          <a:xfrm rot="1849365">
            <a:off x="7711104" y="2790481"/>
            <a:ext cx="1938190" cy="1938189"/>
          </a:xfrm>
          <a:prstGeom prst="arc">
            <a:avLst>
              <a:gd name="adj1" fmla="val 17360505"/>
              <a:gd name="adj2" fmla="val 21482624"/>
            </a:avLst>
          </a:prstGeom>
          <a:ln w="6350">
            <a:gradFill>
              <a:gsLst>
                <a:gs pos="0">
                  <a:schemeClr val="accent1">
                    <a:alpha val="0"/>
                  </a:schemeClr>
                </a:gs>
                <a:gs pos="60000">
                  <a:schemeClr val="accent1">
                    <a:alpha val="100000"/>
                  </a:schemeClr>
                </a:gs>
              </a:gsLst>
              <a:lin ang="5400000" scaled="1"/>
            </a:gradFill>
            <a:prstDash val="dash"/>
            <a:tailEnd type="triangle"/>
          </a:ln>
          <a:effectLst>
            <a:outerShdw blurRad="50800" dist="38100" dir="2700000" algn="tl" rotWithShape="0">
              <a:schemeClr val="accent1">
                <a:lumMod val="75000"/>
                <a:alpha val="40000"/>
              </a:schemeClr>
            </a:outerShdw>
          </a:effectLst>
        </p:spPr>
        <p:style>
          <a:lnRef idx="1">
            <a:schemeClr val="accent1"/>
          </a:lnRef>
          <a:fillRef idx="0">
            <a:schemeClr val="accent1"/>
          </a:fillRef>
          <a:effectRef idx="0">
            <a:schemeClr val="accent1"/>
          </a:effectRef>
          <a:fontRef idx="minor">
            <a:schemeClr val="tx1"/>
          </a:fontRef>
        </p:style>
        <p:txBody>
          <a:bodyPr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lang="zh-CN" altLang="en-US">
              <a:solidFill>
                <a:schemeClr val="tx1"/>
              </a:solidFill>
              <a:cs typeface="微软雅黑" panose="020B0503020204020204" charset="-122"/>
            </a:endParaRPr>
          </a:p>
        </p:txBody>
      </p:sp>
      <p:sp>
        <p:nvSpPr>
          <p:cNvPr id="46" name="弧形 45"/>
          <p:cNvSpPr/>
          <p:nvPr>
            <p:custDataLst>
              <p:tags r:id="rId30"/>
            </p:custDataLst>
          </p:nvPr>
        </p:nvSpPr>
        <p:spPr>
          <a:xfrm rot="7294024">
            <a:off x="7716205" y="2790483"/>
            <a:ext cx="1938189" cy="1938189"/>
          </a:xfrm>
          <a:prstGeom prst="arc">
            <a:avLst>
              <a:gd name="adj1" fmla="val 17360505"/>
              <a:gd name="adj2" fmla="val 21482624"/>
            </a:avLst>
          </a:prstGeom>
          <a:ln w="6350">
            <a:gradFill>
              <a:gsLst>
                <a:gs pos="0">
                  <a:schemeClr val="accent1">
                    <a:alpha val="0"/>
                  </a:schemeClr>
                </a:gs>
                <a:gs pos="60000">
                  <a:schemeClr val="accent1">
                    <a:alpha val="100000"/>
                  </a:schemeClr>
                </a:gs>
              </a:gsLst>
              <a:lin ang="5400000" scaled="1"/>
            </a:gradFill>
            <a:prstDash val="dash"/>
            <a:tailEnd type="triangle"/>
          </a:ln>
          <a:effectLst>
            <a:outerShdw blurRad="50800" dist="38100" dir="2700000" algn="tl" rotWithShape="0">
              <a:schemeClr val="accent1">
                <a:lumMod val="75000"/>
                <a:alpha val="40000"/>
              </a:schemeClr>
            </a:outerShdw>
          </a:effectLst>
        </p:spPr>
        <p:style>
          <a:lnRef idx="1">
            <a:schemeClr val="accent1"/>
          </a:lnRef>
          <a:fillRef idx="0">
            <a:schemeClr val="accent1"/>
          </a:fillRef>
          <a:effectRef idx="0">
            <a:schemeClr val="accent1"/>
          </a:effectRef>
          <a:fontRef idx="minor">
            <a:schemeClr val="tx1"/>
          </a:fontRef>
        </p:style>
        <p:txBody>
          <a:bodyPr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lang="zh-CN" altLang="en-US">
              <a:solidFill>
                <a:schemeClr val="tx1"/>
              </a:solidFill>
              <a:cs typeface="微软雅黑" panose="020B0503020204020204" charset="-122"/>
            </a:endParaRPr>
          </a:p>
        </p:txBody>
      </p:sp>
    </p:spTree>
    <p:custDataLst>
      <p:tags r:id="rId31"/>
    </p:custDataLst>
  </p:cSld>
  <p:clrMapOvr>
    <a:masterClrMapping/>
  </p:clrMapOvr>
  <p:transition/>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矩形 15"/>
          <p:cNvSpPr/>
          <p:nvPr/>
        </p:nvSpPr>
        <p:spPr>
          <a:xfrm>
            <a:off x="8580755" y="5934075"/>
            <a:ext cx="3529330" cy="822960"/>
          </a:xfrm>
          <a:prstGeom prst="rect">
            <a:avLst/>
          </a:prstGeom>
          <a:solidFill>
            <a:schemeClr val="bg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9" name="标题 8"/>
          <p:cNvSpPr>
            <a:spLocks noGrp="1"/>
          </p:cNvSpPr>
          <p:nvPr>
            <p:custDataLst>
              <p:tags r:id="rId1"/>
            </p:custDataLst>
          </p:nvPr>
        </p:nvSpPr>
        <p:spPr>
          <a:xfrm>
            <a:off x="937260" y="0"/>
            <a:ext cx="11103610" cy="799465"/>
          </a:xfrm>
          <a:prstGeom prst="rect">
            <a:avLst/>
          </a:prstGeom>
        </p:spPr>
        <p:txBody>
          <a:bodyPr vert="horz" lIns="90170" tIns="46990" rIns="90170" bIns="46990" rtlCol="0" anchor="ctr" anchorCtr="0">
            <a:noAutofit/>
          </a:bodyPr>
          <a:lstStyle>
            <a:lvl1pPr>
              <a:defRPr sz="6000">
                <a:solidFill>
                  <a:srgbClr val="1D43F3"/>
                </a:solidFill>
              </a:defRPr>
            </a:lvl1pPr>
          </a:lstStyle>
          <a:p>
            <a:r>
              <a:rPr lang="zh-CN" altLang="en-US" sz="2400" b="1">
                <a:solidFill>
                  <a:srgbClr val="254D97"/>
                </a:solidFill>
                <a:cs typeface="微软雅黑 Light" panose="020B0502040204020203" charset="-122"/>
                <a:sym typeface="+mn-ea"/>
              </a:rPr>
              <a:t>平台</a:t>
            </a:r>
            <a:r>
              <a:rPr lang="en-US" altLang="zh-CN" sz="2400" b="1">
                <a:solidFill>
                  <a:srgbClr val="254D97"/>
                </a:solidFill>
                <a:cs typeface="微软雅黑 Light" panose="020B0502040204020203" charset="-122"/>
                <a:sym typeface="+mn-ea"/>
              </a:rPr>
              <a:t> + </a:t>
            </a:r>
            <a:r>
              <a:rPr lang="zh-CN" altLang="en-US" sz="2400" b="1">
                <a:solidFill>
                  <a:srgbClr val="254D97"/>
                </a:solidFill>
                <a:cs typeface="微软雅黑 Light" panose="020B0502040204020203" charset="-122"/>
                <a:sym typeface="+mn-ea"/>
              </a:rPr>
              <a:t>服务</a:t>
            </a:r>
            <a:r>
              <a:rPr lang="en-US" altLang="zh-CN" sz="2400" b="1">
                <a:solidFill>
                  <a:srgbClr val="254D97"/>
                </a:solidFill>
                <a:cs typeface="微软雅黑 Light" panose="020B0502040204020203" charset="-122"/>
                <a:sym typeface="+mn-ea"/>
              </a:rPr>
              <a:t> + </a:t>
            </a:r>
            <a:r>
              <a:rPr lang="zh-CN" altLang="en-US" sz="2400" b="1">
                <a:solidFill>
                  <a:srgbClr val="254D97"/>
                </a:solidFill>
                <a:cs typeface="微软雅黑 Light" panose="020B0502040204020203" charset="-122"/>
                <a:sym typeface="+mn-ea"/>
              </a:rPr>
              <a:t>运营</a:t>
            </a:r>
            <a:r>
              <a:rPr lang="en-US" altLang="zh-CN" sz="2400" b="1">
                <a:solidFill>
                  <a:srgbClr val="254D97"/>
                </a:solidFill>
                <a:cs typeface="微软雅黑 Light" panose="020B0502040204020203" charset="-122"/>
                <a:sym typeface="+mn-ea"/>
              </a:rPr>
              <a:t>——</a:t>
            </a:r>
            <a:r>
              <a:rPr lang="zh-CN" altLang="en-US" sz="2400" b="1">
                <a:solidFill>
                  <a:srgbClr val="254D97"/>
                </a:solidFill>
                <a:cs typeface="微软雅黑 Light" panose="020B0502040204020203" charset="-122"/>
                <a:sym typeface="+mn-ea"/>
              </a:rPr>
              <a:t>三位一体的课后服务模式</a:t>
            </a:r>
            <a:endParaRPr lang="zh-CN" altLang="en-US" sz="2400" b="1">
              <a:solidFill>
                <a:srgbClr val="254D97"/>
              </a:solidFill>
              <a:cs typeface="微软雅黑 Light" panose="020B0502040204020203" charset="-122"/>
              <a:sym typeface="+mn-ea"/>
            </a:endParaRPr>
          </a:p>
        </p:txBody>
      </p:sp>
      <p:sp>
        <p:nvSpPr>
          <p:cNvPr id="4" name="文本框 3"/>
          <p:cNvSpPr txBox="1"/>
          <p:nvPr/>
        </p:nvSpPr>
        <p:spPr>
          <a:xfrm>
            <a:off x="947420" y="1108075"/>
            <a:ext cx="10260965" cy="306705"/>
          </a:xfrm>
          <a:prstGeom prst="rect">
            <a:avLst/>
          </a:prstGeom>
        </p:spPr>
        <p:txBody>
          <a:bodyPr wrap="square">
            <a:spAutoFit/>
          </a:bodyPr>
          <a:p>
            <a:r>
              <a:rPr lang="zh-CN" altLang="en-US" sz="1400"/>
              <a:t>我们</a:t>
            </a:r>
            <a:r>
              <a:rPr lang="zh-CN" altLang="en-US" sz="1400"/>
              <a:t>构建了一套以</a:t>
            </a:r>
            <a:r>
              <a:rPr lang="en-US" altLang="zh-CN" sz="1400"/>
              <a:t>“</a:t>
            </a:r>
            <a:r>
              <a:rPr lang="zh-CN" altLang="en-US" sz="1400" b="1"/>
              <a:t>服务</a:t>
            </a:r>
            <a:r>
              <a:rPr lang="en-US" altLang="zh-CN" sz="1400" b="1"/>
              <a:t> + </a:t>
            </a:r>
            <a:r>
              <a:rPr lang="zh-CN" altLang="en-US" sz="1400" b="1"/>
              <a:t>运营</a:t>
            </a:r>
            <a:r>
              <a:rPr lang="en-US" altLang="zh-CN" sz="1400" b="1"/>
              <a:t> + </a:t>
            </a:r>
            <a:r>
              <a:rPr lang="zh-CN" altLang="en-US" sz="1400" b="1"/>
              <a:t>平台</a:t>
            </a:r>
            <a:r>
              <a:rPr lang="en-US" altLang="zh-CN" sz="1400"/>
              <a:t>”</a:t>
            </a:r>
            <a:r>
              <a:rPr lang="zh-CN" altLang="en-US" sz="1400"/>
              <a:t>为核心的课后服务综合能力体系。通过平台驱动交付，</a:t>
            </a:r>
            <a:r>
              <a:rPr lang="zh-CN" altLang="en-US" sz="1400"/>
              <a:t>让服务与运营实现落地与放大。</a:t>
            </a:r>
            <a:endParaRPr lang="zh-CN" altLang="en-US" sz="1400"/>
          </a:p>
        </p:txBody>
      </p:sp>
      <p:sp>
        <p:nvSpPr>
          <p:cNvPr id="2" name="矩形 1"/>
          <p:cNvSpPr/>
          <p:nvPr/>
        </p:nvSpPr>
        <p:spPr>
          <a:xfrm>
            <a:off x="1059180" y="5836920"/>
            <a:ext cx="10062845" cy="434340"/>
          </a:xfrm>
          <a:prstGeom prst="rect">
            <a:avLst/>
          </a:prstGeom>
          <a:solidFill>
            <a:srgbClr val="254D97"/>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sz="1400">
                <a:solidFill>
                  <a:schemeClr val="bg1"/>
                </a:solidFill>
                <a:latin typeface="+mn-ea"/>
                <a:cs typeface="+mn-ea"/>
                <a:sym typeface="+mn-ea"/>
              </a:rPr>
              <a:t>平台只是手段，服务与运营是结果；我们以</a:t>
            </a:r>
            <a:r>
              <a:rPr lang="en-US" altLang="zh-CN" sz="1400">
                <a:solidFill>
                  <a:schemeClr val="bg1"/>
                </a:solidFill>
                <a:latin typeface="+mn-ea"/>
                <a:cs typeface="+mn-ea"/>
                <a:sym typeface="+mn-ea"/>
              </a:rPr>
              <a:t>“</a:t>
            </a:r>
            <a:r>
              <a:rPr lang="zh-CN" altLang="en-US" sz="1400">
                <a:solidFill>
                  <a:schemeClr val="bg1"/>
                </a:solidFill>
                <a:latin typeface="+mn-ea"/>
                <a:cs typeface="+mn-ea"/>
                <a:sym typeface="+mn-ea"/>
              </a:rPr>
              <a:t>机制落地</a:t>
            </a:r>
            <a:r>
              <a:rPr lang="en-US" altLang="zh-CN" sz="1400">
                <a:solidFill>
                  <a:schemeClr val="bg1"/>
                </a:solidFill>
                <a:latin typeface="+mn-ea"/>
                <a:cs typeface="+mn-ea"/>
                <a:sym typeface="+mn-ea"/>
              </a:rPr>
              <a:t>”</a:t>
            </a:r>
            <a:r>
              <a:rPr lang="zh-CN" altLang="en-US" sz="1400">
                <a:solidFill>
                  <a:schemeClr val="bg1"/>
                </a:solidFill>
                <a:latin typeface="+mn-ea"/>
                <a:cs typeface="+mn-ea"/>
                <a:sym typeface="+mn-ea"/>
              </a:rPr>
              <a:t>为目标，以</a:t>
            </a:r>
            <a:r>
              <a:rPr lang="en-US" altLang="zh-CN" sz="1400">
                <a:solidFill>
                  <a:schemeClr val="bg1"/>
                </a:solidFill>
                <a:latin typeface="+mn-ea"/>
                <a:cs typeface="+mn-ea"/>
                <a:sym typeface="+mn-ea"/>
              </a:rPr>
              <a:t>“</a:t>
            </a:r>
            <a:r>
              <a:rPr lang="zh-CN" altLang="en-US" sz="1400">
                <a:solidFill>
                  <a:schemeClr val="bg1"/>
                </a:solidFill>
                <a:latin typeface="+mn-ea"/>
                <a:cs typeface="+mn-ea"/>
                <a:sym typeface="+mn-ea"/>
              </a:rPr>
              <a:t>平台驱动交付</a:t>
            </a:r>
            <a:r>
              <a:rPr lang="en-US" altLang="zh-CN" sz="1400">
                <a:solidFill>
                  <a:schemeClr val="bg1"/>
                </a:solidFill>
                <a:latin typeface="+mn-ea"/>
                <a:cs typeface="+mn-ea"/>
                <a:sym typeface="+mn-ea"/>
              </a:rPr>
              <a:t>”</a:t>
            </a:r>
            <a:r>
              <a:rPr lang="zh-CN" altLang="en-US" sz="1400">
                <a:solidFill>
                  <a:schemeClr val="bg1"/>
                </a:solidFill>
                <a:latin typeface="+mn-ea"/>
                <a:cs typeface="+mn-ea"/>
                <a:sym typeface="+mn-ea"/>
              </a:rPr>
              <a:t>为路径。</a:t>
            </a:r>
            <a:endParaRPr lang="zh-CN" altLang="en-US" sz="1400">
              <a:solidFill>
                <a:schemeClr val="bg1"/>
              </a:solidFill>
              <a:latin typeface="+mn-ea"/>
              <a:cs typeface="+mn-ea"/>
              <a:sym typeface="+mn-ea"/>
            </a:endParaRPr>
          </a:p>
        </p:txBody>
      </p:sp>
      <p:sp>
        <p:nvSpPr>
          <p:cNvPr id="14" name="椭圆 13"/>
          <p:cNvSpPr/>
          <p:nvPr>
            <p:custDataLst>
              <p:tags r:id="rId2"/>
            </p:custDataLst>
          </p:nvPr>
        </p:nvSpPr>
        <p:spPr>
          <a:xfrm>
            <a:off x="5841711" y="2545287"/>
            <a:ext cx="356839" cy="356839"/>
          </a:xfrm>
          <a:prstGeom prst="ellipse">
            <a:avLst/>
          </a:prstGeom>
          <a:gradFill>
            <a:gsLst>
              <a:gs pos="0">
                <a:schemeClr val="accent1">
                  <a:lumMod val="60000"/>
                  <a:lumOff val="40000"/>
                  <a:alpha val="100000"/>
                </a:schemeClr>
              </a:gs>
              <a:gs pos="92000">
                <a:srgbClr val="2564A8"/>
              </a:gs>
            </a:gsLst>
            <a:lin ang="2700000" scaled="0"/>
          </a:gra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solidFill>
                <a:schemeClr val="lt1"/>
              </a:solidFill>
            </a:endParaRPr>
          </a:p>
        </p:txBody>
      </p:sp>
      <p:sp>
        <p:nvSpPr>
          <p:cNvPr id="10" name="椭圆 9"/>
          <p:cNvSpPr/>
          <p:nvPr>
            <p:custDataLst>
              <p:tags r:id="rId3"/>
            </p:custDataLst>
          </p:nvPr>
        </p:nvSpPr>
        <p:spPr>
          <a:xfrm>
            <a:off x="4969265" y="4187781"/>
            <a:ext cx="356839" cy="356839"/>
          </a:xfrm>
          <a:prstGeom prst="ellipse">
            <a:avLst/>
          </a:prstGeom>
          <a:gradFill>
            <a:gsLst>
              <a:gs pos="0">
                <a:schemeClr val="accent1">
                  <a:lumMod val="60000"/>
                  <a:lumOff val="40000"/>
                  <a:alpha val="100000"/>
                </a:schemeClr>
              </a:gs>
              <a:gs pos="92000">
                <a:srgbClr val="2564A8"/>
              </a:gs>
            </a:gsLst>
            <a:lin ang="2700000" scaled="0"/>
          </a:gra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solidFill>
                <a:schemeClr val="lt1"/>
              </a:solidFill>
            </a:endParaRPr>
          </a:p>
        </p:txBody>
      </p:sp>
      <p:sp>
        <p:nvSpPr>
          <p:cNvPr id="6" name="椭圆 5"/>
          <p:cNvSpPr/>
          <p:nvPr>
            <p:custDataLst>
              <p:tags r:id="rId4"/>
            </p:custDataLst>
          </p:nvPr>
        </p:nvSpPr>
        <p:spPr>
          <a:xfrm>
            <a:off x="6763803" y="4187781"/>
            <a:ext cx="356839" cy="356839"/>
          </a:xfrm>
          <a:prstGeom prst="ellipse">
            <a:avLst/>
          </a:prstGeom>
          <a:gradFill>
            <a:gsLst>
              <a:gs pos="0">
                <a:schemeClr val="accent1">
                  <a:lumMod val="60000"/>
                  <a:lumOff val="40000"/>
                  <a:alpha val="100000"/>
                </a:schemeClr>
              </a:gs>
              <a:gs pos="92000">
                <a:srgbClr val="2564A8"/>
              </a:gs>
            </a:gsLst>
            <a:lin ang="2700000" scaled="0"/>
          </a:gradFill>
          <a:ln>
            <a:noFill/>
          </a:ln>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a:sym typeface="+mn-ea"/>
            </a:endParaRPr>
          </a:p>
        </p:txBody>
      </p:sp>
      <p:sp>
        <p:nvSpPr>
          <p:cNvPr id="7" name="文本框 6"/>
          <p:cNvSpPr txBox="1"/>
          <p:nvPr>
            <p:custDataLst>
              <p:tags r:id="rId5"/>
            </p:custDataLst>
          </p:nvPr>
        </p:nvSpPr>
        <p:spPr>
          <a:xfrm>
            <a:off x="2254185" y="1871345"/>
            <a:ext cx="2326694" cy="344944"/>
          </a:xfrm>
          <a:prstGeom prst="rect">
            <a:avLst/>
          </a:prstGeom>
          <a:noFill/>
        </p:spPr>
        <p:txBody>
          <a:bodyPr wrap="square" lIns="0" tIns="0" rIns="0" bIns="0" rtlCol="0" anchor="b" anchorCtr="0">
            <a:noAutofit/>
          </a:bodyPr>
          <a:lstStyle/>
          <a:p>
            <a:pPr algn="r"/>
            <a:r>
              <a:rPr lang="zh-CN" altLang="en-US" b="1">
                <a:solidFill>
                  <a:srgbClr val="2564A8"/>
                </a:solidFill>
              </a:rPr>
              <a:t>数字化平台</a:t>
            </a:r>
            <a:r>
              <a:rPr lang="en-US" altLang="zh-CN" b="1">
                <a:solidFill>
                  <a:srgbClr val="2564A8"/>
                </a:solidFill>
              </a:rPr>
              <a:t>(</a:t>
            </a:r>
            <a:r>
              <a:rPr lang="zh-CN" altLang="en-US" b="1">
                <a:solidFill>
                  <a:srgbClr val="2564A8"/>
                </a:solidFill>
              </a:rPr>
              <a:t>底座</a:t>
            </a:r>
            <a:r>
              <a:rPr lang="en-US" altLang="zh-CN" b="1">
                <a:solidFill>
                  <a:srgbClr val="2564A8"/>
                </a:solidFill>
              </a:rPr>
              <a:t>)</a:t>
            </a:r>
            <a:endParaRPr lang="en-US" altLang="zh-CN" b="1">
              <a:solidFill>
                <a:srgbClr val="2564A8"/>
              </a:solidFill>
            </a:endParaRPr>
          </a:p>
        </p:txBody>
      </p:sp>
      <p:sp>
        <p:nvSpPr>
          <p:cNvPr id="11" name="文本框 10"/>
          <p:cNvSpPr txBox="1"/>
          <p:nvPr>
            <p:custDataLst>
              <p:tags r:id="rId6"/>
            </p:custDataLst>
          </p:nvPr>
        </p:nvSpPr>
        <p:spPr>
          <a:xfrm>
            <a:off x="2254185" y="2237061"/>
            <a:ext cx="2326694" cy="906578"/>
          </a:xfrm>
          <a:prstGeom prst="rect">
            <a:avLst/>
          </a:prstGeom>
          <a:noFill/>
        </p:spPr>
        <p:txBody>
          <a:bodyPr wrap="square" lIns="0" tIns="0" rIns="0" bIns="0" rtlCol="0">
            <a:noAutofit/>
          </a:bodyPr>
          <a:lstStyle/>
          <a:p>
            <a:pPr indent="0" algn="r" fontAlgn="auto">
              <a:lnSpc>
                <a:spcPct val="140000"/>
              </a:lnSpc>
            </a:pPr>
            <a:r>
              <a:rPr lang="zh-CN" altLang="en-US" sz="1400" kern="0" dirty="0">
                <a:ln>
                  <a:noFill/>
                  <a:prstDash val="sysDot"/>
                </a:ln>
                <a:solidFill>
                  <a:schemeClr val="tx1">
                    <a:lumMod val="85000"/>
                    <a:lumOff val="15000"/>
                  </a:schemeClr>
                </a:solidFill>
                <a:latin typeface="+mn-ea"/>
                <a:sym typeface="+mn-ea"/>
              </a:rPr>
              <a:t>提供多端统一系统（教育局、学校、家长、教师、机构）</a:t>
            </a:r>
            <a:endParaRPr lang="zh-CN" altLang="en-US" sz="1400" kern="0" dirty="0">
              <a:ln>
                <a:noFill/>
                <a:prstDash val="sysDot"/>
              </a:ln>
              <a:solidFill>
                <a:schemeClr val="tx1">
                  <a:lumMod val="85000"/>
                  <a:lumOff val="15000"/>
                </a:schemeClr>
              </a:solidFill>
              <a:latin typeface="+mn-ea"/>
              <a:sym typeface="+mn-ea"/>
            </a:endParaRPr>
          </a:p>
        </p:txBody>
      </p:sp>
      <p:sp>
        <p:nvSpPr>
          <p:cNvPr id="50" name="文本框 49"/>
          <p:cNvSpPr txBox="1"/>
          <p:nvPr>
            <p:custDataLst>
              <p:tags r:id="rId7"/>
            </p:custDataLst>
          </p:nvPr>
        </p:nvSpPr>
        <p:spPr>
          <a:xfrm>
            <a:off x="1707394" y="3868834"/>
            <a:ext cx="2326694" cy="344944"/>
          </a:xfrm>
          <a:prstGeom prst="rect">
            <a:avLst/>
          </a:prstGeom>
          <a:noFill/>
        </p:spPr>
        <p:txBody>
          <a:bodyPr wrap="square" lIns="0" tIns="0" rIns="0" bIns="0" rtlCol="0" anchor="b" anchorCtr="0">
            <a:noAutofit/>
          </a:bodyPr>
          <a:lstStyle/>
          <a:p>
            <a:pPr algn="r"/>
            <a:r>
              <a:rPr lang="zh-CN" altLang="en-US" b="1">
                <a:solidFill>
                  <a:srgbClr val="2564A8"/>
                </a:solidFill>
              </a:rPr>
              <a:t>服务能力</a:t>
            </a:r>
            <a:endParaRPr lang="zh-CN" altLang="en-US" b="1">
              <a:solidFill>
                <a:srgbClr val="2564A8"/>
              </a:solidFill>
            </a:endParaRPr>
          </a:p>
        </p:txBody>
      </p:sp>
      <p:sp>
        <p:nvSpPr>
          <p:cNvPr id="53" name="文本框 52"/>
          <p:cNvSpPr txBox="1"/>
          <p:nvPr>
            <p:custDataLst>
              <p:tags r:id="rId8"/>
            </p:custDataLst>
          </p:nvPr>
        </p:nvSpPr>
        <p:spPr>
          <a:xfrm>
            <a:off x="1363980" y="4233545"/>
            <a:ext cx="2670175" cy="906780"/>
          </a:xfrm>
          <a:prstGeom prst="rect">
            <a:avLst/>
          </a:prstGeom>
          <a:noFill/>
        </p:spPr>
        <p:txBody>
          <a:bodyPr wrap="square" lIns="0" tIns="0" rIns="0" bIns="0" rtlCol="0">
            <a:noAutofit/>
          </a:bodyPr>
          <a:lstStyle/>
          <a:p>
            <a:pPr lvl="0" algn="r">
              <a:lnSpc>
                <a:spcPct val="140000"/>
              </a:lnSpc>
              <a:buClrTx/>
              <a:buSzTx/>
              <a:buFontTx/>
            </a:pPr>
            <a:r>
              <a:rPr lang="zh-CN" altLang="en-US" sz="1400" kern="0" dirty="0">
                <a:ln>
                  <a:noFill/>
                  <a:prstDash val="sysDot"/>
                </a:ln>
                <a:solidFill>
                  <a:schemeClr val="tx1">
                    <a:lumMod val="85000"/>
                    <a:lumOff val="15000"/>
                  </a:schemeClr>
                </a:solidFill>
                <a:latin typeface="+mn-ea"/>
                <a:sym typeface="+mn-ea"/>
              </a:rPr>
              <a:t>派驻服务专员，深入学校共建服务机制，承担课后服务事务性工作。</a:t>
            </a:r>
            <a:endParaRPr lang="zh-CN" altLang="en-US" sz="1400" kern="0" dirty="0">
              <a:ln>
                <a:noFill/>
                <a:prstDash val="sysDot"/>
              </a:ln>
              <a:solidFill>
                <a:schemeClr val="tx1">
                  <a:lumMod val="85000"/>
                  <a:lumOff val="15000"/>
                </a:schemeClr>
              </a:solidFill>
              <a:latin typeface="+mn-ea"/>
              <a:sym typeface="+mn-ea"/>
            </a:endParaRPr>
          </a:p>
          <a:p>
            <a:pPr lvl="0" algn="r">
              <a:lnSpc>
                <a:spcPct val="140000"/>
              </a:lnSpc>
              <a:buClrTx/>
              <a:buSzTx/>
              <a:buFontTx/>
            </a:pPr>
            <a:endParaRPr lang="zh-CN" altLang="en-US" sz="1400" kern="0" dirty="0">
              <a:ln>
                <a:noFill/>
                <a:prstDash val="sysDot"/>
              </a:ln>
              <a:solidFill>
                <a:schemeClr val="tx1">
                  <a:lumMod val="85000"/>
                  <a:lumOff val="15000"/>
                </a:schemeClr>
              </a:solidFill>
              <a:latin typeface="+mn-ea"/>
              <a:sym typeface="+mn-ea"/>
            </a:endParaRPr>
          </a:p>
        </p:txBody>
      </p:sp>
      <p:sp>
        <p:nvSpPr>
          <p:cNvPr id="58" name="文本框 57"/>
          <p:cNvSpPr txBox="1"/>
          <p:nvPr>
            <p:custDataLst>
              <p:tags r:id="rId9"/>
            </p:custDataLst>
          </p:nvPr>
        </p:nvSpPr>
        <p:spPr>
          <a:xfrm>
            <a:off x="7732527" y="3582553"/>
            <a:ext cx="2326694" cy="344944"/>
          </a:xfrm>
          <a:prstGeom prst="rect">
            <a:avLst/>
          </a:prstGeom>
          <a:noFill/>
        </p:spPr>
        <p:txBody>
          <a:bodyPr wrap="square" lIns="0" tIns="0" rIns="0" bIns="0" rtlCol="0" anchor="b" anchorCtr="0">
            <a:noAutofit/>
          </a:bodyPr>
          <a:lstStyle/>
          <a:p>
            <a:pPr algn="l"/>
            <a:r>
              <a:rPr lang="zh-CN" altLang="en-US" b="1">
                <a:solidFill>
                  <a:srgbClr val="2564A8"/>
                </a:solidFill>
              </a:rPr>
              <a:t>运营能力</a:t>
            </a:r>
            <a:endParaRPr lang="zh-CN" altLang="en-US" b="1">
              <a:solidFill>
                <a:srgbClr val="2564A8"/>
              </a:solidFill>
            </a:endParaRPr>
          </a:p>
        </p:txBody>
      </p:sp>
      <p:sp>
        <p:nvSpPr>
          <p:cNvPr id="59" name="文本框 58"/>
          <p:cNvSpPr txBox="1"/>
          <p:nvPr>
            <p:custDataLst>
              <p:tags r:id="rId10"/>
            </p:custDataLst>
          </p:nvPr>
        </p:nvSpPr>
        <p:spPr>
          <a:xfrm>
            <a:off x="7724775" y="3978910"/>
            <a:ext cx="2908935" cy="906780"/>
          </a:xfrm>
          <a:prstGeom prst="rect">
            <a:avLst/>
          </a:prstGeom>
          <a:noFill/>
        </p:spPr>
        <p:txBody>
          <a:bodyPr wrap="square" lIns="0" tIns="0" rIns="0" bIns="0" rtlCol="0">
            <a:noAutofit/>
          </a:bodyPr>
          <a:lstStyle/>
          <a:p>
            <a:pPr indent="0" algn="l" fontAlgn="auto">
              <a:lnSpc>
                <a:spcPct val="140000"/>
              </a:lnSpc>
            </a:pPr>
            <a:r>
              <a:rPr lang="zh-CN" altLang="en-US" sz="1400" kern="0" dirty="0">
                <a:ln>
                  <a:noFill/>
                  <a:prstDash val="sysDot"/>
                </a:ln>
                <a:solidFill>
                  <a:schemeClr val="tx1">
                    <a:lumMod val="85000"/>
                    <a:lumOff val="15000"/>
                  </a:schemeClr>
                </a:solidFill>
                <a:latin typeface="+mn-ea"/>
                <a:sym typeface="+mn-ea"/>
              </a:rPr>
              <a:t>制定</a:t>
            </a:r>
            <a:r>
              <a:rPr lang="en-US" altLang="zh-CN" sz="1400" kern="0" dirty="0">
                <a:ln>
                  <a:noFill/>
                  <a:prstDash val="sysDot"/>
                </a:ln>
                <a:solidFill>
                  <a:schemeClr val="tx1">
                    <a:lumMod val="85000"/>
                    <a:lumOff val="15000"/>
                  </a:schemeClr>
                </a:solidFill>
                <a:latin typeface="+mn-ea"/>
                <a:sym typeface="+mn-ea"/>
              </a:rPr>
              <a:t>“</a:t>
            </a:r>
            <a:r>
              <a:rPr lang="zh-CN" altLang="en-US" sz="1400" kern="0" dirty="0">
                <a:ln>
                  <a:noFill/>
                  <a:prstDash val="sysDot"/>
                </a:ln>
                <a:solidFill>
                  <a:schemeClr val="tx1">
                    <a:lumMod val="85000"/>
                    <a:lumOff val="15000"/>
                  </a:schemeClr>
                </a:solidFill>
                <a:latin typeface="+mn-ea"/>
                <a:sym typeface="+mn-ea"/>
              </a:rPr>
              <a:t>一校一案</a:t>
            </a:r>
            <a:r>
              <a:rPr lang="en-US" altLang="zh-CN" sz="1400" kern="0" dirty="0">
                <a:ln>
                  <a:noFill/>
                  <a:prstDash val="sysDot"/>
                </a:ln>
                <a:solidFill>
                  <a:schemeClr val="tx1">
                    <a:lumMod val="85000"/>
                    <a:lumOff val="15000"/>
                  </a:schemeClr>
                </a:solidFill>
                <a:latin typeface="+mn-ea"/>
                <a:sym typeface="+mn-ea"/>
              </a:rPr>
              <a:t>”</a:t>
            </a:r>
            <a:r>
              <a:rPr lang="zh-CN" altLang="en-US" sz="1400" kern="0" dirty="0">
                <a:ln>
                  <a:noFill/>
                  <a:prstDash val="sysDot"/>
                </a:ln>
                <a:solidFill>
                  <a:schemeClr val="tx1">
                    <a:lumMod val="85000"/>
                    <a:lumOff val="15000"/>
                  </a:schemeClr>
                </a:solidFill>
                <a:latin typeface="+mn-ea"/>
                <a:sym typeface="+mn-ea"/>
              </a:rPr>
              <a:t>，组织学校课程、对接机构、协调师资、沟通家长，开展满意度评价和活动运营。</a:t>
            </a:r>
            <a:endParaRPr lang="zh-CN" altLang="en-US" sz="1400" kern="0" dirty="0">
              <a:ln>
                <a:noFill/>
                <a:prstDash val="sysDot"/>
              </a:ln>
              <a:solidFill>
                <a:schemeClr val="tx1">
                  <a:lumMod val="85000"/>
                  <a:lumOff val="15000"/>
                </a:schemeClr>
              </a:solidFill>
              <a:latin typeface="+mn-ea"/>
              <a:sym typeface="+mn-ea"/>
            </a:endParaRPr>
          </a:p>
        </p:txBody>
      </p:sp>
      <p:sp>
        <p:nvSpPr>
          <p:cNvPr id="13" name="任意多边形: 形状 5"/>
          <p:cNvSpPr/>
          <p:nvPr>
            <p:custDataLst>
              <p:tags r:id="rId11"/>
            </p:custDataLst>
          </p:nvPr>
        </p:nvSpPr>
        <p:spPr>
          <a:xfrm>
            <a:off x="4180444" y="3974635"/>
            <a:ext cx="110155" cy="197037"/>
          </a:xfrm>
          <a:custGeom>
            <a:avLst/>
            <a:gdLst>
              <a:gd name="connsiteX0" fmla="*/ 125275 w 125275"/>
              <a:gd name="connsiteY0" fmla="*/ 125297 h 250571"/>
              <a:gd name="connsiteX1" fmla="*/ 0 w 125275"/>
              <a:gd name="connsiteY1" fmla="*/ 250571 h 250571"/>
              <a:gd name="connsiteX2" fmla="*/ 0 w 125275"/>
              <a:gd name="connsiteY2" fmla="*/ 250571 h 250571"/>
              <a:gd name="connsiteX3" fmla="*/ 0 w 125275"/>
              <a:gd name="connsiteY3" fmla="*/ 250571 h 250571"/>
              <a:gd name="connsiteX4" fmla="*/ 0 w 125275"/>
              <a:gd name="connsiteY4" fmla="*/ 0 h 250571"/>
              <a:gd name="connsiteX5" fmla="*/ 0 w 125275"/>
              <a:gd name="connsiteY5" fmla="*/ 22 h 250571"/>
              <a:gd name="connsiteX6" fmla="*/ 0 w 125275"/>
              <a:gd name="connsiteY6" fmla="*/ 22 h 250571"/>
              <a:gd name="connsiteX7" fmla="*/ 125275 w 125275"/>
              <a:gd name="connsiteY7" fmla="*/ 125297 h 250571"/>
              <a:gd name="connsiteX8" fmla="*/ 125275 w 125275"/>
              <a:gd name="connsiteY8" fmla="*/ 125297 h 250571"/>
              <a:gd name="connsiteX0-1" fmla="*/ 125275 w 125276"/>
              <a:gd name="connsiteY0-2" fmla="*/ 125297 h 250571"/>
              <a:gd name="connsiteX1-3" fmla="*/ 0 w 125276"/>
              <a:gd name="connsiteY1-4" fmla="*/ 250571 h 250571"/>
              <a:gd name="connsiteX2-5" fmla="*/ 0 w 125276"/>
              <a:gd name="connsiteY2-6" fmla="*/ 250571 h 250571"/>
              <a:gd name="connsiteX3-7" fmla="*/ 0 w 125276"/>
              <a:gd name="connsiteY3-8" fmla="*/ 250571 h 250571"/>
              <a:gd name="connsiteX4-9" fmla="*/ 0 w 125276"/>
              <a:gd name="connsiteY4-10" fmla="*/ 0 h 250571"/>
              <a:gd name="connsiteX5-11" fmla="*/ 0 w 125276"/>
              <a:gd name="connsiteY5-12" fmla="*/ 22 h 250571"/>
              <a:gd name="connsiteX6-13" fmla="*/ 0 w 125276"/>
              <a:gd name="connsiteY6-14" fmla="*/ 22 h 250571"/>
              <a:gd name="connsiteX7-15" fmla="*/ 125275 w 125276"/>
              <a:gd name="connsiteY7-16" fmla="*/ 125297 h 250571"/>
              <a:gd name="connsiteX8-17" fmla="*/ 125276 w 125276"/>
              <a:gd name="connsiteY8-18" fmla="*/ 125298 h 250571"/>
              <a:gd name="connsiteX0-19" fmla="*/ 125275 w 125276"/>
              <a:gd name="connsiteY0-20" fmla="*/ 125298 h 250571"/>
              <a:gd name="connsiteX1-21" fmla="*/ 0 w 125276"/>
              <a:gd name="connsiteY1-22" fmla="*/ 250571 h 250571"/>
              <a:gd name="connsiteX2-23" fmla="*/ 0 w 125276"/>
              <a:gd name="connsiteY2-24" fmla="*/ 250571 h 250571"/>
              <a:gd name="connsiteX3-25" fmla="*/ 0 w 125276"/>
              <a:gd name="connsiteY3-26" fmla="*/ 250571 h 250571"/>
              <a:gd name="connsiteX4-27" fmla="*/ 0 w 125276"/>
              <a:gd name="connsiteY4-28" fmla="*/ 0 h 250571"/>
              <a:gd name="connsiteX5-29" fmla="*/ 0 w 125276"/>
              <a:gd name="connsiteY5-30" fmla="*/ 22 h 250571"/>
              <a:gd name="connsiteX6-31" fmla="*/ 0 w 125276"/>
              <a:gd name="connsiteY6-32" fmla="*/ 22 h 250571"/>
              <a:gd name="connsiteX7-33" fmla="*/ 125275 w 125276"/>
              <a:gd name="connsiteY7-34" fmla="*/ 125297 h 250571"/>
              <a:gd name="connsiteX8-35" fmla="*/ 125276 w 125276"/>
              <a:gd name="connsiteY8-36" fmla="*/ 125298 h 250571"/>
              <a:gd name="connsiteX0-37" fmla="*/ 125275 w 125276"/>
              <a:gd name="connsiteY0-38" fmla="*/ 125298 h 250571"/>
              <a:gd name="connsiteX1-39" fmla="*/ 0 w 125276"/>
              <a:gd name="connsiteY1-40" fmla="*/ 250571 h 250571"/>
              <a:gd name="connsiteX2-41" fmla="*/ 0 w 125276"/>
              <a:gd name="connsiteY2-42" fmla="*/ 250571 h 250571"/>
              <a:gd name="connsiteX3-43" fmla="*/ 0 w 125276"/>
              <a:gd name="connsiteY3-44" fmla="*/ 250571 h 250571"/>
              <a:gd name="connsiteX4-45" fmla="*/ 0 w 125276"/>
              <a:gd name="connsiteY4-46" fmla="*/ 0 h 250571"/>
              <a:gd name="connsiteX5-47" fmla="*/ 0 w 125276"/>
              <a:gd name="connsiteY5-48" fmla="*/ 22 h 250571"/>
              <a:gd name="connsiteX6-49" fmla="*/ 0 w 125276"/>
              <a:gd name="connsiteY6-50" fmla="*/ 22 h 250571"/>
              <a:gd name="connsiteX7-51" fmla="*/ 125275 w 125276"/>
              <a:gd name="connsiteY7-52" fmla="*/ 125297 h 250571"/>
              <a:gd name="connsiteX8-53" fmla="*/ 125276 w 125276"/>
              <a:gd name="connsiteY8-54" fmla="*/ 125298 h 250571"/>
              <a:gd name="connsiteX0-55" fmla="*/ 125275 w 125276"/>
              <a:gd name="connsiteY0-56" fmla="*/ 125298 h 250571"/>
              <a:gd name="connsiteX1-57" fmla="*/ 0 w 125276"/>
              <a:gd name="connsiteY1-58" fmla="*/ 250571 h 250571"/>
              <a:gd name="connsiteX2-59" fmla="*/ 0 w 125276"/>
              <a:gd name="connsiteY2-60" fmla="*/ 250571 h 250571"/>
              <a:gd name="connsiteX3-61" fmla="*/ 0 w 125276"/>
              <a:gd name="connsiteY3-62" fmla="*/ 250571 h 250571"/>
              <a:gd name="connsiteX4-63" fmla="*/ 0 w 125276"/>
              <a:gd name="connsiteY4-64" fmla="*/ 0 h 250571"/>
              <a:gd name="connsiteX5-65" fmla="*/ 0 w 125276"/>
              <a:gd name="connsiteY5-66" fmla="*/ 22 h 250571"/>
              <a:gd name="connsiteX6-67" fmla="*/ 0 w 125276"/>
              <a:gd name="connsiteY6-68" fmla="*/ 22 h 250571"/>
              <a:gd name="connsiteX7-69" fmla="*/ 125275 w 125276"/>
              <a:gd name="connsiteY7-70" fmla="*/ 125297 h 250571"/>
              <a:gd name="connsiteX8-71" fmla="*/ 125276 w 125276"/>
              <a:gd name="connsiteY8-72" fmla="*/ 125298 h 250571"/>
              <a:gd name="connsiteX0-73" fmla="*/ 125275 w 125276"/>
              <a:gd name="connsiteY0-74" fmla="*/ 125298 h 250572"/>
              <a:gd name="connsiteX1-75" fmla="*/ 0 w 125276"/>
              <a:gd name="connsiteY1-76" fmla="*/ 250572 h 250572"/>
              <a:gd name="connsiteX2-77" fmla="*/ 0 w 125276"/>
              <a:gd name="connsiteY2-78" fmla="*/ 250571 h 250572"/>
              <a:gd name="connsiteX3-79" fmla="*/ 0 w 125276"/>
              <a:gd name="connsiteY3-80" fmla="*/ 250571 h 250572"/>
              <a:gd name="connsiteX4-81" fmla="*/ 0 w 125276"/>
              <a:gd name="connsiteY4-82" fmla="*/ 0 h 250572"/>
              <a:gd name="connsiteX5-83" fmla="*/ 0 w 125276"/>
              <a:gd name="connsiteY5-84" fmla="*/ 22 h 250572"/>
              <a:gd name="connsiteX6-85" fmla="*/ 0 w 125276"/>
              <a:gd name="connsiteY6-86" fmla="*/ 22 h 250572"/>
              <a:gd name="connsiteX7-87" fmla="*/ 125275 w 125276"/>
              <a:gd name="connsiteY7-88" fmla="*/ 125297 h 250572"/>
              <a:gd name="connsiteX8-89" fmla="*/ 125276 w 125276"/>
              <a:gd name="connsiteY8-90" fmla="*/ 125298 h 250572"/>
              <a:gd name="connsiteX0-91" fmla="*/ 125275 w 125276"/>
              <a:gd name="connsiteY0-92" fmla="*/ 125298 h 250572"/>
              <a:gd name="connsiteX1-93" fmla="*/ 0 w 125276"/>
              <a:gd name="connsiteY1-94" fmla="*/ 250572 h 250572"/>
              <a:gd name="connsiteX2-95" fmla="*/ 0 w 125276"/>
              <a:gd name="connsiteY2-96" fmla="*/ 250571 h 250572"/>
              <a:gd name="connsiteX3-97" fmla="*/ 0 w 125276"/>
              <a:gd name="connsiteY3-98" fmla="*/ 250571 h 250572"/>
              <a:gd name="connsiteX4-99" fmla="*/ 0 w 125276"/>
              <a:gd name="connsiteY4-100" fmla="*/ 0 h 250572"/>
              <a:gd name="connsiteX5-101" fmla="*/ 0 w 125276"/>
              <a:gd name="connsiteY5-102" fmla="*/ 22 h 250572"/>
              <a:gd name="connsiteX6-103" fmla="*/ 0 w 125276"/>
              <a:gd name="connsiteY6-104" fmla="*/ 22 h 250572"/>
              <a:gd name="connsiteX7-105" fmla="*/ 125275 w 125276"/>
              <a:gd name="connsiteY7-106" fmla="*/ 125297 h 250572"/>
              <a:gd name="connsiteX8-107" fmla="*/ 125276 w 125276"/>
              <a:gd name="connsiteY8-108" fmla="*/ 125298 h 250572"/>
              <a:gd name="connsiteX0-109" fmla="*/ 125275 w 125276"/>
              <a:gd name="connsiteY0-110" fmla="*/ 125298 h 250572"/>
              <a:gd name="connsiteX1-111" fmla="*/ 0 w 125276"/>
              <a:gd name="connsiteY1-112" fmla="*/ 250572 h 250572"/>
              <a:gd name="connsiteX2-113" fmla="*/ 0 w 125276"/>
              <a:gd name="connsiteY2-114" fmla="*/ 250571 h 250572"/>
              <a:gd name="connsiteX3-115" fmla="*/ 0 w 125276"/>
              <a:gd name="connsiteY3-116" fmla="*/ 250571 h 250572"/>
              <a:gd name="connsiteX4-117" fmla="*/ 0 w 125276"/>
              <a:gd name="connsiteY4-118" fmla="*/ 0 h 250572"/>
              <a:gd name="connsiteX5-119" fmla="*/ 0 w 125276"/>
              <a:gd name="connsiteY5-120" fmla="*/ 22 h 250572"/>
              <a:gd name="connsiteX6-121" fmla="*/ 0 w 125276"/>
              <a:gd name="connsiteY6-122" fmla="*/ 22 h 250572"/>
              <a:gd name="connsiteX7-123" fmla="*/ 125275 w 125276"/>
              <a:gd name="connsiteY7-124" fmla="*/ 125297 h 250572"/>
              <a:gd name="connsiteX8-125" fmla="*/ 125276 w 125276"/>
              <a:gd name="connsiteY8-126" fmla="*/ 125298 h 250572"/>
              <a:gd name="connsiteX0-127" fmla="*/ 125275 w 125276"/>
              <a:gd name="connsiteY0-128" fmla="*/ 125298 h 250572"/>
              <a:gd name="connsiteX1-129" fmla="*/ 0 w 125276"/>
              <a:gd name="connsiteY1-130" fmla="*/ 250572 h 250572"/>
              <a:gd name="connsiteX2-131" fmla="*/ 0 w 125276"/>
              <a:gd name="connsiteY2-132" fmla="*/ 250571 h 250572"/>
              <a:gd name="connsiteX3-133" fmla="*/ 0 w 125276"/>
              <a:gd name="connsiteY3-134" fmla="*/ 250571 h 250572"/>
              <a:gd name="connsiteX4-135" fmla="*/ 0 w 125276"/>
              <a:gd name="connsiteY4-136" fmla="*/ 0 h 250572"/>
              <a:gd name="connsiteX5-137" fmla="*/ 0 w 125276"/>
              <a:gd name="connsiteY5-138" fmla="*/ 22 h 250572"/>
              <a:gd name="connsiteX6-139" fmla="*/ 0 w 125276"/>
              <a:gd name="connsiteY6-140" fmla="*/ 22 h 250572"/>
              <a:gd name="connsiteX7-141" fmla="*/ 125275 w 125276"/>
              <a:gd name="connsiteY7-142" fmla="*/ 125297 h 250572"/>
              <a:gd name="connsiteX8-143" fmla="*/ 125276 w 125276"/>
              <a:gd name="connsiteY8-144" fmla="*/ 125298 h 250572"/>
              <a:gd name="connsiteX0-145" fmla="*/ 125275 w 125276"/>
              <a:gd name="connsiteY0-146" fmla="*/ 125298 h 250572"/>
              <a:gd name="connsiteX1-147" fmla="*/ 0 w 125276"/>
              <a:gd name="connsiteY1-148" fmla="*/ 250572 h 250572"/>
              <a:gd name="connsiteX2-149" fmla="*/ 0 w 125276"/>
              <a:gd name="connsiteY2-150" fmla="*/ 250571 h 250572"/>
              <a:gd name="connsiteX3-151" fmla="*/ 0 w 125276"/>
              <a:gd name="connsiteY3-152" fmla="*/ 250571 h 250572"/>
              <a:gd name="connsiteX4-153" fmla="*/ 0 w 125276"/>
              <a:gd name="connsiteY4-154" fmla="*/ 0 h 250572"/>
              <a:gd name="connsiteX5-155" fmla="*/ 0 w 125276"/>
              <a:gd name="connsiteY5-156" fmla="*/ 22 h 250572"/>
              <a:gd name="connsiteX6-157" fmla="*/ 0 w 125276"/>
              <a:gd name="connsiteY6-158" fmla="*/ 22 h 250572"/>
              <a:gd name="connsiteX7-159" fmla="*/ 125275 w 125276"/>
              <a:gd name="connsiteY7-160" fmla="*/ 125297 h 250572"/>
              <a:gd name="connsiteX8-161" fmla="*/ 125276 w 125276"/>
              <a:gd name="connsiteY8-162" fmla="*/ 125298 h 250572"/>
              <a:gd name="connsiteX0-163" fmla="*/ 125275 w 125276"/>
              <a:gd name="connsiteY0-164" fmla="*/ 125298 h 250572"/>
              <a:gd name="connsiteX1-165" fmla="*/ 0 w 125276"/>
              <a:gd name="connsiteY1-166" fmla="*/ 250572 h 250572"/>
              <a:gd name="connsiteX2-167" fmla="*/ 0 w 125276"/>
              <a:gd name="connsiteY2-168" fmla="*/ 250571 h 250572"/>
              <a:gd name="connsiteX3-169" fmla="*/ 0 w 125276"/>
              <a:gd name="connsiteY3-170" fmla="*/ 250571 h 250572"/>
              <a:gd name="connsiteX4-171" fmla="*/ 0 w 125276"/>
              <a:gd name="connsiteY4-172" fmla="*/ 0 h 250572"/>
              <a:gd name="connsiteX5-173" fmla="*/ 0 w 125276"/>
              <a:gd name="connsiteY5-174" fmla="*/ 22 h 250572"/>
              <a:gd name="connsiteX6-175" fmla="*/ 0 w 125276"/>
              <a:gd name="connsiteY6-176" fmla="*/ 22 h 250572"/>
              <a:gd name="connsiteX7-177" fmla="*/ 125275 w 125276"/>
              <a:gd name="connsiteY7-178" fmla="*/ 125297 h 250572"/>
              <a:gd name="connsiteX8-179" fmla="*/ 125276 w 125276"/>
              <a:gd name="connsiteY8-180" fmla="*/ 125298 h 250572"/>
              <a:gd name="connsiteX0-181" fmla="*/ 125275 w 125276"/>
              <a:gd name="connsiteY0-182" fmla="*/ 125298 h 250572"/>
              <a:gd name="connsiteX1-183" fmla="*/ 0 w 125276"/>
              <a:gd name="connsiteY1-184" fmla="*/ 250572 h 250572"/>
              <a:gd name="connsiteX2-185" fmla="*/ 0 w 125276"/>
              <a:gd name="connsiteY2-186" fmla="*/ 250571 h 250572"/>
              <a:gd name="connsiteX3-187" fmla="*/ 0 w 125276"/>
              <a:gd name="connsiteY3-188" fmla="*/ 250571 h 250572"/>
              <a:gd name="connsiteX4-189" fmla="*/ 0 w 125276"/>
              <a:gd name="connsiteY4-190" fmla="*/ 0 h 250572"/>
              <a:gd name="connsiteX5-191" fmla="*/ 0 w 125276"/>
              <a:gd name="connsiteY5-192" fmla="*/ 22 h 250572"/>
              <a:gd name="connsiteX6-193" fmla="*/ 0 w 125276"/>
              <a:gd name="connsiteY6-194" fmla="*/ 22 h 250572"/>
              <a:gd name="connsiteX7-195" fmla="*/ 125275 w 125276"/>
              <a:gd name="connsiteY7-196" fmla="*/ 125297 h 250572"/>
              <a:gd name="connsiteX8-197" fmla="*/ 125276 w 125276"/>
              <a:gd name="connsiteY8-198" fmla="*/ 125298 h 250572"/>
              <a:gd name="connsiteX0-199" fmla="*/ 125275 w 125276"/>
              <a:gd name="connsiteY0-200" fmla="*/ 125298 h 250572"/>
              <a:gd name="connsiteX1-201" fmla="*/ 0 w 125276"/>
              <a:gd name="connsiteY1-202" fmla="*/ 250572 h 250572"/>
              <a:gd name="connsiteX2-203" fmla="*/ 0 w 125276"/>
              <a:gd name="connsiteY2-204" fmla="*/ 250571 h 250572"/>
              <a:gd name="connsiteX3-205" fmla="*/ 0 w 125276"/>
              <a:gd name="connsiteY3-206" fmla="*/ 250571 h 250572"/>
              <a:gd name="connsiteX4-207" fmla="*/ 0 w 125276"/>
              <a:gd name="connsiteY4-208" fmla="*/ 0 h 250572"/>
              <a:gd name="connsiteX5-209" fmla="*/ 0 w 125276"/>
              <a:gd name="connsiteY5-210" fmla="*/ 22 h 250572"/>
              <a:gd name="connsiteX6-211" fmla="*/ 0 w 125276"/>
              <a:gd name="connsiteY6-212" fmla="*/ 22 h 250572"/>
              <a:gd name="connsiteX7-213" fmla="*/ 125275 w 125276"/>
              <a:gd name="connsiteY7-214" fmla="*/ 125297 h 250572"/>
              <a:gd name="connsiteX8-215" fmla="*/ 125276 w 125276"/>
              <a:gd name="connsiteY8-216" fmla="*/ 125298 h 250572"/>
              <a:gd name="connsiteX0-217" fmla="*/ 125275 w 125276"/>
              <a:gd name="connsiteY0-218" fmla="*/ 125298 h 250572"/>
              <a:gd name="connsiteX1-219" fmla="*/ 0 w 125276"/>
              <a:gd name="connsiteY1-220" fmla="*/ 250572 h 250572"/>
              <a:gd name="connsiteX2-221" fmla="*/ 0 w 125276"/>
              <a:gd name="connsiteY2-222" fmla="*/ 250571 h 250572"/>
              <a:gd name="connsiteX3-223" fmla="*/ 0 w 125276"/>
              <a:gd name="connsiteY3-224" fmla="*/ 250571 h 250572"/>
              <a:gd name="connsiteX4-225" fmla="*/ 0 w 125276"/>
              <a:gd name="connsiteY4-226" fmla="*/ 0 h 250572"/>
              <a:gd name="connsiteX5-227" fmla="*/ 0 w 125276"/>
              <a:gd name="connsiteY5-228" fmla="*/ 22 h 250572"/>
              <a:gd name="connsiteX6-229" fmla="*/ 0 w 125276"/>
              <a:gd name="connsiteY6-230" fmla="*/ 22 h 250572"/>
              <a:gd name="connsiteX7-231" fmla="*/ 125275 w 125276"/>
              <a:gd name="connsiteY7-232" fmla="*/ 125297 h 250572"/>
              <a:gd name="connsiteX8-233" fmla="*/ 125276 w 125276"/>
              <a:gd name="connsiteY8-234" fmla="*/ 125298 h 250572"/>
              <a:gd name="connsiteX0-235" fmla="*/ 125275 w 125276"/>
              <a:gd name="connsiteY0-236" fmla="*/ 125298 h 250572"/>
              <a:gd name="connsiteX1-237" fmla="*/ 0 w 125276"/>
              <a:gd name="connsiteY1-238" fmla="*/ 250572 h 250572"/>
              <a:gd name="connsiteX2-239" fmla="*/ 0 w 125276"/>
              <a:gd name="connsiteY2-240" fmla="*/ 250571 h 250572"/>
              <a:gd name="connsiteX3-241" fmla="*/ 0 w 125276"/>
              <a:gd name="connsiteY3-242" fmla="*/ 250571 h 250572"/>
              <a:gd name="connsiteX4-243" fmla="*/ 0 w 125276"/>
              <a:gd name="connsiteY4-244" fmla="*/ 0 h 250572"/>
              <a:gd name="connsiteX5-245" fmla="*/ 0 w 125276"/>
              <a:gd name="connsiteY5-246" fmla="*/ 22 h 250572"/>
              <a:gd name="connsiteX6-247" fmla="*/ 0 w 125276"/>
              <a:gd name="connsiteY6-248" fmla="*/ 22 h 250572"/>
              <a:gd name="connsiteX7-249" fmla="*/ 125275 w 125276"/>
              <a:gd name="connsiteY7-250" fmla="*/ 125297 h 250572"/>
              <a:gd name="connsiteX8-251" fmla="*/ 125276 w 125276"/>
              <a:gd name="connsiteY8-252" fmla="*/ 125298 h 250572"/>
              <a:gd name="connsiteX0-253" fmla="*/ 125275 w 125276"/>
              <a:gd name="connsiteY0-254" fmla="*/ 125298 h 250572"/>
              <a:gd name="connsiteX1-255" fmla="*/ 0 w 125276"/>
              <a:gd name="connsiteY1-256" fmla="*/ 250572 h 250572"/>
              <a:gd name="connsiteX2-257" fmla="*/ 0 w 125276"/>
              <a:gd name="connsiteY2-258" fmla="*/ 250571 h 250572"/>
              <a:gd name="connsiteX3-259" fmla="*/ 0 w 125276"/>
              <a:gd name="connsiteY3-260" fmla="*/ 250571 h 250572"/>
              <a:gd name="connsiteX4-261" fmla="*/ 0 w 125276"/>
              <a:gd name="connsiteY4-262" fmla="*/ 0 h 250572"/>
              <a:gd name="connsiteX5-263" fmla="*/ 0 w 125276"/>
              <a:gd name="connsiteY5-264" fmla="*/ 22 h 250572"/>
              <a:gd name="connsiteX6-265" fmla="*/ 0 w 125276"/>
              <a:gd name="connsiteY6-266" fmla="*/ 22 h 250572"/>
              <a:gd name="connsiteX7-267" fmla="*/ 125275 w 125276"/>
              <a:gd name="connsiteY7-268" fmla="*/ 125297 h 250572"/>
              <a:gd name="connsiteX8-269" fmla="*/ 125276 w 125276"/>
              <a:gd name="connsiteY8-270" fmla="*/ 125298 h 250572"/>
              <a:gd name="connsiteX0-271" fmla="*/ 125275 w 125276"/>
              <a:gd name="connsiteY0-272" fmla="*/ 125298 h 250572"/>
              <a:gd name="connsiteX1-273" fmla="*/ 0 w 125276"/>
              <a:gd name="connsiteY1-274" fmla="*/ 250572 h 250572"/>
              <a:gd name="connsiteX2-275" fmla="*/ 0 w 125276"/>
              <a:gd name="connsiteY2-276" fmla="*/ 250571 h 250572"/>
              <a:gd name="connsiteX3-277" fmla="*/ 0 w 125276"/>
              <a:gd name="connsiteY3-278" fmla="*/ 250571 h 250572"/>
              <a:gd name="connsiteX4-279" fmla="*/ 0 w 125276"/>
              <a:gd name="connsiteY4-280" fmla="*/ 0 h 250572"/>
              <a:gd name="connsiteX5-281" fmla="*/ 0 w 125276"/>
              <a:gd name="connsiteY5-282" fmla="*/ 22 h 250572"/>
              <a:gd name="connsiteX6-283" fmla="*/ 0 w 125276"/>
              <a:gd name="connsiteY6-284" fmla="*/ 22 h 250572"/>
              <a:gd name="connsiteX7-285" fmla="*/ 125275 w 125276"/>
              <a:gd name="connsiteY7-286" fmla="*/ 125297 h 250572"/>
              <a:gd name="connsiteX8-287" fmla="*/ 125276 w 125276"/>
              <a:gd name="connsiteY8-288" fmla="*/ 125298 h 250572"/>
              <a:gd name="connsiteX0-289" fmla="*/ 125275 w 125276"/>
              <a:gd name="connsiteY0-290" fmla="*/ 125298 h 250572"/>
              <a:gd name="connsiteX1-291" fmla="*/ 0 w 125276"/>
              <a:gd name="connsiteY1-292" fmla="*/ 250572 h 250572"/>
              <a:gd name="connsiteX2-293" fmla="*/ 0 w 125276"/>
              <a:gd name="connsiteY2-294" fmla="*/ 250571 h 250572"/>
              <a:gd name="connsiteX3-295" fmla="*/ 0 w 125276"/>
              <a:gd name="connsiteY3-296" fmla="*/ 250571 h 250572"/>
              <a:gd name="connsiteX4-297" fmla="*/ 0 w 125276"/>
              <a:gd name="connsiteY4-298" fmla="*/ 0 h 250572"/>
              <a:gd name="connsiteX5-299" fmla="*/ 0 w 125276"/>
              <a:gd name="connsiteY5-300" fmla="*/ 22 h 250572"/>
              <a:gd name="connsiteX6-301" fmla="*/ 0 w 125276"/>
              <a:gd name="connsiteY6-302" fmla="*/ 22 h 250572"/>
              <a:gd name="connsiteX7-303" fmla="*/ 125275 w 125276"/>
              <a:gd name="connsiteY7-304" fmla="*/ 125297 h 250572"/>
              <a:gd name="connsiteX8-305" fmla="*/ 125276 w 125276"/>
              <a:gd name="connsiteY8-306" fmla="*/ 125298 h 250572"/>
              <a:gd name="connsiteX0-307" fmla="*/ 125275 w 125276"/>
              <a:gd name="connsiteY0-308" fmla="*/ 125298 h 250572"/>
              <a:gd name="connsiteX1-309" fmla="*/ 0 w 125276"/>
              <a:gd name="connsiteY1-310" fmla="*/ 250572 h 250572"/>
              <a:gd name="connsiteX2-311" fmla="*/ 0 w 125276"/>
              <a:gd name="connsiteY2-312" fmla="*/ 250571 h 250572"/>
              <a:gd name="connsiteX3-313" fmla="*/ 0 w 125276"/>
              <a:gd name="connsiteY3-314" fmla="*/ 250571 h 250572"/>
              <a:gd name="connsiteX4-315" fmla="*/ 0 w 125276"/>
              <a:gd name="connsiteY4-316" fmla="*/ 0 h 250572"/>
              <a:gd name="connsiteX5-317" fmla="*/ 0 w 125276"/>
              <a:gd name="connsiteY5-318" fmla="*/ 22 h 250572"/>
              <a:gd name="connsiteX6-319" fmla="*/ 0 w 125276"/>
              <a:gd name="connsiteY6-320" fmla="*/ 22 h 250572"/>
              <a:gd name="connsiteX7-321" fmla="*/ 125275 w 125276"/>
              <a:gd name="connsiteY7-322" fmla="*/ 125297 h 250572"/>
              <a:gd name="connsiteX8-323" fmla="*/ 125276 w 125276"/>
              <a:gd name="connsiteY8-324" fmla="*/ 125298 h 250572"/>
              <a:gd name="connsiteX0-325" fmla="*/ 125275 w 125276"/>
              <a:gd name="connsiteY0-326" fmla="*/ 125298 h 250572"/>
              <a:gd name="connsiteX1-327" fmla="*/ 0 w 125276"/>
              <a:gd name="connsiteY1-328" fmla="*/ 250572 h 250572"/>
              <a:gd name="connsiteX2-329" fmla="*/ 0 w 125276"/>
              <a:gd name="connsiteY2-330" fmla="*/ 250571 h 250572"/>
              <a:gd name="connsiteX3-331" fmla="*/ 0 w 125276"/>
              <a:gd name="connsiteY3-332" fmla="*/ 250571 h 250572"/>
              <a:gd name="connsiteX4-333" fmla="*/ 0 w 125276"/>
              <a:gd name="connsiteY4-334" fmla="*/ 0 h 250572"/>
              <a:gd name="connsiteX5-335" fmla="*/ 0 w 125276"/>
              <a:gd name="connsiteY5-336" fmla="*/ 22 h 250572"/>
              <a:gd name="connsiteX6-337" fmla="*/ 0 w 125276"/>
              <a:gd name="connsiteY6-338" fmla="*/ 22 h 250572"/>
              <a:gd name="connsiteX7-339" fmla="*/ 125275 w 125276"/>
              <a:gd name="connsiteY7-340" fmla="*/ 125297 h 250572"/>
              <a:gd name="connsiteX8-341" fmla="*/ 125276 w 125276"/>
              <a:gd name="connsiteY8-342" fmla="*/ 125298 h 250572"/>
              <a:gd name="connsiteX0-343" fmla="*/ 125275 w 125276"/>
              <a:gd name="connsiteY0-344" fmla="*/ 125298 h 250572"/>
              <a:gd name="connsiteX1-345" fmla="*/ 0 w 125276"/>
              <a:gd name="connsiteY1-346" fmla="*/ 250572 h 250572"/>
              <a:gd name="connsiteX2-347" fmla="*/ 0 w 125276"/>
              <a:gd name="connsiteY2-348" fmla="*/ 250571 h 250572"/>
              <a:gd name="connsiteX3-349" fmla="*/ 0 w 125276"/>
              <a:gd name="connsiteY3-350" fmla="*/ 250571 h 250572"/>
              <a:gd name="connsiteX4-351" fmla="*/ 0 w 125276"/>
              <a:gd name="connsiteY4-352" fmla="*/ 0 h 250572"/>
              <a:gd name="connsiteX5-353" fmla="*/ 0 w 125276"/>
              <a:gd name="connsiteY5-354" fmla="*/ 22 h 250572"/>
              <a:gd name="connsiteX6-355" fmla="*/ 0 w 125276"/>
              <a:gd name="connsiteY6-356" fmla="*/ 22 h 250572"/>
              <a:gd name="connsiteX7-357" fmla="*/ 125275 w 125276"/>
              <a:gd name="connsiteY7-358" fmla="*/ 125297 h 250572"/>
              <a:gd name="connsiteX8-359" fmla="*/ 125276 w 125276"/>
              <a:gd name="connsiteY8-360" fmla="*/ 125298 h 250572"/>
              <a:gd name="connsiteX0-361" fmla="*/ 125275 w 125276"/>
              <a:gd name="connsiteY0-362" fmla="*/ 125298 h 250572"/>
              <a:gd name="connsiteX1-363" fmla="*/ 0 w 125276"/>
              <a:gd name="connsiteY1-364" fmla="*/ 250572 h 250572"/>
              <a:gd name="connsiteX2-365" fmla="*/ 0 w 125276"/>
              <a:gd name="connsiteY2-366" fmla="*/ 250571 h 250572"/>
              <a:gd name="connsiteX3-367" fmla="*/ 0 w 125276"/>
              <a:gd name="connsiteY3-368" fmla="*/ 250571 h 250572"/>
              <a:gd name="connsiteX4-369" fmla="*/ 0 w 125276"/>
              <a:gd name="connsiteY4-370" fmla="*/ 0 h 250572"/>
              <a:gd name="connsiteX5-371" fmla="*/ 0 w 125276"/>
              <a:gd name="connsiteY5-372" fmla="*/ 22 h 250572"/>
              <a:gd name="connsiteX6-373" fmla="*/ 0 w 125276"/>
              <a:gd name="connsiteY6-374" fmla="*/ 22 h 250572"/>
              <a:gd name="connsiteX7-375" fmla="*/ 125275 w 125276"/>
              <a:gd name="connsiteY7-376" fmla="*/ 125297 h 250572"/>
              <a:gd name="connsiteX8-377" fmla="*/ 125276 w 125276"/>
              <a:gd name="connsiteY8-378" fmla="*/ 125298 h 250572"/>
              <a:gd name="connsiteX0-379" fmla="*/ 125275 w 125276"/>
              <a:gd name="connsiteY0-380" fmla="*/ 125298 h 250572"/>
              <a:gd name="connsiteX1-381" fmla="*/ 0 w 125276"/>
              <a:gd name="connsiteY1-382" fmla="*/ 250572 h 250572"/>
              <a:gd name="connsiteX2-383" fmla="*/ 0 w 125276"/>
              <a:gd name="connsiteY2-384" fmla="*/ 250571 h 250572"/>
              <a:gd name="connsiteX3-385" fmla="*/ 0 w 125276"/>
              <a:gd name="connsiteY3-386" fmla="*/ 250571 h 250572"/>
              <a:gd name="connsiteX4-387" fmla="*/ 0 w 125276"/>
              <a:gd name="connsiteY4-388" fmla="*/ 0 h 250572"/>
              <a:gd name="connsiteX5-389" fmla="*/ 0 w 125276"/>
              <a:gd name="connsiteY5-390" fmla="*/ 22 h 250572"/>
              <a:gd name="connsiteX6-391" fmla="*/ 0 w 125276"/>
              <a:gd name="connsiteY6-392" fmla="*/ 22 h 250572"/>
              <a:gd name="connsiteX7-393" fmla="*/ 125275 w 125276"/>
              <a:gd name="connsiteY7-394" fmla="*/ 125297 h 250572"/>
              <a:gd name="connsiteX8-395" fmla="*/ 125276 w 125276"/>
              <a:gd name="connsiteY8-396" fmla="*/ 125298 h 250572"/>
              <a:gd name="connsiteX0-397" fmla="*/ 125275 w 125276"/>
              <a:gd name="connsiteY0-398" fmla="*/ 125298 h 250572"/>
              <a:gd name="connsiteX1-399" fmla="*/ 0 w 125276"/>
              <a:gd name="connsiteY1-400" fmla="*/ 250572 h 250572"/>
              <a:gd name="connsiteX2-401" fmla="*/ 0 w 125276"/>
              <a:gd name="connsiteY2-402" fmla="*/ 250571 h 250572"/>
              <a:gd name="connsiteX3-403" fmla="*/ 0 w 125276"/>
              <a:gd name="connsiteY3-404" fmla="*/ 250571 h 250572"/>
              <a:gd name="connsiteX4-405" fmla="*/ 0 w 125276"/>
              <a:gd name="connsiteY4-406" fmla="*/ 0 h 250572"/>
              <a:gd name="connsiteX5-407" fmla="*/ 0 w 125276"/>
              <a:gd name="connsiteY5-408" fmla="*/ 22 h 250572"/>
              <a:gd name="connsiteX6-409" fmla="*/ 0 w 125276"/>
              <a:gd name="connsiteY6-410" fmla="*/ 22 h 250572"/>
              <a:gd name="connsiteX7-411" fmla="*/ 125275 w 125276"/>
              <a:gd name="connsiteY7-412" fmla="*/ 125297 h 250572"/>
              <a:gd name="connsiteX8-413" fmla="*/ 125276 w 125276"/>
              <a:gd name="connsiteY8-414" fmla="*/ 125298 h 250572"/>
              <a:gd name="connsiteX0-415" fmla="*/ 125275 w 125276"/>
              <a:gd name="connsiteY0-416" fmla="*/ 125298 h 250572"/>
              <a:gd name="connsiteX1-417" fmla="*/ 0 w 125276"/>
              <a:gd name="connsiteY1-418" fmla="*/ 250572 h 250572"/>
              <a:gd name="connsiteX2-419" fmla="*/ 0 w 125276"/>
              <a:gd name="connsiteY2-420" fmla="*/ 250571 h 250572"/>
              <a:gd name="connsiteX3-421" fmla="*/ 0 w 125276"/>
              <a:gd name="connsiteY3-422" fmla="*/ 250571 h 250572"/>
              <a:gd name="connsiteX4-423" fmla="*/ 0 w 125276"/>
              <a:gd name="connsiteY4-424" fmla="*/ 0 h 250572"/>
              <a:gd name="connsiteX5-425" fmla="*/ 0 w 125276"/>
              <a:gd name="connsiteY5-426" fmla="*/ 22 h 250572"/>
              <a:gd name="connsiteX6-427" fmla="*/ 0 w 125276"/>
              <a:gd name="connsiteY6-428" fmla="*/ 22 h 250572"/>
              <a:gd name="connsiteX7-429" fmla="*/ 125275 w 125276"/>
              <a:gd name="connsiteY7-430" fmla="*/ 125297 h 250572"/>
              <a:gd name="connsiteX8-431" fmla="*/ 125276 w 125276"/>
              <a:gd name="connsiteY8-432" fmla="*/ 125298 h 250572"/>
              <a:gd name="connsiteX0-433" fmla="*/ 125275 w 125276"/>
              <a:gd name="connsiteY0-434" fmla="*/ 125298 h 250572"/>
              <a:gd name="connsiteX1-435" fmla="*/ 0 w 125276"/>
              <a:gd name="connsiteY1-436" fmla="*/ 250572 h 250572"/>
              <a:gd name="connsiteX2-437" fmla="*/ 0 w 125276"/>
              <a:gd name="connsiteY2-438" fmla="*/ 250571 h 250572"/>
              <a:gd name="connsiteX3-439" fmla="*/ 0 w 125276"/>
              <a:gd name="connsiteY3-440" fmla="*/ 250571 h 250572"/>
              <a:gd name="connsiteX4-441" fmla="*/ 0 w 125276"/>
              <a:gd name="connsiteY4-442" fmla="*/ 0 h 250572"/>
              <a:gd name="connsiteX5-443" fmla="*/ 0 w 125276"/>
              <a:gd name="connsiteY5-444" fmla="*/ 22 h 250572"/>
              <a:gd name="connsiteX6-445" fmla="*/ 0 w 125276"/>
              <a:gd name="connsiteY6-446" fmla="*/ 22 h 250572"/>
              <a:gd name="connsiteX7-447" fmla="*/ 125275 w 125276"/>
              <a:gd name="connsiteY7-448" fmla="*/ 125297 h 250572"/>
              <a:gd name="connsiteX8-449" fmla="*/ 125276 w 125276"/>
              <a:gd name="connsiteY8-450" fmla="*/ 125298 h 250572"/>
              <a:gd name="connsiteX0-451" fmla="*/ 125275 w 125275"/>
              <a:gd name="connsiteY0-452" fmla="*/ 125298 h 250572"/>
              <a:gd name="connsiteX1-453" fmla="*/ 0 w 125275"/>
              <a:gd name="connsiteY1-454" fmla="*/ 250572 h 250572"/>
              <a:gd name="connsiteX2-455" fmla="*/ 0 w 125275"/>
              <a:gd name="connsiteY2-456" fmla="*/ 250571 h 250572"/>
              <a:gd name="connsiteX3-457" fmla="*/ 0 w 125275"/>
              <a:gd name="connsiteY3-458" fmla="*/ 250571 h 250572"/>
              <a:gd name="connsiteX4-459" fmla="*/ 0 w 125275"/>
              <a:gd name="connsiteY4-460" fmla="*/ 0 h 250572"/>
              <a:gd name="connsiteX5-461" fmla="*/ 0 w 125275"/>
              <a:gd name="connsiteY5-462" fmla="*/ 22 h 250572"/>
              <a:gd name="connsiteX6-463" fmla="*/ 0 w 125275"/>
              <a:gd name="connsiteY6-464" fmla="*/ 22 h 250572"/>
              <a:gd name="connsiteX7-465" fmla="*/ 125275 w 125275"/>
              <a:gd name="connsiteY7-466" fmla="*/ 125297 h 250572"/>
              <a:gd name="connsiteX8-467" fmla="*/ 116296 w 125275"/>
              <a:gd name="connsiteY8-468" fmla="*/ 134275 h 250572"/>
              <a:gd name="connsiteX0-469" fmla="*/ 116297 w 125275"/>
              <a:gd name="connsiteY0-470" fmla="*/ 134275 h 250572"/>
              <a:gd name="connsiteX1-471" fmla="*/ 0 w 125275"/>
              <a:gd name="connsiteY1-472" fmla="*/ 250572 h 250572"/>
              <a:gd name="connsiteX2-473" fmla="*/ 0 w 125275"/>
              <a:gd name="connsiteY2-474" fmla="*/ 250571 h 250572"/>
              <a:gd name="connsiteX3-475" fmla="*/ 0 w 125275"/>
              <a:gd name="connsiteY3-476" fmla="*/ 250571 h 250572"/>
              <a:gd name="connsiteX4-477" fmla="*/ 0 w 125275"/>
              <a:gd name="connsiteY4-478" fmla="*/ 0 h 250572"/>
              <a:gd name="connsiteX5-479" fmla="*/ 0 w 125275"/>
              <a:gd name="connsiteY5-480" fmla="*/ 22 h 250572"/>
              <a:gd name="connsiteX6-481" fmla="*/ 0 w 125275"/>
              <a:gd name="connsiteY6-482" fmla="*/ 22 h 250572"/>
              <a:gd name="connsiteX7-483" fmla="*/ 125275 w 125275"/>
              <a:gd name="connsiteY7-484" fmla="*/ 125297 h 250572"/>
              <a:gd name="connsiteX8-485" fmla="*/ 116296 w 125275"/>
              <a:gd name="connsiteY8-486" fmla="*/ 134275 h 250572"/>
              <a:gd name="connsiteX0-487" fmla="*/ 116297 w 125275"/>
              <a:gd name="connsiteY0-488" fmla="*/ 134275 h 250572"/>
              <a:gd name="connsiteX1-489" fmla="*/ 0 w 125275"/>
              <a:gd name="connsiteY1-490" fmla="*/ 250572 h 250572"/>
              <a:gd name="connsiteX2-491" fmla="*/ 0 w 125275"/>
              <a:gd name="connsiteY2-492" fmla="*/ 250571 h 250572"/>
              <a:gd name="connsiteX3-493" fmla="*/ 0 w 125275"/>
              <a:gd name="connsiteY3-494" fmla="*/ 250571 h 250572"/>
              <a:gd name="connsiteX4-495" fmla="*/ 0 w 125275"/>
              <a:gd name="connsiteY4-496" fmla="*/ 0 h 250572"/>
              <a:gd name="connsiteX5-497" fmla="*/ 0 w 125275"/>
              <a:gd name="connsiteY5-498" fmla="*/ 22 h 250572"/>
              <a:gd name="connsiteX6-499" fmla="*/ 0 w 125275"/>
              <a:gd name="connsiteY6-500" fmla="*/ 22 h 250572"/>
              <a:gd name="connsiteX7-501" fmla="*/ 125275 w 125275"/>
              <a:gd name="connsiteY7-502" fmla="*/ 125297 h 250572"/>
              <a:gd name="connsiteX8-503" fmla="*/ 116296 w 125275"/>
              <a:gd name="connsiteY8-504" fmla="*/ 134275 h 250572"/>
              <a:gd name="connsiteX0-505" fmla="*/ 116297 w 125275"/>
              <a:gd name="connsiteY0-506" fmla="*/ 134275 h 250572"/>
              <a:gd name="connsiteX1-507" fmla="*/ 0 w 125275"/>
              <a:gd name="connsiteY1-508" fmla="*/ 250572 h 250572"/>
              <a:gd name="connsiteX2-509" fmla="*/ 0 w 125275"/>
              <a:gd name="connsiteY2-510" fmla="*/ 250571 h 250572"/>
              <a:gd name="connsiteX3-511" fmla="*/ 0 w 125275"/>
              <a:gd name="connsiteY3-512" fmla="*/ 250571 h 250572"/>
              <a:gd name="connsiteX4-513" fmla="*/ 0 w 125275"/>
              <a:gd name="connsiteY4-514" fmla="*/ 0 h 250572"/>
              <a:gd name="connsiteX5-515" fmla="*/ 0 w 125275"/>
              <a:gd name="connsiteY5-516" fmla="*/ 22 h 250572"/>
              <a:gd name="connsiteX6-517" fmla="*/ 0 w 125275"/>
              <a:gd name="connsiteY6-518" fmla="*/ 22 h 250572"/>
              <a:gd name="connsiteX7-519" fmla="*/ 125275 w 125275"/>
              <a:gd name="connsiteY7-520" fmla="*/ 125297 h 250572"/>
              <a:gd name="connsiteX8-521" fmla="*/ 116296 w 125275"/>
              <a:gd name="connsiteY8-522" fmla="*/ 134275 h 250572"/>
              <a:gd name="connsiteX0-523" fmla="*/ 116297 w 125275"/>
              <a:gd name="connsiteY0-524" fmla="*/ 134275 h 250571"/>
              <a:gd name="connsiteX1-525" fmla="*/ 21683 w 125275"/>
              <a:gd name="connsiteY1-526" fmla="*/ 228889 h 250571"/>
              <a:gd name="connsiteX2-527" fmla="*/ 0 w 125275"/>
              <a:gd name="connsiteY2-528" fmla="*/ 250571 h 250571"/>
              <a:gd name="connsiteX3-529" fmla="*/ 0 w 125275"/>
              <a:gd name="connsiteY3-530" fmla="*/ 250571 h 250571"/>
              <a:gd name="connsiteX4-531" fmla="*/ 0 w 125275"/>
              <a:gd name="connsiteY4-532" fmla="*/ 0 h 250571"/>
              <a:gd name="connsiteX5-533" fmla="*/ 0 w 125275"/>
              <a:gd name="connsiteY5-534" fmla="*/ 22 h 250571"/>
              <a:gd name="connsiteX6-535" fmla="*/ 0 w 125275"/>
              <a:gd name="connsiteY6-536" fmla="*/ 22 h 250571"/>
              <a:gd name="connsiteX7-537" fmla="*/ 125275 w 125275"/>
              <a:gd name="connsiteY7-538" fmla="*/ 125297 h 250571"/>
              <a:gd name="connsiteX8-539" fmla="*/ 116296 w 125275"/>
              <a:gd name="connsiteY8-540" fmla="*/ 134275 h 250571"/>
              <a:gd name="connsiteX0-541" fmla="*/ 116297 w 125275"/>
              <a:gd name="connsiteY0-542" fmla="*/ 134275 h 250571"/>
              <a:gd name="connsiteX1-543" fmla="*/ 21683 w 125275"/>
              <a:gd name="connsiteY1-544" fmla="*/ 228889 h 250571"/>
              <a:gd name="connsiteX2-545" fmla="*/ 0 w 125275"/>
              <a:gd name="connsiteY2-546" fmla="*/ 250571 h 250571"/>
              <a:gd name="connsiteX3-547" fmla="*/ 0 w 125275"/>
              <a:gd name="connsiteY3-548" fmla="*/ 250571 h 250571"/>
              <a:gd name="connsiteX4-549" fmla="*/ 0 w 125275"/>
              <a:gd name="connsiteY4-550" fmla="*/ 0 h 250571"/>
              <a:gd name="connsiteX5-551" fmla="*/ 0 w 125275"/>
              <a:gd name="connsiteY5-552" fmla="*/ 22 h 250571"/>
              <a:gd name="connsiteX6-553" fmla="*/ 0 w 125275"/>
              <a:gd name="connsiteY6-554" fmla="*/ 22 h 250571"/>
              <a:gd name="connsiteX7-555" fmla="*/ 125275 w 125275"/>
              <a:gd name="connsiteY7-556" fmla="*/ 125297 h 250571"/>
              <a:gd name="connsiteX8-557" fmla="*/ 116296 w 125275"/>
              <a:gd name="connsiteY8-558" fmla="*/ 134275 h 250571"/>
              <a:gd name="connsiteX0-559" fmla="*/ 116297 w 125275"/>
              <a:gd name="connsiteY0-560" fmla="*/ 134275 h 250571"/>
              <a:gd name="connsiteX1-561" fmla="*/ 21683 w 125275"/>
              <a:gd name="connsiteY1-562" fmla="*/ 228889 h 250571"/>
              <a:gd name="connsiteX2-563" fmla="*/ 0 w 125275"/>
              <a:gd name="connsiteY2-564" fmla="*/ 250571 h 250571"/>
              <a:gd name="connsiteX3-565" fmla="*/ 0 w 125275"/>
              <a:gd name="connsiteY3-566" fmla="*/ 250571 h 250571"/>
              <a:gd name="connsiteX4-567" fmla="*/ 0 w 125275"/>
              <a:gd name="connsiteY4-568" fmla="*/ 0 h 250571"/>
              <a:gd name="connsiteX5-569" fmla="*/ 0 w 125275"/>
              <a:gd name="connsiteY5-570" fmla="*/ 22 h 250571"/>
              <a:gd name="connsiteX6-571" fmla="*/ 0 w 125275"/>
              <a:gd name="connsiteY6-572" fmla="*/ 22 h 250571"/>
              <a:gd name="connsiteX7-573" fmla="*/ 125275 w 125275"/>
              <a:gd name="connsiteY7-574" fmla="*/ 125297 h 250571"/>
              <a:gd name="connsiteX8-575" fmla="*/ 116296 w 125275"/>
              <a:gd name="connsiteY8-576" fmla="*/ 134275 h 250571"/>
              <a:gd name="connsiteX0-577" fmla="*/ 116297 w 125275"/>
              <a:gd name="connsiteY0-578" fmla="*/ 134275 h 250571"/>
              <a:gd name="connsiteX1-579" fmla="*/ 21683 w 125275"/>
              <a:gd name="connsiteY1-580" fmla="*/ 228889 h 250571"/>
              <a:gd name="connsiteX2-581" fmla="*/ 7841 w 125275"/>
              <a:gd name="connsiteY2-582" fmla="*/ 231642 h 250571"/>
              <a:gd name="connsiteX3-583" fmla="*/ 0 w 125275"/>
              <a:gd name="connsiteY3-584" fmla="*/ 250571 h 250571"/>
              <a:gd name="connsiteX4-585" fmla="*/ 0 w 125275"/>
              <a:gd name="connsiteY4-586" fmla="*/ 0 h 250571"/>
              <a:gd name="connsiteX5-587" fmla="*/ 0 w 125275"/>
              <a:gd name="connsiteY5-588" fmla="*/ 22 h 250571"/>
              <a:gd name="connsiteX6-589" fmla="*/ 0 w 125275"/>
              <a:gd name="connsiteY6-590" fmla="*/ 22 h 250571"/>
              <a:gd name="connsiteX7-591" fmla="*/ 125275 w 125275"/>
              <a:gd name="connsiteY7-592" fmla="*/ 125297 h 250571"/>
              <a:gd name="connsiteX8-593" fmla="*/ 116296 w 125275"/>
              <a:gd name="connsiteY8-594" fmla="*/ 134275 h 250571"/>
              <a:gd name="connsiteX0-595" fmla="*/ 116297 w 125275"/>
              <a:gd name="connsiteY0-596" fmla="*/ 134275 h 250571"/>
              <a:gd name="connsiteX1-597" fmla="*/ 21683 w 125275"/>
              <a:gd name="connsiteY1-598" fmla="*/ 228889 h 250571"/>
              <a:gd name="connsiteX2-599" fmla="*/ 7841 w 125275"/>
              <a:gd name="connsiteY2-600" fmla="*/ 231642 h 250571"/>
              <a:gd name="connsiteX3-601" fmla="*/ 0 w 125275"/>
              <a:gd name="connsiteY3-602" fmla="*/ 250571 h 250571"/>
              <a:gd name="connsiteX4-603" fmla="*/ 0 w 125275"/>
              <a:gd name="connsiteY4-604" fmla="*/ 0 h 250571"/>
              <a:gd name="connsiteX5-605" fmla="*/ 0 w 125275"/>
              <a:gd name="connsiteY5-606" fmla="*/ 22 h 250571"/>
              <a:gd name="connsiteX6-607" fmla="*/ 0 w 125275"/>
              <a:gd name="connsiteY6-608" fmla="*/ 22 h 250571"/>
              <a:gd name="connsiteX7-609" fmla="*/ 125275 w 125275"/>
              <a:gd name="connsiteY7-610" fmla="*/ 125297 h 250571"/>
              <a:gd name="connsiteX8-611" fmla="*/ 116296 w 125275"/>
              <a:gd name="connsiteY8-612" fmla="*/ 134275 h 250571"/>
              <a:gd name="connsiteX0-613" fmla="*/ 116297 w 125275"/>
              <a:gd name="connsiteY0-614" fmla="*/ 134275 h 250571"/>
              <a:gd name="connsiteX1-615" fmla="*/ 21683 w 125275"/>
              <a:gd name="connsiteY1-616" fmla="*/ 228889 h 250571"/>
              <a:gd name="connsiteX2-617" fmla="*/ 7841 w 125275"/>
              <a:gd name="connsiteY2-618" fmla="*/ 231642 h 250571"/>
              <a:gd name="connsiteX3-619" fmla="*/ 0 w 125275"/>
              <a:gd name="connsiteY3-620" fmla="*/ 250571 h 250571"/>
              <a:gd name="connsiteX4-621" fmla="*/ 0 w 125275"/>
              <a:gd name="connsiteY4-622" fmla="*/ 0 h 250571"/>
              <a:gd name="connsiteX5-623" fmla="*/ 0 w 125275"/>
              <a:gd name="connsiteY5-624" fmla="*/ 22 h 250571"/>
              <a:gd name="connsiteX6-625" fmla="*/ 0 w 125275"/>
              <a:gd name="connsiteY6-626" fmla="*/ 22 h 250571"/>
              <a:gd name="connsiteX7-627" fmla="*/ 125275 w 125275"/>
              <a:gd name="connsiteY7-628" fmla="*/ 125297 h 250571"/>
              <a:gd name="connsiteX8-629" fmla="*/ 116296 w 125275"/>
              <a:gd name="connsiteY8-630" fmla="*/ 134275 h 250571"/>
              <a:gd name="connsiteX0-631" fmla="*/ 116297 w 125275"/>
              <a:gd name="connsiteY0-632" fmla="*/ 134275 h 232490"/>
              <a:gd name="connsiteX1-633" fmla="*/ 21683 w 125275"/>
              <a:gd name="connsiteY1-634" fmla="*/ 228889 h 232490"/>
              <a:gd name="connsiteX2-635" fmla="*/ 7841 w 125275"/>
              <a:gd name="connsiteY2-636" fmla="*/ 231642 h 232490"/>
              <a:gd name="connsiteX3-637" fmla="*/ 1 w 125275"/>
              <a:gd name="connsiteY3-638" fmla="*/ 219908 h 232490"/>
              <a:gd name="connsiteX4-639" fmla="*/ 0 w 125275"/>
              <a:gd name="connsiteY4-640" fmla="*/ 0 h 232490"/>
              <a:gd name="connsiteX5-641" fmla="*/ 0 w 125275"/>
              <a:gd name="connsiteY5-642" fmla="*/ 22 h 232490"/>
              <a:gd name="connsiteX6-643" fmla="*/ 0 w 125275"/>
              <a:gd name="connsiteY6-644" fmla="*/ 22 h 232490"/>
              <a:gd name="connsiteX7-645" fmla="*/ 125275 w 125275"/>
              <a:gd name="connsiteY7-646" fmla="*/ 125297 h 232490"/>
              <a:gd name="connsiteX8-647" fmla="*/ 116296 w 125275"/>
              <a:gd name="connsiteY8-648" fmla="*/ 134275 h 232490"/>
              <a:gd name="connsiteX0-649" fmla="*/ 116297 w 125275"/>
              <a:gd name="connsiteY0-650" fmla="*/ 134275 h 232490"/>
              <a:gd name="connsiteX1-651" fmla="*/ 21683 w 125275"/>
              <a:gd name="connsiteY1-652" fmla="*/ 228889 h 232490"/>
              <a:gd name="connsiteX2-653" fmla="*/ 7841 w 125275"/>
              <a:gd name="connsiteY2-654" fmla="*/ 231642 h 232490"/>
              <a:gd name="connsiteX3-655" fmla="*/ 1 w 125275"/>
              <a:gd name="connsiteY3-656" fmla="*/ 219908 h 232490"/>
              <a:gd name="connsiteX4-657" fmla="*/ 0 w 125275"/>
              <a:gd name="connsiteY4-658" fmla="*/ 0 h 232490"/>
              <a:gd name="connsiteX5-659" fmla="*/ 0 w 125275"/>
              <a:gd name="connsiteY5-660" fmla="*/ 22 h 232490"/>
              <a:gd name="connsiteX6-661" fmla="*/ 0 w 125275"/>
              <a:gd name="connsiteY6-662" fmla="*/ 22 h 232490"/>
              <a:gd name="connsiteX7-663" fmla="*/ 125275 w 125275"/>
              <a:gd name="connsiteY7-664" fmla="*/ 125297 h 232490"/>
              <a:gd name="connsiteX8-665" fmla="*/ 116296 w 125275"/>
              <a:gd name="connsiteY8-666" fmla="*/ 134275 h 232490"/>
              <a:gd name="connsiteX0-667" fmla="*/ 116297 w 125275"/>
              <a:gd name="connsiteY0-668" fmla="*/ 134275 h 232490"/>
              <a:gd name="connsiteX1-669" fmla="*/ 21683 w 125275"/>
              <a:gd name="connsiteY1-670" fmla="*/ 228889 h 232490"/>
              <a:gd name="connsiteX2-671" fmla="*/ 7841 w 125275"/>
              <a:gd name="connsiteY2-672" fmla="*/ 231642 h 232490"/>
              <a:gd name="connsiteX3-673" fmla="*/ 1 w 125275"/>
              <a:gd name="connsiteY3-674" fmla="*/ 219908 h 232490"/>
              <a:gd name="connsiteX4-675" fmla="*/ 0 w 125275"/>
              <a:gd name="connsiteY4-676" fmla="*/ 0 h 232490"/>
              <a:gd name="connsiteX5-677" fmla="*/ 0 w 125275"/>
              <a:gd name="connsiteY5-678" fmla="*/ 22 h 232490"/>
              <a:gd name="connsiteX6-679" fmla="*/ 0 w 125275"/>
              <a:gd name="connsiteY6-680" fmla="*/ 22 h 232490"/>
              <a:gd name="connsiteX7-681" fmla="*/ 125275 w 125275"/>
              <a:gd name="connsiteY7-682" fmla="*/ 125297 h 232490"/>
              <a:gd name="connsiteX8-683" fmla="*/ 116296 w 125275"/>
              <a:gd name="connsiteY8-684" fmla="*/ 134275 h 232490"/>
              <a:gd name="connsiteX0-685" fmla="*/ 116297 w 125275"/>
              <a:gd name="connsiteY0-686" fmla="*/ 134254 h 232469"/>
              <a:gd name="connsiteX1-687" fmla="*/ 21683 w 125275"/>
              <a:gd name="connsiteY1-688" fmla="*/ 228868 h 232469"/>
              <a:gd name="connsiteX2-689" fmla="*/ 7841 w 125275"/>
              <a:gd name="connsiteY2-690" fmla="*/ 231621 h 232469"/>
              <a:gd name="connsiteX3-691" fmla="*/ 1 w 125275"/>
              <a:gd name="connsiteY3-692" fmla="*/ 219887 h 232469"/>
              <a:gd name="connsiteX4-693" fmla="*/ 1 w 125275"/>
              <a:gd name="connsiteY4-694" fmla="*/ 30644 h 232469"/>
              <a:gd name="connsiteX5-695" fmla="*/ 0 w 125275"/>
              <a:gd name="connsiteY5-696" fmla="*/ 1 h 232469"/>
              <a:gd name="connsiteX6-697" fmla="*/ 0 w 125275"/>
              <a:gd name="connsiteY6-698" fmla="*/ 1 h 232469"/>
              <a:gd name="connsiteX7-699" fmla="*/ 125275 w 125275"/>
              <a:gd name="connsiteY7-700" fmla="*/ 125276 h 232469"/>
              <a:gd name="connsiteX8-701" fmla="*/ 116296 w 125275"/>
              <a:gd name="connsiteY8-702" fmla="*/ 134254 h 232469"/>
              <a:gd name="connsiteX0-703" fmla="*/ 116297 w 125275"/>
              <a:gd name="connsiteY0-704" fmla="*/ 134253 h 232468"/>
              <a:gd name="connsiteX1-705" fmla="*/ 21683 w 125275"/>
              <a:gd name="connsiteY1-706" fmla="*/ 228867 h 232468"/>
              <a:gd name="connsiteX2-707" fmla="*/ 7841 w 125275"/>
              <a:gd name="connsiteY2-708" fmla="*/ 231620 h 232468"/>
              <a:gd name="connsiteX3-709" fmla="*/ 1 w 125275"/>
              <a:gd name="connsiteY3-710" fmla="*/ 219886 h 232468"/>
              <a:gd name="connsiteX4-711" fmla="*/ 1 w 125275"/>
              <a:gd name="connsiteY4-712" fmla="*/ 30643 h 232468"/>
              <a:gd name="connsiteX5-713" fmla="*/ 0 w 125275"/>
              <a:gd name="connsiteY5-714" fmla="*/ 0 h 232468"/>
              <a:gd name="connsiteX6-715" fmla="*/ 0 w 125275"/>
              <a:gd name="connsiteY6-716" fmla="*/ 0 h 232468"/>
              <a:gd name="connsiteX7-717" fmla="*/ 125275 w 125275"/>
              <a:gd name="connsiteY7-718" fmla="*/ 125275 h 232468"/>
              <a:gd name="connsiteX8-719" fmla="*/ 116296 w 125275"/>
              <a:gd name="connsiteY8-720" fmla="*/ 134253 h 232468"/>
              <a:gd name="connsiteX0-721" fmla="*/ 116297 w 125275"/>
              <a:gd name="connsiteY0-722" fmla="*/ 134253 h 232468"/>
              <a:gd name="connsiteX1-723" fmla="*/ 21683 w 125275"/>
              <a:gd name="connsiteY1-724" fmla="*/ 228867 h 232468"/>
              <a:gd name="connsiteX2-725" fmla="*/ 7841 w 125275"/>
              <a:gd name="connsiteY2-726" fmla="*/ 231620 h 232468"/>
              <a:gd name="connsiteX3-727" fmla="*/ 1 w 125275"/>
              <a:gd name="connsiteY3-728" fmla="*/ 219886 h 232468"/>
              <a:gd name="connsiteX4-729" fmla="*/ 1 w 125275"/>
              <a:gd name="connsiteY4-730" fmla="*/ 30643 h 232468"/>
              <a:gd name="connsiteX5-731" fmla="*/ 0 w 125275"/>
              <a:gd name="connsiteY5-732" fmla="*/ 0 h 232468"/>
              <a:gd name="connsiteX6-733" fmla="*/ 0 w 125275"/>
              <a:gd name="connsiteY6-734" fmla="*/ 0 h 232468"/>
              <a:gd name="connsiteX7-735" fmla="*/ 125275 w 125275"/>
              <a:gd name="connsiteY7-736" fmla="*/ 125275 h 232468"/>
              <a:gd name="connsiteX8-737" fmla="*/ 116296 w 125275"/>
              <a:gd name="connsiteY8-738" fmla="*/ 134253 h 232468"/>
              <a:gd name="connsiteX0-739" fmla="*/ 116297 w 125275"/>
              <a:gd name="connsiteY0-740" fmla="*/ 134253 h 232468"/>
              <a:gd name="connsiteX1-741" fmla="*/ 21683 w 125275"/>
              <a:gd name="connsiteY1-742" fmla="*/ 228867 h 232468"/>
              <a:gd name="connsiteX2-743" fmla="*/ 7841 w 125275"/>
              <a:gd name="connsiteY2-744" fmla="*/ 231620 h 232468"/>
              <a:gd name="connsiteX3-745" fmla="*/ 1 w 125275"/>
              <a:gd name="connsiteY3-746" fmla="*/ 219886 h 232468"/>
              <a:gd name="connsiteX4-747" fmla="*/ 1 w 125275"/>
              <a:gd name="connsiteY4-748" fmla="*/ 30643 h 232468"/>
              <a:gd name="connsiteX5-749" fmla="*/ 7843 w 125275"/>
              <a:gd name="connsiteY5-750" fmla="*/ 18930 h 232468"/>
              <a:gd name="connsiteX6-751" fmla="*/ 0 w 125275"/>
              <a:gd name="connsiteY6-752" fmla="*/ 0 h 232468"/>
              <a:gd name="connsiteX7-753" fmla="*/ 125275 w 125275"/>
              <a:gd name="connsiteY7-754" fmla="*/ 125275 h 232468"/>
              <a:gd name="connsiteX8-755" fmla="*/ 116296 w 125275"/>
              <a:gd name="connsiteY8-756" fmla="*/ 134253 h 232468"/>
              <a:gd name="connsiteX0-757" fmla="*/ 116297 w 125275"/>
              <a:gd name="connsiteY0-758" fmla="*/ 134253 h 232468"/>
              <a:gd name="connsiteX1-759" fmla="*/ 21683 w 125275"/>
              <a:gd name="connsiteY1-760" fmla="*/ 228867 h 232468"/>
              <a:gd name="connsiteX2-761" fmla="*/ 7841 w 125275"/>
              <a:gd name="connsiteY2-762" fmla="*/ 231620 h 232468"/>
              <a:gd name="connsiteX3-763" fmla="*/ 1 w 125275"/>
              <a:gd name="connsiteY3-764" fmla="*/ 219886 h 232468"/>
              <a:gd name="connsiteX4-765" fmla="*/ 1 w 125275"/>
              <a:gd name="connsiteY4-766" fmla="*/ 30643 h 232468"/>
              <a:gd name="connsiteX5-767" fmla="*/ 7843 w 125275"/>
              <a:gd name="connsiteY5-768" fmla="*/ 18930 h 232468"/>
              <a:gd name="connsiteX6-769" fmla="*/ 0 w 125275"/>
              <a:gd name="connsiteY6-770" fmla="*/ 0 h 232468"/>
              <a:gd name="connsiteX7-771" fmla="*/ 125275 w 125275"/>
              <a:gd name="connsiteY7-772" fmla="*/ 125275 h 232468"/>
              <a:gd name="connsiteX8-773" fmla="*/ 116296 w 125275"/>
              <a:gd name="connsiteY8-774" fmla="*/ 134253 h 232468"/>
              <a:gd name="connsiteX0-775" fmla="*/ 116297 w 125275"/>
              <a:gd name="connsiteY0-776" fmla="*/ 134253 h 232468"/>
              <a:gd name="connsiteX1-777" fmla="*/ 21683 w 125275"/>
              <a:gd name="connsiteY1-778" fmla="*/ 228867 h 232468"/>
              <a:gd name="connsiteX2-779" fmla="*/ 7841 w 125275"/>
              <a:gd name="connsiteY2-780" fmla="*/ 231620 h 232468"/>
              <a:gd name="connsiteX3-781" fmla="*/ 1 w 125275"/>
              <a:gd name="connsiteY3-782" fmla="*/ 219886 h 232468"/>
              <a:gd name="connsiteX4-783" fmla="*/ 1 w 125275"/>
              <a:gd name="connsiteY4-784" fmla="*/ 30643 h 232468"/>
              <a:gd name="connsiteX5-785" fmla="*/ 7843 w 125275"/>
              <a:gd name="connsiteY5-786" fmla="*/ 18930 h 232468"/>
              <a:gd name="connsiteX6-787" fmla="*/ 0 w 125275"/>
              <a:gd name="connsiteY6-788" fmla="*/ 0 h 232468"/>
              <a:gd name="connsiteX7-789" fmla="*/ 125275 w 125275"/>
              <a:gd name="connsiteY7-790" fmla="*/ 125275 h 232468"/>
              <a:gd name="connsiteX8-791" fmla="*/ 116296 w 125275"/>
              <a:gd name="connsiteY8-792" fmla="*/ 134253 h 232468"/>
              <a:gd name="connsiteX0-793" fmla="*/ 116296 w 125274"/>
              <a:gd name="connsiteY0-794" fmla="*/ 116172 h 214387"/>
              <a:gd name="connsiteX1-795" fmla="*/ 21682 w 125274"/>
              <a:gd name="connsiteY1-796" fmla="*/ 210786 h 214387"/>
              <a:gd name="connsiteX2-797" fmla="*/ 7840 w 125274"/>
              <a:gd name="connsiteY2-798" fmla="*/ 213539 h 214387"/>
              <a:gd name="connsiteX3-799" fmla="*/ 0 w 125274"/>
              <a:gd name="connsiteY3-800" fmla="*/ 201805 h 214387"/>
              <a:gd name="connsiteX4-801" fmla="*/ 0 w 125274"/>
              <a:gd name="connsiteY4-802" fmla="*/ 12562 h 214387"/>
              <a:gd name="connsiteX5-803" fmla="*/ 7842 w 125274"/>
              <a:gd name="connsiteY5-804" fmla="*/ 849 h 214387"/>
              <a:gd name="connsiteX6-805" fmla="*/ 21682 w 125274"/>
              <a:gd name="connsiteY6-806" fmla="*/ 3601 h 214387"/>
              <a:gd name="connsiteX7-807" fmla="*/ 125274 w 125274"/>
              <a:gd name="connsiteY7-808" fmla="*/ 107194 h 214387"/>
              <a:gd name="connsiteX8-809" fmla="*/ 116295 w 125274"/>
              <a:gd name="connsiteY8-810" fmla="*/ 116172 h 214387"/>
              <a:gd name="connsiteX0-811" fmla="*/ 116296 w 125274"/>
              <a:gd name="connsiteY0-812" fmla="*/ 116172 h 214387"/>
              <a:gd name="connsiteX1-813" fmla="*/ 21682 w 125274"/>
              <a:gd name="connsiteY1-814" fmla="*/ 210786 h 214387"/>
              <a:gd name="connsiteX2-815" fmla="*/ 7840 w 125274"/>
              <a:gd name="connsiteY2-816" fmla="*/ 213539 h 214387"/>
              <a:gd name="connsiteX3-817" fmla="*/ 0 w 125274"/>
              <a:gd name="connsiteY3-818" fmla="*/ 201805 h 214387"/>
              <a:gd name="connsiteX4-819" fmla="*/ 0 w 125274"/>
              <a:gd name="connsiteY4-820" fmla="*/ 12562 h 214387"/>
              <a:gd name="connsiteX5-821" fmla="*/ 7842 w 125274"/>
              <a:gd name="connsiteY5-822" fmla="*/ 849 h 214387"/>
              <a:gd name="connsiteX6-823" fmla="*/ 21682 w 125274"/>
              <a:gd name="connsiteY6-824" fmla="*/ 3601 h 214387"/>
              <a:gd name="connsiteX7-825" fmla="*/ 125274 w 125274"/>
              <a:gd name="connsiteY7-826" fmla="*/ 107194 h 214387"/>
              <a:gd name="connsiteX8-827" fmla="*/ 116295 w 125274"/>
              <a:gd name="connsiteY8-828" fmla="*/ 116172 h 214387"/>
              <a:gd name="connsiteX0-829" fmla="*/ 116296 w 125274"/>
              <a:gd name="connsiteY0-830" fmla="*/ 116172 h 214387"/>
              <a:gd name="connsiteX1-831" fmla="*/ 21682 w 125274"/>
              <a:gd name="connsiteY1-832" fmla="*/ 210786 h 214387"/>
              <a:gd name="connsiteX2-833" fmla="*/ 7840 w 125274"/>
              <a:gd name="connsiteY2-834" fmla="*/ 213539 h 214387"/>
              <a:gd name="connsiteX3-835" fmla="*/ 0 w 125274"/>
              <a:gd name="connsiteY3-836" fmla="*/ 201805 h 214387"/>
              <a:gd name="connsiteX4-837" fmla="*/ 0 w 125274"/>
              <a:gd name="connsiteY4-838" fmla="*/ 12562 h 214387"/>
              <a:gd name="connsiteX5-839" fmla="*/ 7842 w 125274"/>
              <a:gd name="connsiteY5-840" fmla="*/ 849 h 214387"/>
              <a:gd name="connsiteX6-841" fmla="*/ 21682 w 125274"/>
              <a:gd name="connsiteY6-842" fmla="*/ 3601 h 214387"/>
              <a:gd name="connsiteX7-843" fmla="*/ 125274 w 125274"/>
              <a:gd name="connsiteY7-844" fmla="*/ 107194 h 214387"/>
              <a:gd name="connsiteX8-845" fmla="*/ 116295 w 125274"/>
              <a:gd name="connsiteY8-846" fmla="*/ 116172 h 214387"/>
              <a:gd name="connsiteX0-847" fmla="*/ 116296 w 121722"/>
              <a:gd name="connsiteY0-848" fmla="*/ 116172 h 214387"/>
              <a:gd name="connsiteX1-849" fmla="*/ 21682 w 121722"/>
              <a:gd name="connsiteY1-850" fmla="*/ 210786 h 214387"/>
              <a:gd name="connsiteX2-851" fmla="*/ 7840 w 121722"/>
              <a:gd name="connsiteY2-852" fmla="*/ 213539 h 214387"/>
              <a:gd name="connsiteX3-853" fmla="*/ 0 w 121722"/>
              <a:gd name="connsiteY3-854" fmla="*/ 201805 h 214387"/>
              <a:gd name="connsiteX4-855" fmla="*/ 0 w 121722"/>
              <a:gd name="connsiteY4-856" fmla="*/ 12562 h 214387"/>
              <a:gd name="connsiteX5-857" fmla="*/ 7842 w 121722"/>
              <a:gd name="connsiteY5-858" fmla="*/ 849 h 214387"/>
              <a:gd name="connsiteX6-859" fmla="*/ 21682 w 121722"/>
              <a:gd name="connsiteY6-860" fmla="*/ 3601 h 214387"/>
              <a:gd name="connsiteX7-861" fmla="*/ 116295 w 121722"/>
              <a:gd name="connsiteY7-862" fmla="*/ 98215 h 214387"/>
              <a:gd name="connsiteX8-863" fmla="*/ 116295 w 121722"/>
              <a:gd name="connsiteY8-864" fmla="*/ 116172 h 214387"/>
              <a:gd name="connsiteX0-865" fmla="*/ 116296 w 120240"/>
              <a:gd name="connsiteY0-866" fmla="*/ 116172 h 214387"/>
              <a:gd name="connsiteX1-867" fmla="*/ 21682 w 120240"/>
              <a:gd name="connsiteY1-868" fmla="*/ 210786 h 214387"/>
              <a:gd name="connsiteX2-869" fmla="*/ 7840 w 120240"/>
              <a:gd name="connsiteY2-870" fmla="*/ 213539 h 214387"/>
              <a:gd name="connsiteX3-871" fmla="*/ 0 w 120240"/>
              <a:gd name="connsiteY3-872" fmla="*/ 201805 h 214387"/>
              <a:gd name="connsiteX4-873" fmla="*/ 0 w 120240"/>
              <a:gd name="connsiteY4-874" fmla="*/ 12562 h 214387"/>
              <a:gd name="connsiteX5-875" fmla="*/ 7842 w 120240"/>
              <a:gd name="connsiteY5-876" fmla="*/ 849 h 214387"/>
              <a:gd name="connsiteX6-877" fmla="*/ 21682 w 120240"/>
              <a:gd name="connsiteY6-878" fmla="*/ 3601 h 214387"/>
              <a:gd name="connsiteX7-879" fmla="*/ 116295 w 120240"/>
              <a:gd name="connsiteY7-880" fmla="*/ 98215 h 214387"/>
              <a:gd name="connsiteX8-881" fmla="*/ 116295 w 120240"/>
              <a:gd name="connsiteY8-882" fmla="*/ 116172 h 214387"/>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Lst>
            <a:rect l="l" t="t" r="r" b="b"/>
            <a:pathLst>
              <a:path w="120240" h="214387">
                <a:moveTo>
                  <a:pt x="116296" y="116172"/>
                </a:moveTo>
                <a:cubicBezTo>
                  <a:pt x="116296" y="116172"/>
                  <a:pt x="21682" y="210786"/>
                  <a:pt x="21682" y="210786"/>
                </a:cubicBezTo>
                <a:cubicBezTo>
                  <a:pt x="18313" y="214156"/>
                  <a:pt x="12243" y="215362"/>
                  <a:pt x="7840" y="213539"/>
                </a:cubicBezTo>
                <a:cubicBezTo>
                  <a:pt x="3438" y="211715"/>
                  <a:pt x="0" y="206570"/>
                  <a:pt x="0" y="201805"/>
                </a:cubicBezTo>
                <a:cubicBezTo>
                  <a:pt x="0" y="201805"/>
                  <a:pt x="0" y="12562"/>
                  <a:pt x="0" y="12562"/>
                </a:cubicBezTo>
                <a:cubicBezTo>
                  <a:pt x="0" y="7797"/>
                  <a:pt x="3440" y="2672"/>
                  <a:pt x="7842" y="849"/>
                </a:cubicBezTo>
                <a:cubicBezTo>
                  <a:pt x="12244" y="-975"/>
                  <a:pt x="18313" y="232"/>
                  <a:pt x="21682" y="3601"/>
                </a:cubicBezTo>
                <a:cubicBezTo>
                  <a:pt x="21681" y="3601"/>
                  <a:pt x="116295" y="98215"/>
                  <a:pt x="116295" y="98215"/>
                </a:cubicBezTo>
                <a:cubicBezTo>
                  <a:pt x="121555" y="103475"/>
                  <a:pt x="121555" y="110913"/>
                  <a:pt x="116295" y="116172"/>
                </a:cubicBezTo>
                <a:close/>
              </a:path>
            </a:pathLst>
          </a:custGeom>
          <a:gradFill>
            <a:gsLst>
              <a:gs pos="0">
                <a:schemeClr val="accent1">
                  <a:lumMod val="60000"/>
                  <a:lumOff val="40000"/>
                  <a:alpha val="100000"/>
                </a:schemeClr>
              </a:gs>
              <a:gs pos="92000">
                <a:srgbClr val="254D97"/>
              </a:gs>
            </a:gsLst>
            <a:lin ang="16200000" scaled="0"/>
          </a:gradFill>
          <a:ln>
            <a:noFill/>
          </a:ln>
          <a:effectLst/>
        </p:spPr>
        <p:style>
          <a:lnRef idx="2">
            <a:schemeClr val="accent1">
              <a:lumMod val="75000"/>
            </a:schemeClr>
          </a:lnRef>
          <a:fillRef idx="1">
            <a:schemeClr val="accent1"/>
          </a:fillRef>
          <a:effectRef idx="0">
            <a:srgbClr val="FFFFFF"/>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lgn="ctr">
              <a:buClrTx/>
              <a:buSzTx/>
              <a:buFontTx/>
            </a:pPr>
            <a:endParaRPr lang="zh-CN" altLang="en-US">
              <a:solidFill>
                <a:schemeClr val="lt1"/>
              </a:solidFill>
              <a:sym typeface="+mn-ea"/>
            </a:endParaRPr>
          </a:p>
        </p:txBody>
      </p:sp>
      <p:sp>
        <p:nvSpPr>
          <p:cNvPr id="15" name="任意多边形: 形状 5"/>
          <p:cNvSpPr/>
          <p:nvPr>
            <p:custDataLst>
              <p:tags r:id="rId12"/>
            </p:custDataLst>
          </p:nvPr>
        </p:nvSpPr>
        <p:spPr>
          <a:xfrm>
            <a:off x="4727235" y="1988740"/>
            <a:ext cx="110155" cy="197037"/>
          </a:xfrm>
          <a:custGeom>
            <a:avLst/>
            <a:gdLst>
              <a:gd name="connsiteX0" fmla="*/ 125275 w 125275"/>
              <a:gd name="connsiteY0" fmla="*/ 125297 h 250571"/>
              <a:gd name="connsiteX1" fmla="*/ 0 w 125275"/>
              <a:gd name="connsiteY1" fmla="*/ 250571 h 250571"/>
              <a:gd name="connsiteX2" fmla="*/ 0 w 125275"/>
              <a:gd name="connsiteY2" fmla="*/ 250571 h 250571"/>
              <a:gd name="connsiteX3" fmla="*/ 0 w 125275"/>
              <a:gd name="connsiteY3" fmla="*/ 250571 h 250571"/>
              <a:gd name="connsiteX4" fmla="*/ 0 w 125275"/>
              <a:gd name="connsiteY4" fmla="*/ 0 h 250571"/>
              <a:gd name="connsiteX5" fmla="*/ 0 w 125275"/>
              <a:gd name="connsiteY5" fmla="*/ 22 h 250571"/>
              <a:gd name="connsiteX6" fmla="*/ 0 w 125275"/>
              <a:gd name="connsiteY6" fmla="*/ 22 h 250571"/>
              <a:gd name="connsiteX7" fmla="*/ 125275 w 125275"/>
              <a:gd name="connsiteY7" fmla="*/ 125297 h 250571"/>
              <a:gd name="connsiteX8" fmla="*/ 125275 w 125275"/>
              <a:gd name="connsiteY8" fmla="*/ 125297 h 250571"/>
              <a:gd name="connsiteX0-1" fmla="*/ 125275 w 125276"/>
              <a:gd name="connsiteY0-2" fmla="*/ 125297 h 250571"/>
              <a:gd name="connsiteX1-3" fmla="*/ 0 w 125276"/>
              <a:gd name="connsiteY1-4" fmla="*/ 250571 h 250571"/>
              <a:gd name="connsiteX2-5" fmla="*/ 0 w 125276"/>
              <a:gd name="connsiteY2-6" fmla="*/ 250571 h 250571"/>
              <a:gd name="connsiteX3-7" fmla="*/ 0 w 125276"/>
              <a:gd name="connsiteY3-8" fmla="*/ 250571 h 250571"/>
              <a:gd name="connsiteX4-9" fmla="*/ 0 w 125276"/>
              <a:gd name="connsiteY4-10" fmla="*/ 0 h 250571"/>
              <a:gd name="connsiteX5-11" fmla="*/ 0 w 125276"/>
              <a:gd name="connsiteY5-12" fmla="*/ 22 h 250571"/>
              <a:gd name="connsiteX6-13" fmla="*/ 0 w 125276"/>
              <a:gd name="connsiteY6-14" fmla="*/ 22 h 250571"/>
              <a:gd name="connsiteX7-15" fmla="*/ 125275 w 125276"/>
              <a:gd name="connsiteY7-16" fmla="*/ 125297 h 250571"/>
              <a:gd name="connsiteX8-17" fmla="*/ 125276 w 125276"/>
              <a:gd name="connsiteY8-18" fmla="*/ 125298 h 250571"/>
              <a:gd name="connsiteX0-19" fmla="*/ 125275 w 125276"/>
              <a:gd name="connsiteY0-20" fmla="*/ 125298 h 250571"/>
              <a:gd name="connsiteX1-21" fmla="*/ 0 w 125276"/>
              <a:gd name="connsiteY1-22" fmla="*/ 250571 h 250571"/>
              <a:gd name="connsiteX2-23" fmla="*/ 0 w 125276"/>
              <a:gd name="connsiteY2-24" fmla="*/ 250571 h 250571"/>
              <a:gd name="connsiteX3-25" fmla="*/ 0 w 125276"/>
              <a:gd name="connsiteY3-26" fmla="*/ 250571 h 250571"/>
              <a:gd name="connsiteX4-27" fmla="*/ 0 w 125276"/>
              <a:gd name="connsiteY4-28" fmla="*/ 0 h 250571"/>
              <a:gd name="connsiteX5-29" fmla="*/ 0 w 125276"/>
              <a:gd name="connsiteY5-30" fmla="*/ 22 h 250571"/>
              <a:gd name="connsiteX6-31" fmla="*/ 0 w 125276"/>
              <a:gd name="connsiteY6-32" fmla="*/ 22 h 250571"/>
              <a:gd name="connsiteX7-33" fmla="*/ 125275 w 125276"/>
              <a:gd name="connsiteY7-34" fmla="*/ 125297 h 250571"/>
              <a:gd name="connsiteX8-35" fmla="*/ 125276 w 125276"/>
              <a:gd name="connsiteY8-36" fmla="*/ 125298 h 250571"/>
              <a:gd name="connsiteX0-37" fmla="*/ 125275 w 125276"/>
              <a:gd name="connsiteY0-38" fmla="*/ 125298 h 250571"/>
              <a:gd name="connsiteX1-39" fmla="*/ 0 w 125276"/>
              <a:gd name="connsiteY1-40" fmla="*/ 250571 h 250571"/>
              <a:gd name="connsiteX2-41" fmla="*/ 0 w 125276"/>
              <a:gd name="connsiteY2-42" fmla="*/ 250571 h 250571"/>
              <a:gd name="connsiteX3-43" fmla="*/ 0 w 125276"/>
              <a:gd name="connsiteY3-44" fmla="*/ 250571 h 250571"/>
              <a:gd name="connsiteX4-45" fmla="*/ 0 w 125276"/>
              <a:gd name="connsiteY4-46" fmla="*/ 0 h 250571"/>
              <a:gd name="connsiteX5-47" fmla="*/ 0 w 125276"/>
              <a:gd name="connsiteY5-48" fmla="*/ 22 h 250571"/>
              <a:gd name="connsiteX6-49" fmla="*/ 0 w 125276"/>
              <a:gd name="connsiteY6-50" fmla="*/ 22 h 250571"/>
              <a:gd name="connsiteX7-51" fmla="*/ 125275 w 125276"/>
              <a:gd name="connsiteY7-52" fmla="*/ 125297 h 250571"/>
              <a:gd name="connsiteX8-53" fmla="*/ 125276 w 125276"/>
              <a:gd name="connsiteY8-54" fmla="*/ 125298 h 250571"/>
              <a:gd name="connsiteX0-55" fmla="*/ 125275 w 125276"/>
              <a:gd name="connsiteY0-56" fmla="*/ 125298 h 250571"/>
              <a:gd name="connsiteX1-57" fmla="*/ 0 w 125276"/>
              <a:gd name="connsiteY1-58" fmla="*/ 250571 h 250571"/>
              <a:gd name="connsiteX2-59" fmla="*/ 0 w 125276"/>
              <a:gd name="connsiteY2-60" fmla="*/ 250571 h 250571"/>
              <a:gd name="connsiteX3-61" fmla="*/ 0 w 125276"/>
              <a:gd name="connsiteY3-62" fmla="*/ 250571 h 250571"/>
              <a:gd name="connsiteX4-63" fmla="*/ 0 w 125276"/>
              <a:gd name="connsiteY4-64" fmla="*/ 0 h 250571"/>
              <a:gd name="connsiteX5-65" fmla="*/ 0 w 125276"/>
              <a:gd name="connsiteY5-66" fmla="*/ 22 h 250571"/>
              <a:gd name="connsiteX6-67" fmla="*/ 0 w 125276"/>
              <a:gd name="connsiteY6-68" fmla="*/ 22 h 250571"/>
              <a:gd name="connsiteX7-69" fmla="*/ 125275 w 125276"/>
              <a:gd name="connsiteY7-70" fmla="*/ 125297 h 250571"/>
              <a:gd name="connsiteX8-71" fmla="*/ 125276 w 125276"/>
              <a:gd name="connsiteY8-72" fmla="*/ 125298 h 250571"/>
              <a:gd name="connsiteX0-73" fmla="*/ 125275 w 125276"/>
              <a:gd name="connsiteY0-74" fmla="*/ 125298 h 250572"/>
              <a:gd name="connsiteX1-75" fmla="*/ 0 w 125276"/>
              <a:gd name="connsiteY1-76" fmla="*/ 250572 h 250572"/>
              <a:gd name="connsiteX2-77" fmla="*/ 0 w 125276"/>
              <a:gd name="connsiteY2-78" fmla="*/ 250571 h 250572"/>
              <a:gd name="connsiteX3-79" fmla="*/ 0 w 125276"/>
              <a:gd name="connsiteY3-80" fmla="*/ 250571 h 250572"/>
              <a:gd name="connsiteX4-81" fmla="*/ 0 w 125276"/>
              <a:gd name="connsiteY4-82" fmla="*/ 0 h 250572"/>
              <a:gd name="connsiteX5-83" fmla="*/ 0 w 125276"/>
              <a:gd name="connsiteY5-84" fmla="*/ 22 h 250572"/>
              <a:gd name="connsiteX6-85" fmla="*/ 0 w 125276"/>
              <a:gd name="connsiteY6-86" fmla="*/ 22 h 250572"/>
              <a:gd name="connsiteX7-87" fmla="*/ 125275 w 125276"/>
              <a:gd name="connsiteY7-88" fmla="*/ 125297 h 250572"/>
              <a:gd name="connsiteX8-89" fmla="*/ 125276 w 125276"/>
              <a:gd name="connsiteY8-90" fmla="*/ 125298 h 250572"/>
              <a:gd name="connsiteX0-91" fmla="*/ 125275 w 125276"/>
              <a:gd name="connsiteY0-92" fmla="*/ 125298 h 250572"/>
              <a:gd name="connsiteX1-93" fmla="*/ 0 w 125276"/>
              <a:gd name="connsiteY1-94" fmla="*/ 250572 h 250572"/>
              <a:gd name="connsiteX2-95" fmla="*/ 0 w 125276"/>
              <a:gd name="connsiteY2-96" fmla="*/ 250571 h 250572"/>
              <a:gd name="connsiteX3-97" fmla="*/ 0 w 125276"/>
              <a:gd name="connsiteY3-98" fmla="*/ 250571 h 250572"/>
              <a:gd name="connsiteX4-99" fmla="*/ 0 w 125276"/>
              <a:gd name="connsiteY4-100" fmla="*/ 0 h 250572"/>
              <a:gd name="connsiteX5-101" fmla="*/ 0 w 125276"/>
              <a:gd name="connsiteY5-102" fmla="*/ 22 h 250572"/>
              <a:gd name="connsiteX6-103" fmla="*/ 0 w 125276"/>
              <a:gd name="connsiteY6-104" fmla="*/ 22 h 250572"/>
              <a:gd name="connsiteX7-105" fmla="*/ 125275 w 125276"/>
              <a:gd name="connsiteY7-106" fmla="*/ 125297 h 250572"/>
              <a:gd name="connsiteX8-107" fmla="*/ 125276 w 125276"/>
              <a:gd name="connsiteY8-108" fmla="*/ 125298 h 250572"/>
              <a:gd name="connsiteX0-109" fmla="*/ 125275 w 125276"/>
              <a:gd name="connsiteY0-110" fmla="*/ 125298 h 250572"/>
              <a:gd name="connsiteX1-111" fmla="*/ 0 w 125276"/>
              <a:gd name="connsiteY1-112" fmla="*/ 250572 h 250572"/>
              <a:gd name="connsiteX2-113" fmla="*/ 0 w 125276"/>
              <a:gd name="connsiteY2-114" fmla="*/ 250571 h 250572"/>
              <a:gd name="connsiteX3-115" fmla="*/ 0 w 125276"/>
              <a:gd name="connsiteY3-116" fmla="*/ 250571 h 250572"/>
              <a:gd name="connsiteX4-117" fmla="*/ 0 w 125276"/>
              <a:gd name="connsiteY4-118" fmla="*/ 0 h 250572"/>
              <a:gd name="connsiteX5-119" fmla="*/ 0 w 125276"/>
              <a:gd name="connsiteY5-120" fmla="*/ 22 h 250572"/>
              <a:gd name="connsiteX6-121" fmla="*/ 0 w 125276"/>
              <a:gd name="connsiteY6-122" fmla="*/ 22 h 250572"/>
              <a:gd name="connsiteX7-123" fmla="*/ 125275 w 125276"/>
              <a:gd name="connsiteY7-124" fmla="*/ 125297 h 250572"/>
              <a:gd name="connsiteX8-125" fmla="*/ 125276 w 125276"/>
              <a:gd name="connsiteY8-126" fmla="*/ 125298 h 250572"/>
              <a:gd name="connsiteX0-127" fmla="*/ 125275 w 125276"/>
              <a:gd name="connsiteY0-128" fmla="*/ 125298 h 250572"/>
              <a:gd name="connsiteX1-129" fmla="*/ 0 w 125276"/>
              <a:gd name="connsiteY1-130" fmla="*/ 250572 h 250572"/>
              <a:gd name="connsiteX2-131" fmla="*/ 0 w 125276"/>
              <a:gd name="connsiteY2-132" fmla="*/ 250571 h 250572"/>
              <a:gd name="connsiteX3-133" fmla="*/ 0 w 125276"/>
              <a:gd name="connsiteY3-134" fmla="*/ 250571 h 250572"/>
              <a:gd name="connsiteX4-135" fmla="*/ 0 w 125276"/>
              <a:gd name="connsiteY4-136" fmla="*/ 0 h 250572"/>
              <a:gd name="connsiteX5-137" fmla="*/ 0 w 125276"/>
              <a:gd name="connsiteY5-138" fmla="*/ 22 h 250572"/>
              <a:gd name="connsiteX6-139" fmla="*/ 0 w 125276"/>
              <a:gd name="connsiteY6-140" fmla="*/ 22 h 250572"/>
              <a:gd name="connsiteX7-141" fmla="*/ 125275 w 125276"/>
              <a:gd name="connsiteY7-142" fmla="*/ 125297 h 250572"/>
              <a:gd name="connsiteX8-143" fmla="*/ 125276 w 125276"/>
              <a:gd name="connsiteY8-144" fmla="*/ 125298 h 250572"/>
              <a:gd name="connsiteX0-145" fmla="*/ 125275 w 125276"/>
              <a:gd name="connsiteY0-146" fmla="*/ 125298 h 250572"/>
              <a:gd name="connsiteX1-147" fmla="*/ 0 w 125276"/>
              <a:gd name="connsiteY1-148" fmla="*/ 250572 h 250572"/>
              <a:gd name="connsiteX2-149" fmla="*/ 0 w 125276"/>
              <a:gd name="connsiteY2-150" fmla="*/ 250571 h 250572"/>
              <a:gd name="connsiteX3-151" fmla="*/ 0 w 125276"/>
              <a:gd name="connsiteY3-152" fmla="*/ 250571 h 250572"/>
              <a:gd name="connsiteX4-153" fmla="*/ 0 w 125276"/>
              <a:gd name="connsiteY4-154" fmla="*/ 0 h 250572"/>
              <a:gd name="connsiteX5-155" fmla="*/ 0 w 125276"/>
              <a:gd name="connsiteY5-156" fmla="*/ 22 h 250572"/>
              <a:gd name="connsiteX6-157" fmla="*/ 0 w 125276"/>
              <a:gd name="connsiteY6-158" fmla="*/ 22 h 250572"/>
              <a:gd name="connsiteX7-159" fmla="*/ 125275 w 125276"/>
              <a:gd name="connsiteY7-160" fmla="*/ 125297 h 250572"/>
              <a:gd name="connsiteX8-161" fmla="*/ 125276 w 125276"/>
              <a:gd name="connsiteY8-162" fmla="*/ 125298 h 250572"/>
              <a:gd name="connsiteX0-163" fmla="*/ 125275 w 125276"/>
              <a:gd name="connsiteY0-164" fmla="*/ 125298 h 250572"/>
              <a:gd name="connsiteX1-165" fmla="*/ 0 w 125276"/>
              <a:gd name="connsiteY1-166" fmla="*/ 250572 h 250572"/>
              <a:gd name="connsiteX2-167" fmla="*/ 0 w 125276"/>
              <a:gd name="connsiteY2-168" fmla="*/ 250571 h 250572"/>
              <a:gd name="connsiteX3-169" fmla="*/ 0 w 125276"/>
              <a:gd name="connsiteY3-170" fmla="*/ 250571 h 250572"/>
              <a:gd name="connsiteX4-171" fmla="*/ 0 w 125276"/>
              <a:gd name="connsiteY4-172" fmla="*/ 0 h 250572"/>
              <a:gd name="connsiteX5-173" fmla="*/ 0 w 125276"/>
              <a:gd name="connsiteY5-174" fmla="*/ 22 h 250572"/>
              <a:gd name="connsiteX6-175" fmla="*/ 0 w 125276"/>
              <a:gd name="connsiteY6-176" fmla="*/ 22 h 250572"/>
              <a:gd name="connsiteX7-177" fmla="*/ 125275 w 125276"/>
              <a:gd name="connsiteY7-178" fmla="*/ 125297 h 250572"/>
              <a:gd name="connsiteX8-179" fmla="*/ 125276 w 125276"/>
              <a:gd name="connsiteY8-180" fmla="*/ 125298 h 250572"/>
              <a:gd name="connsiteX0-181" fmla="*/ 125275 w 125276"/>
              <a:gd name="connsiteY0-182" fmla="*/ 125298 h 250572"/>
              <a:gd name="connsiteX1-183" fmla="*/ 0 w 125276"/>
              <a:gd name="connsiteY1-184" fmla="*/ 250572 h 250572"/>
              <a:gd name="connsiteX2-185" fmla="*/ 0 w 125276"/>
              <a:gd name="connsiteY2-186" fmla="*/ 250571 h 250572"/>
              <a:gd name="connsiteX3-187" fmla="*/ 0 w 125276"/>
              <a:gd name="connsiteY3-188" fmla="*/ 250571 h 250572"/>
              <a:gd name="connsiteX4-189" fmla="*/ 0 w 125276"/>
              <a:gd name="connsiteY4-190" fmla="*/ 0 h 250572"/>
              <a:gd name="connsiteX5-191" fmla="*/ 0 w 125276"/>
              <a:gd name="connsiteY5-192" fmla="*/ 22 h 250572"/>
              <a:gd name="connsiteX6-193" fmla="*/ 0 w 125276"/>
              <a:gd name="connsiteY6-194" fmla="*/ 22 h 250572"/>
              <a:gd name="connsiteX7-195" fmla="*/ 125275 w 125276"/>
              <a:gd name="connsiteY7-196" fmla="*/ 125297 h 250572"/>
              <a:gd name="connsiteX8-197" fmla="*/ 125276 w 125276"/>
              <a:gd name="connsiteY8-198" fmla="*/ 125298 h 250572"/>
              <a:gd name="connsiteX0-199" fmla="*/ 125275 w 125276"/>
              <a:gd name="connsiteY0-200" fmla="*/ 125298 h 250572"/>
              <a:gd name="connsiteX1-201" fmla="*/ 0 w 125276"/>
              <a:gd name="connsiteY1-202" fmla="*/ 250572 h 250572"/>
              <a:gd name="connsiteX2-203" fmla="*/ 0 w 125276"/>
              <a:gd name="connsiteY2-204" fmla="*/ 250571 h 250572"/>
              <a:gd name="connsiteX3-205" fmla="*/ 0 w 125276"/>
              <a:gd name="connsiteY3-206" fmla="*/ 250571 h 250572"/>
              <a:gd name="connsiteX4-207" fmla="*/ 0 w 125276"/>
              <a:gd name="connsiteY4-208" fmla="*/ 0 h 250572"/>
              <a:gd name="connsiteX5-209" fmla="*/ 0 w 125276"/>
              <a:gd name="connsiteY5-210" fmla="*/ 22 h 250572"/>
              <a:gd name="connsiteX6-211" fmla="*/ 0 w 125276"/>
              <a:gd name="connsiteY6-212" fmla="*/ 22 h 250572"/>
              <a:gd name="connsiteX7-213" fmla="*/ 125275 w 125276"/>
              <a:gd name="connsiteY7-214" fmla="*/ 125297 h 250572"/>
              <a:gd name="connsiteX8-215" fmla="*/ 125276 w 125276"/>
              <a:gd name="connsiteY8-216" fmla="*/ 125298 h 250572"/>
              <a:gd name="connsiteX0-217" fmla="*/ 125275 w 125276"/>
              <a:gd name="connsiteY0-218" fmla="*/ 125298 h 250572"/>
              <a:gd name="connsiteX1-219" fmla="*/ 0 w 125276"/>
              <a:gd name="connsiteY1-220" fmla="*/ 250572 h 250572"/>
              <a:gd name="connsiteX2-221" fmla="*/ 0 w 125276"/>
              <a:gd name="connsiteY2-222" fmla="*/ 250571 h 250572"/>
              <a:gd name="connsiteX3-223" fmla="*/ 0 w 125276"/>
              <a:gd name="connsiteY3-224" fmla="*/ 250571 h 250572"/>
              <a:gd name="connsiteX4-225" fmla="*/ 0 w 125276"/>
              <a:gd name="connsiteY4-226" fmla="*/ 0 h 250572"/>
              <a:gd name="connsiteX5-227" fmla="*/ 0 w 125276"/>
              <a:gd name="connsiteY5-228" fmla="*/ 22 h 250572"/>
              <a:gd name="connsiteX6-229" fmla="*/ 0 w 125276"/>
              <a:gd name="connsiteY6-230" fmla="*/ 22 h 250572"/>
              <a:gd name="connsiteX7-231" fmla="*/ 125275 w 125276"/>
              <a:gd name="connsiteY7-232" fmla="*/ 125297 h 250572"/>
              <a:gd name="connsiteX8-233" fmla="*/ 125276 w 125276"/>
              <a:gd name="connsiteY8-234" fmla="*/ 125298 h 250572"/>
              <a:gd name="connsiteX0-235" fmla="*/ 125275 w 125276"/>
              <a:gd name="connsiteY0-236" fmla="*/ 125298 h 250572"/>
              <a:gd name="connsiteX1-237" fmla="*/ 0 w 125276"/>
              <a:gd name="connsiteY1-238" fmla="*/ 250572 h 250572"/>
              <a:gd name="connsiteX2-239" fmla="*/ 0 w 125276"/>
              <a:gd name="connsiteY2-240" fmla="*/ 250571 h 250572"/>
              <a:gd name="connsiteX3-241" fmla="*/ 0 w 125276"/>
              <a:gd name="connsiteY3-242" fmla="*/ 250571 h 250572"/>
              <a:gd name="connsiteX4-243" fmla="*/ 0 w 125276"/>
              <a:gd name="connsiteY4-244" fmla="*/ 0 h 250572"/>
              <a:gd name="connsiteX5-245" fmla="*/ 0 w 125276"/>
              <a:gd name="connsiteY5-246" fmla="*/ 22 h 250572"/>
              <a:gd name="connsiteX6-247" fmla="*/ 0 w 125276"/>
              <a:gd name="connsiteY6-248" fmla="*/ 22 h 250572"/>
              <a:gd name="connsiteX7-249" fmla="*/ 125275 w 125276"/>
              <a:gd name="connsiteY7-250" fmla="*/ 125297 h 250572"/>
              <a:gd name="connsiteX8-251" fmla="*/ 125276 w 125276"/>
              <a:gd name="connsiteY8-252" fmla="*/ 125298 h 250572"/>
              <a:gd name="connsiteX0-253" fmla="*/ 125275 w 125276"/>
              <a:gd name="connsiteY0-254" fmla="*/ 125298 h 250572"/>
              <a:gd name="connsiteX1-255" fmla="*/ 0 w 125276"/>
              <a:gd name="connsiteY1-256" fmla="*/ 250572 h 250572"/>
              <a:gd name="connsiteX2-257" fmla="*/ 0 w 125276"/>
              <a:gd name="connsiteY2-258" fmla="*/ 250571 h 250572"/>
              <a:gd name="connsiteX3-259" fmla="*/ 0 w 125276"/>
              <a:gd name="connsiteY3-260" fmla="*/ 250571 h 250572"/>
              <a:gd name="connsiteX4-261" fmla="*/ 0 w 125276"/>
              <a:gd name="connsiteY4-262" fmla="*/ 0 h 250572"/>
              <a:gd name="connsiteX5-263" fmla="*/ 0 w 125276"/>
              <a:gd name="connsiteY5-264" fmla="*/ 22 h 250572"/>
              <a:gd name="connsiteX6-265" fmla="*/ 0 w 125276"/>
              <a:gd name="connsiteY6-266" fmla="*/ 22 h 250572"/>
              <a:gd name="connsiteX7-267" fmla="*/ 125275 w 125276"/>
              <a:gd name="connsiteY7-268" fmla="*/ 125297 h 250572"/>
              <a:gd name="connsiteX8-269" fmla="*/ 125276 w 125276"/>
              <a:gd name="connsiteY8-270" fmla="*/ 125298 h 250572"/>
              <a:gd name="connsiteX0-271" fmla="*/ 125275 w 125276"/>
              <a:gd name="connsiteY0-272" fmla="*/ 125298 h 250572"/>
              <a:gd name="connsiteX1-273" fmla="*/ 0 w 125276"/>
              <a:gd name="connsiteY1-274" fmla="*/ 250572 h 250572"/>
              <a:gd name="connsiteX2-275" fmla="*/ 0 w 125276"/>
              <a:gd name="connsiteY2-276" fmla="*/ 250571 h 250572"/>
              <a:gd name="connsiteX3-277" fmla="*/ 0 w 125276"/>
              <a:gd name="connsiteY3-278" fmla="*/ 250571 h 250572"/>
              <a:gd name="connsiteX4-279" fmla="*/ 0 w 125276"/>
              <a:gd name="connsiteY4-280" fmla="*/ 0 h 250572"/>
              <a:gd name="connsiteX5-281" fmla="*/ 0 w 125276"/>
              <a:gd name="connsiteY5-282" fmla="*/ 22 h 250572"/>
              <a:gd name="connsiteX6-283" fmla="*/ 0 w 125276"/>
              <a:gd name="connsiteY6-284" fmla="*/ 22 h 250572"/>
              <a:gd name="connsiteX7-285" fmla="*/ 125275 w 125276"/>
              <a:gd name="connsiteY7-286" fmla="*/ 125297 h 250572"/>
              <a:gd name="connsiteX8-287" fmla="*/ 125276 w 125276"/>
              <a:gd name="connsiteY8-288" fmla="*/ 125298 h 250572"/>
              <a:gd name="connsiteX0-289" fmla="*/ 125275 w 125276"/>
              <a:gd name="connsiteY0-290" fmla="*/ 125298 h 250572"/>
              <a:gd name="connsiteX1-291" fmla="*/ 0 w 125276"/>
              <a:gd name="connsiteY1-292" fmla="*/ 250572 h 250572"/>
              <a:gd name="connsiteX2-293" fmla="*/ 0 w 125276"/>
              <a:gd name="connsiteY2-294" fmla="*/ 250571 h 250572"/>
              <a:gd name="connsiteX3-295" fmla="*/ 0 w 125276"/>
              <a:gd name="connsiteY3-296" fmla="*/ 250571 h 250572"/>
              <a:gd name="connsiteX4-297" fmla="*/ 0 w 125276"/>
              <a:gd name="connsiteY4-298" fmla="*/ 0 h 250572"/>
              <a:gd name="connsiteX5-299" fmla="*/ 0 w 125276"/>
              <a:gd name="connsiteY5-300" fmla="*/ 22 h 250572"/>
              <a:gd name="connsiteX6-301" fmla="*/ 0 w 125276"/>
              <a:gd name="connsiteY6-302" fmla="*/ 22 h 250572"/>
              <a:gd name="connsiteX7-303" fmla="*/ 125275 w 125276"/>
              <a:gd name="connsiteY7-304" fmla="*/ 125297 h 250572"/>
              <a:gd name="connsiteX8-305" fmla="*/ 125276 w 125276"/>
              <a:gd name="connsiteY8-306" fmla="*/ 125298 h 250572"/>
              <a:gd name="connsiteX0-307" fmla="*/ 125275 w 125276"/>
              <a:gd name="connsiteY0-308" fmla="*/ 125298 h 250572"/>
              <a:gd name="connsiteX1-309" fmla="*/ 0 w 125276"/>
              <a:gd name="connsiteY1-310" fmla="*/ 250572 h 250572"/>
              <a:gd name="connsiteX2-311" fmla="*/ 0 w 125276"/>
              <a:gd name="connsiteY2-312" fmla="*/ 250571 h 250572"/>
              <a:gd name="connsiteX3-313" fmla="*/ 0 w 125276"/>
              <a:gd name="connsiteY3-314" fmla="*/ 250571 h 250572"/>
              <a:gd name="connsiteX4-315" fmla="*/ 0 w 125276"/>
              <a:gd name="connsiteY4-316" fmla="*/ 0 h 250572"/>
              <a:gd name="connsiteX5-317" fmla="*/ 0 w 125276"/>
              <a:gd name="connsiteY5-318" fmla="*/ 22 h 250572"/>
              <a:gd name="connsiteX6-319" fmla="*/ 0 w 125276"/>
              <a:gd name="connsiteY6-320" fmla="*/ 22 h 250572"/>
              <a:gd name="connsiteX7-321" fmla="*/ 125275 w 125276"/>
              <a:gd name="connsiteY7-322" fmla="*/ 125297 h 250572"/>
              <a:gd name="connsiteX8-323" fmla="*/ 125276 w 125276"/>
              <a:gd name="connsiteY8-324" fmla="*/ 125298 h 250572"/>
              <a:gd name="connsiteX0-325" fmla="*/ 125275 w 125276"/>
              <a:gd name="connsiteY0-326" fmla="*/ 125298 h 250572"/>
              <a:gd name="connsiteX1-327" fmla="*/ 0 w 125276"/>
              <a:gd name="connsiteY1-328" fmla="*/ 250572 h 250572"/>
              <a:gd name="connsiteX2-329" fmla="*/ 0 w 125276"/>
              <a:gd name="connsiteY2-330" fmla="*/ 250571 h 250572"/>
              <a:gd name="connsiteX3-331" fmla="*/ 0 w 125276"/>
              <a:gd name="connsiteY3-332" fmla="*/ 250571 h 250572"/>
              <a:gd name="connsiteX4-333" fmla="*/ 0 w 125276"/>
              <a:gd name="connsiteY4-334" fmla="*/ 0 h 250572"/>
              <a:gd name="connsiteX5-335" fmla="*/ 0 w 125276"/>
              <a:gd name="connsiteY5-336" fmla="*/ 22 h 250572"/>
              <a:gd name="connsiteX6-337" fmla="*/ 0 w 125276"/>
              <a:gd name="connsiteY6-338" fmla="*/ 22 h 250572"/>
              <a:gd name="connsiteX7-339" fmla="*/ 125275 w 125276"/>
              <a:gd name="connsiteY7-340" fmla="*/ 125297 h 250572"/>
              <a:gd name="connsiteX8-341" fmla="*/ 125276 w 125276"/>
              <a:gd name="connsiteY8-342" fmla="*/ 125298 h 250572"/>
              <a:gd name="connsiteX0-343" fmla="*/ 125275 w 125276"/>
              <a:gd name="connsiteY0-344" fmla="*/ 125298 h 250572"/>
              <a:gd name="connsiteX1-345" fmla="*/ 0 w 125276"/>
              <a:gd name="connsiteY1-346" fmla="*/ 250572 h 250572"/>
              <a:gd name="connsiteX2-347" fmla="*/ 0 w 125276"/>
              <a:gd name="connsiteY2-348" fmla="*/ 250571 h 250572"/>
              <a:gd name="connsiteX3-349" fmla="*/ 0 w 125276"/>
              <a:gd name="connsiteY3-350" fmla="*/ 250571 h 250572"/>
              <a:gd name="connsiteX4-351" fmla="*/ 0 w 125276"/>
              <a:gd name="connsiteY4-352" fmla="*/ 0 h 250572"/>
              <a:gd name="connsiteX5-353" fmla="*/ 0 w 125276"/>
              <a:gd name="connsiteY5-354" fmla="*/ 22 h 250572"/>
              <a:gd name="connsiteX6-355" fmla="*/ 0 w 125276"/>
              <a:gd name="connsiteY6-356" fmla="*/ 22 h 250572"/>
              <a:gd name="connsiteX7-357" fmla="*/ 125275 w 125276"/>
              <a:gd name="connsiteY7-358" fmla="*/ 125297 h 250572"/>
              <a:gd name="connsiteX8-359" fmla="*/ 125276 w 125276"/>
              <a:gd name="connsiteY8-360" fmla="*/ 125298 h 250572"/>
              <a:gd name="connsiteX0-361" fmla="*/ 125275 w 125276"/>
              <a:gd name="connsiteY0-362" fmla="*/ 125298 h 250572"/>
              <a:gd name="connsiteX1-363" fmla="*/ 0 w 125276"/>
              <a:gd name="connsiteY1-364" fmla="*/ 250572 h 250572"/>
              <a:gd name="connsiteX2-365" fmla="*/ 0 w 125276"/>
              <a:gd name="connsiteY2-366" fmla="*/ 250571 h 250572"/>
              <a:gd name="connsiteX3-367" fmla="*/ 0 w 125276"/>
              <a:gd name="connsiteY3-368" fmla="*/ 250571 h 250572"/>
              <a:gd name="connsiteX4-369" fmla="*/ 0 w 125276"/>
              <a:gd name="connsiteY4-370" fmla="*/ 0 h 250572"/>
              <a:gd name="connsiteX5-371" fmla="*/ 0 w 125276"/>
              <a:gd name="connsiteY5-372" fmla="*/ 22 h 250572"/>
              <a:gd name="connsiteX6-373" fmla="*/ 0 w 125276"/>
              <a:gd name="connsiteY6-374" fmla="*/ 22 h 250572"/>
              <a:gd name="connsiteX7-375" fmla="*/ 125275 w 125276"/>
              <a:gd name="connsiteY7-376" fmla="*/ 125297 h 250572"/>
              <a:gd name="connsiteX8-377" fmla="*/ 125276 w 125276"/>
              <a:gd name="connsiteY8-378" fmla="*/ 125298 h 250572"/>
              <a:gd name="connsiteX0-379" fmla="*/ 125275 w 125276"/>
              <a:gd name="connsiteY0-380" fmla="*/ 125298 h 250572"/>
              <a:gd name="connsiteX1-381" fmla="*/ 0 w 125276"/>
              <a:gd name="connsiteY1-382" fmla="*/ 250572 h 250572"/>
              <a:gd name="connsiteX2-383" fmla="*/ 0 w 125276"/>
              <a:gd name="connsiteY2-384" fmla="*/ 250571 h 250572"/>
              <a:gd name="connsiteX3-385" fmla="*/ 0 w 125276"/>
              <a:gd name="connsiteY3-386" fmla="*/ 250571 h 250572"/>
              <a:gd name="connsiteX4-387" fmla="*/ 0 w 125276"/>
              <a:gd name="connsiteY4-388" fmla="*/ 0 h 250572"/>
              <a:gd name="connsiteX5-389" fmla="*/ 0 w 125276"/>
              <a:gd name="connsiteY5-390" fmla="*/ 22 h 250572"/>
              <a:gd name="connsiteX6-391" fmla="*/ 0 w 125276"/>
              <a:gd name="connsiteY6-392" fmla="*/ 22 h 250572"/>
              <a:gd name="connsiteX7-393" fmla="*/ 125275 w 125276"/>
              <a:gd name="connsiteY7-394" fmla="*/ 125297 h 250572"/>
              <a:gd name="connsiteX8-395" fmla="*/ 125276 w 125276"/>
              <a:gd name="connsiteY8-396" fmla="*/ 125298 h 250572"/>
              <a:gd name="connsiteX0-397" fmla="*/ 125275 w 125276"/>
              <a:gd name="connsiteY0-398" fmla="*/ 125298 h 250572"/>
              <a:gd name="connsiteX1-399" fmla="*/ 0 w 125276"/>
              <a:gd name="connsiteY1-400" fmla="*/ 250572 h 250572"/>
              <a:gd name="connsiteX2-401" fmla="*/ 0 w 125276"/>
              <a:gd name="connsiteY2-402" fmla="*/ 250571 h 250572"/>
              <a:gd name="connsiteX3-403" fmla="*/ 0 w 125276"/>
              <a:gd name="connsiteY3-404" fmla="*/ 250571 h 250572"/>
              <a:gd name="connsiteX4-405" fmla="*/ 0 w 125276"/>
              <a:gd name="connsiteY4-406" fmla="*/ 0 h 250572"/>
              <a:gd name="connsiteX5-407" fmla="*/ 0 w 125276"/>
              <a:gd name="connsiteY5-408" fmla="*/ 22 h 250572"/>
              <a:gd name="connsiteX6-409" fmla="*/ 0 w 125276"/>
              <a:gd name="connsiteY6-410" fmla="*/ 22 h 250572"/>
              <a:gd name="connsiteX7-411" fmla="*/ 125275 w 125276"/>
              <a:gd name="connsiteY7-412" fmla="*/ 125297 h 250572"/>
              <a:gd name="connsiteX8-413" fmla="*/ 125276 w 125276"/>
              <a:gd name="connsiteY8-414" fmla="*/ 125298 h 250572"/>
              <a:gd name="connsiteX0-415" fmla="*/ 125275 w 125276"/>
              <a:gd name="connsiteY0-416" fmla="*/ 125298 h 250572"/>
              <a:gd name="connsiteX1-417" fmla="*/ 0 w 125276"/>
              <a:gd name="connsiteY1-418" fmla="*/ 250572 h 250572"/>
              <a:gd name="connsiteX2-419" fmla="*/ 0 w 125276"/>
              <a:gd name="connsiteY2-420" fmla="*/ 250571 h 250572"/>
              <a:gd name="connsiteX3-421" fmla="*/ 0 w 125276"/>
              <a:gd name="connsiteY3-422" fmla="*/ 250571 h 250572"/>
              <a:gd name="connsiteX4-423" fmla="*/ 0 w 125276"/>
              <a:gd name="connsiteY4-424" fmla="*/ 0 h 250572"/>
              <a:gd name="connsiteX5-425" fmla="*/ 0 w 125276"/>
              <a:gd name="connsiteY5-426" fmla="*/ 22 h 250572"/>
              <a:gd name="connsiteX6-427" fmla="*/ 0 w 125276"/>
              <a:gd name="connsiteY6-428" fmla="*/ 22 h 250572"/>
              <a:gd name="connsiteX7-429" fmla="*/ 125275 w 125276"/>
              <a:gd name="connsiteY7-430" fmla="*/ 125297 h 250572"/>
              <a:gd name="connsiteX8-431" fmla="*/ 125276 w 125276"/>
              <a:gd name="connsiteY8-432" fmla="*/ 125298 h 250572"/>
              <a:gd name="connsiteX0-433" fmla="*/ 125275 w 125276"/>
              <a:gd name="connsiteY0-434" fmla="*/ 125298 h 250572"/>
              <a:gd name="connsiteX1-435" fmla="*/ 0 w 125276"/>
              <a:gd name="connsiteY1-436" fmla="*/ 250572 h 250572"/>
              <a:gd name="connsiteX2-437" fmla="*/ 0 w 125276"/>
              <a:gd name="connsiteY2-438" fmla="*/ 250571 h 250572"/>
              <a:gd name="connsiteX3-439" fmla="*/ 0 w 125276"/>
              <a:gd name="connsiteY3-440" fmla="*/ 250571 h 250572"/>
              <a:gd name="connsiteX4-441" fmla="*/ 0 w 125276"/>
              <a:gd name="connsiteY4-442" fmla="*/ 0 h 250572"/>
              <a:gd name="connsiteX5-443" fmla="*/ 0 w 125276"/>
              <a:gd name="connsiteY5-444" fmla="*/ 22 h 250572"/>
              <a:gd name="connsiteX6-445" fmla="*/ 0 w 125276"/>
              <a:gd name="connsiteY6-446" fmla="*/ 22 h 250572"/>
              <a:gd name="connsiteX7-447" fmla="*/ 125275 w 125276"/>
              <a:gd name="connsiteY7-448" fmla="*/ 125297 h 250572"/>
              <a:gd name="connsiteX8-449" fmla="*/ 125276 w 125276"/>
              <a:gd name="connsiteY8-450" fmla="*/ 125298 h 250572"/>
              <a:gd name="connsiteX0-451" fmla="*/ 125275 w 125275"/>
              <a:gd name="connsiteY0-452" fmla="*/ 125298 h 250572"/>
              <a:gd name="connsiteX1-453" fmla="*/ 0 w 125275"/>
              <a:gd name="connsiteY1-454" fmla="*/ 250572 h 250572"/>
              <a:gd name="connsiteX2-455" fmla="*/ 0 w 125275"/>
              <a:gd name="connsiteY2-456" fmla="*/ 250571 h 250572"/>
              <a:gd name="connsiteX3-457" fmla="*/ 0 w 125275"/>
              <a:gd name="connsiteY3-458" fmla="*/ 250571 h 250572"/>
              <a:gd name="connsiteX4-459" fmla="*/ 0 w 125275"/>
              <a:gd name="connsiteY4-460" fmla="*/ 0 h 250572"/>
              <a:gd name="connsiteX5-461" fmla="*/ 0 w 125275"/>
              <a:gd name="connsiteY5-462" fmla="*/ 22 h 250572"/>
              <a:gd name="connsiteX6-463" fmla="*/ 0 w 125275"/>
              <a:gd name="connsiteY6-464" fmla="*/ 22 h 250572"/>
              <a:gd name="connsiteX7-465" fmla="*/ 125275 w 125275"/>
              <a:gd name="connsiteY7-466" fmla="*/ 125297 h 250572"/>
              <a:gd name="connsiteX8-467" fmla="*/ 116296 w 125275"/>
              <a:gd name="connsiteY8-468" fmla="*/ 134275 h 250572"/>
              <a:gd name="connsiteX0-469" fmla="*/ 116297 w 125275"/>
              <a:gd name="connsiteY0-470" fmla="*/ 134275 h 250572"/>
              <a:gd name="connsiteX1-471" fmla="*/ 0 w 125275"/>
              <a:gd name="connsiteY1-472" fmla="*/ 250572 h 250572"/>
              <a:gd name="connsiteX2-473" fmla="*/ 0 w 125275"/>
              <a:gd name="connsiteY2-474" fmla="*/ 250571 h 250572"/>
              <a:gd name="connsiteX3-475" fmla="*/ 0 w 125275"/>
              <a:gd name="connsiteY3-476" fmla="*/ 250571 h 250572"/>
              <a:gd name="connsiteX4-477" fmla="*/ 0 w 125275"/>
              <a:gd name="connsiteY4-478" fmla="*/ 0 h 250572"/>
              <a:gd name="connsiteX5-479" fmla="*/ 0 w 125275"/>
              <a:gd name="connsiteY5-480" fmla="*/ 22 h 250572"/>
              <a:gd name="connsiteX6-481" fmla="*/ 0 w 125275"/>
              <a:gd name="connsiteY6-482" fmla="*/ 22 h 250572"/>
              <a:gd name="connsiteX7-483" fmla="*/ 125275 w 125275"/>
              <a:gd name="connsiteY7-484" fmla="*/ 125297 h 250572"/>
              <a:gd name="connsiteX8-485" fmla="*/ 116296 w 125275"/>
              <a:gd name="connsiteY8-486" fmla="*/ 134275 h 250572"/>
              <a:gd name="connsiteX0-487" fmla="*/ 116297 w 125275"/>
              <a:gd name="connsiteY0-488" fmla="*/ 134275 h 250572"/>
              <a:gd name="connsiteX1-489" fmla="*/ 0 w 125275"/>
              <a:gd name="connsiteY1-490" fmla="*/ 250572 h 250572"/>
              <a:gd name="connsiteX2-491" fmla="*/ 0 w 125275"/>
              <a:gd name="connsiteY2-492" fmla="*/ 250571 h 250572"/>
              <a:gd name="connsiteX3-493" fmla="*/ 0 w 125275"/>
              <a:gd name="connsiteY3-494" fmla="*/ 250571 h 250572"/>
              <a:gd name="connsiteX4-495" fmla="*/ 0 w 125275"/>
              <a:gd name="connsiteY4-496" fmla="*/ 0 h 250572"/>
              <a:gd name="connsiteX5-497" fmla="*/ 0 w 125275"/>
              <a:gd name="connsiteY5-498" fmla="*/ 22 h 250572"/>
              <a:gd name="connsiteX6-499" fmla="*/ 0 w 125275"/>
              <a:gd name="connsiteY6-500" fmla="*/ 22 h 250572"/>
              <a:gd name="connsiteX7-501" fmla="*/ 125275 w 125275"/>
              <a:gd name="connsiteY7-502" fmla="*/ 125297 h 250572"/>
              <a:gd name="connsiteX8-503" fmla="*/ 116296 w 125275"/>
              <a:gd name="connsiteY8-504" fmla="*/ 134275 h 250572"/>
              <a:gd name="connsiteX0-505" fmla="*/ 116297 w 125275"/>
              <a:gd name="connsiteY0-506" fmla="*/ 134275 h 250572"/>
              <a:gd name="connsiteX1-507" fmla="*/ 0 w 125275"/>
              <a:gd name="connsiteY1-508" fmla="*/ 250572 h 250572"/>
              <a:gd name="connsiteX2-509" fmla="*/ 0 w 125275"/>
              <a:gd name="connsiteY2-510" fmla="*/ 250571 h 250572"/>
              <a:gd name="connsiteX3-511" fmla="*/ 0 w 125275"/>
              <a:gd name="connsiteY3-512" fmla="*/ 250571 h 250572"/>
              <a:gd name="connsiteX4-513" fmla="*/ 0 w 125275"/>
              <a:gd name="connsiteY4-514" fmla="*/ 0 h 250572"/>
              <a:gd name="connsiteX5-515" fmla="*/ 0 w 125275"/>
              <a:gd name="connsiteY5-516" fmla="*/ 22 h 250572"/>
              <a:gd name="connsiteX6-517" fmla="*/ 0 w 125275"/>
              <a:gd name="connsiteY6-518" fmla="*/ 22 h 250572"/>
              <a:gd name="connsiteX7-519" fmla="*/ 125275 w 125275"/>
              <a:gd name="connsiteY7-520" fmla="*/ 125297 h 250572"/>
              <a:gd name="connsiteX8-521" fmla="*/ 116296 w 125275"/>
              <a:gd name="connsiteY8-522" fmla="*/ 134275 h 250572"/>
              <a:gd name="connsiteX0-523" fmla="*/ 116297 w 125275"/>
              <a:gd name="connsiteY0-524" fmla="*/ 134275 h 250571"/>
              <a:gd name="connsiteX1-525" fmla="*/ 21683 w 125275"/>
              <a:gd name="connsiteY1-526" fmla="*/ 228889 h 250571"/>
              <a:gd name="connsiteX2-527" fmla="*/ 0 w 125275"/>
              <a:gd name="connsiteY2-528" fmla="*/ 250571 h 250571"/>
              <a:gd name="connsiteX3-529" fmla="*/ 0 w 125275"/>
              <a:gd name="connsiteY3-530" fmla="*/ 250571 h 250571"/>
              <a:gd name="connsiteX4-531" fmla="*/ 0 w 125275"/>
              <a:gd name="connsiteY4-532" fmla="*/ 0 h 250571"/>
              <a:gd name="connsiteX5-533" fmla="*/ 0 w 125275"/>
              <a:gd name="connsiteY5-534" fmla="*/ 22 h 250571"/>
              <a:gd name="connsiteX6-535" fmla="*/ 0 w 125275"/>
              <a:gd name="connsiteY6-536" fmla="*/ 22 h 250571"/>
              <a:gd name="connsiteX7-537" fmla="*/ 125275 w 125275"/>
              <a:gd name="connsiteY7-538" fmla="*/ 125297 h 250571"/>
              <a:gd name="connsiteX8-539" fmla="*/ 116296 w 125275"/>
              <a:gd name="connsiteY8-540" fmla="*/ 134275 h 250571"/>
              <a:gd name="connsiteX0-541" fmla="*/ 116297 w 125275"/>
              <a:gd name="connsiteY0-542" fmla="*/ 134275 h 250571"/>
              <a:gd name="connsiteX1-543" fmla="*/ 21683 w 125275"/>
              <a:gd name="connsiteY1-544" fmla="*/ 228889 h 250571"/>
              <a:gd name="connsiteX2-545" fmla="*/ 0 w 125275"/>
              <a:gd name="connsiteY2-546" fmla="*/ 250571 h 250571"/>
              <a:gd name="connsiteX3-547" fmla="*/ 0 w 125275"/>
              <a:gd name="connsiteY3-548" fmla="*/ 250571 h 250571"/>
              <a:gd name="connsiteX4-549" fmla="*/ 0 w 125275"/>
              <a:gd name="connsiteY4-550" fmla="*/ 0 h 250571"/>
              <a:gd name="connsiteX5-551" fmla="*/ 0 w 125275"/>
              <a:gd name="connsiteY5-552" fmla="*/ 22 h 250571"/>
              <a:gd name="connsiteX6-553" fmla="*/ 0 w 125275"/>
              <a:gd name="connsiteY6-554" fmla="*/ 22 h 250571"/>
              <a:gd name="connsiteX7-555" fmla="*/ 125275 w 125275"/>
              <a:gd name="connsiteY7-556" fmla="*/ 125297 h 250571"/>
              <a:gd name="connsiteX8-557" fmla="*/ 116296 w 125275"/>
              <a:gd name="connsiteY8-558" fmla="*/ 134275 h 250571"/>
              <a:gd name="connsiteX0-559" fmla="*/ 116297 w 125275"/>
              <a:gd name="connsiteY0-560" fmla="*/ 134275 h 250571"/>
              <a:gd name="connsiteX1-561" fmla="*/ 21683 w 125275"/>
              <a:gd name="connsiteY1-562" fmla="*/ 228889 h 250571"/>
              <a:gd name="connsiteX2-563" fmla="*/ 0 w 125275"/>
              <a:gd name="connsiteY2-564" fmla="*/ 250571 h 250571"/>
              <a:gd name="connsiteX3-565" fmla="*/ 0 w 125275"/>
              <a:gd name="connsiteY3-566" fmla="*/ 250571 h 250571"/>
              <a:gd name="connsiteX4-567" fmla="*/ 0 w 125275"/>
              <a:gd name="connsiteY4-568" fmla="*/ 0 h 250571"/>
              <a:gd name="connsiteX5-569" fmla="*/ 0 w 125275"/>
              <a:gd name="connsiteY5-570" fmla="*/ 22 h 250571"/>
              <a:gd name="connsiteX6-571" fmla="*/ 0 w 125275"/>
              <a:gd name="connsiteY6-572" fmla="*/ 22 h 250571"/>
              <a:gd name="connsiteX7-573" fmla="*/ 125275 w 125275"/>
              <a:gd name="connsiteY7-574" fmla="*/ 125297 h 250571"/>
              <a:gd name="connsiteX8-575" fmla="*/ 116296 w 125275"/>
              <a:gd name="connsiteY8-576" fmla="*/ 134275 h 250571"/>
              <a:gd name="connsiteX0-577" fmla="*/ 116297 w 125275"/>
              <a:gd name="connsiteY0-578" fmla="*/ 134275 h 250571"/>
              <a:gd name="connsiteX1-579" fmla="*/ 21683 w 125275"/>
              <a:gd name="connsiteY1-580" fmla="*/ 228889 h 250571"/>
              <a:gd name="connsiteX2-581" fmla="*/ 7841 w 125275"/>
              <a:gd name="connsiteY2-582" fmla="*/ 231642 h 250571"/>
              <a:gd name="connsiteX3-583" fmla="*/ 0 w 125275"/>
              <a:gd name="connsiteY3-584" fmla="*/ 250571 h 250571"/>
              <a:gd name="connsiteX4-585" fmla="*/ 0 w 125275"/>
              <a:gd name="connsiteY4-586" fmla="*/ 0 h 250571"/>
              <a:gd name="connsiteX5-587" fmla="*/ 0 w 125275"/>
              <a:gd name="connsiteY5-588" fmla="*/ 22 h 250571"/>
              <a:gd name="connsiteX6-589" fmla="*/ 0 w 125275"/>
              <a:gd name="connsiteY6-590" fmla="*/ 22 h 250571"/>
              <a:gd name="connsiteX7-591" fmla="*/ 125275 w 125275"/>
              <a:gd name="connsiteY7-592" fmla="*/ 125297 h 250571"/>
              <a:gd name="connsiteX8-593" fmla="*/ 116296 w 125275"/>
              <a:gd name="connsiteY8-594" fmla="*/ 134275 h 250571"/>
              <a:gd name="connsiteX0-595" fmla="*/ 116297 w 125275"/>
              <a:gd name="connsiteY0-596" fmla="*/ 134275 h 250571"/>
              <a:gd name="connsiteX1-597" fmla="*/ 21683 w 125275"/>
              <a:gd name="connsiteY1-598" fmla="*/ 228889 h 250571"/>
              <a:gd name="connsiteX2-599" fmla="*/ 7841 w 125275"/>
              <a:gd name="connsiteY2-600" fmla="*/ 231642 h 250571"/>
              <a:gd name="connsiteX3-601" fmla="*/ 0 w 125275"/>
              <a:gd name="connsiteY3-602" fmla="*/ 250571 h 250571"/>
              <a:gd name="connsiteX4-603" fmla="*/ 0 w 125275"/>
              <a:gd name="connsiteY4-604" fmla="*/ 0 h 250571"/>
              <a:gd name="connsiteX5-605" fmla="*/ 0 w 125275"/>
              <a:gd name="connsiteY5-606" fmla="*/ 22 h 250571"/>
              <a:gd name="connsiteX6-607" fmla="*/ 0 w 125275"/>
              <a:gd name="connsiteY6-608" fmla="*/ 22 h 250571"/>
              <a:gd name="connsiteX7-609" fmla="*/ 125275 w 125275"/>
              <a:gd name="connsiteY7-610" fmla="*/ 125297 h 250571"/>
              <a:gd name="connsiteX8-611" fmla="*/ 116296 w 125275"/>
              <a:gd name="connsiteY8-612" fmla="*/ 134275 h 250571"/>
              <a:gd name="connsiteX0-613" fmla="*/ 116297 w 125275"/>
              <a:gd name="connsiteY0-614" fmla="*/ 134275 h 250571"/>
              <a:gd name="connsiteX1-615" fmla="*/ 21683 w 125275"/>
              <a:gd name="connsiteY1-616" fmla="*/ 228889 h 250571"/>
              <a:gd name="connsiteX2-617" fmla="*/ 7841 w 125275"/>
              <a:gd name="connsiteY2-618" fmla="*/ 231642 h 250571"/>
              <a:gd name="connsiteX3-619" fmla="*/ 0 w 125275"/>
              <a:gd name="connsiteY3-620" fmla="*/ 250571 h 250571"/>
              <a:gd name="connsiteX4-621" fmla="*/ 0 w 125275"/>
              <a:gd name="connsiteY4-622" fmla="*/ 0 h 250571"/>
              <a:gd name="connsiteX5-623" fmla="*/ 0 w 125275"/>
              <a:gd name="connsiteY5-624" fmla="*/ 22 h 250571"/>
              <a:gd name="connsiteX6-625" fmla="*/ 0 w 125275"/>
              <a:gd name="connsiteY6-626" fmla="*/ 22 h 250571"/>
              <a:gd name="connsiteX7-627" fmla="*/ 125275 w 125275"/>
              <a:gd name="connsiteY7-628" fmla="*/ 125297 h 250571"/>
              <a:gd name="connsiteX8-629" fmla="*/ 116296 w 125275"/>
              <a:gd name="connsiteY8-630" fmla="*/ 134275 h 250571"/>
              <a:gd name="connsiteX0-631" fmla="*/ 116297 w 125275"/>
              <a:gd name="connsiteY0-632" fmla="*/ 134275 h 232490"/>
              <a:gd name="connsiteX1-633" fmla="*/ 21683 w 125275"/>
              <a:gd name="connsiteY1-634" fmla="*/ 228889 h 232490"/>
              <a:gd name="connsiteX2-635" fmla="*/ 7841 w 125275"/>
              <a:gd name="connsiteY2-636" fmla="*/ 231642 h 232490"/>
              <a:gd name="connsiteX3-637" fmla="*/ 1 w 125275"/>
              <a:gd name="connsiteY3-638" fmla="*/ 219908 h 232490"/>
              <a:gd name="connsiteX4-639" fmla="*/ 0 w 125275"/>
              <a:gd name="connsiteY4-640" fmla="*/ 0 h 232490"/>
              <a:gd name="connsiteX5-641" fmla="*/ 0 w 125275"/>
              <a:gd name="connsiteY5-642" fmla="*/ 22 h 232490"/>
              <a:gd name="connsiteX6-643" fmla="*/ 0 w 125275"/>
              <a:gd name="connsiteY6-644" fmla="*/ 22 h 232490"/>
              <a:gd name="connsiteX7-645" fmla="*/ 125275 w 125275"/>
              <a:gd name="connsiteY7-646" fmla="*/ 125297 h 232490"/>
              <a:gd name="connsiteX8-647" fmla="*/ 116296 w 125275"/>
              <a:gd name="connsiteY8-648" fmla="*/ 134275 h 232490"/>
              <a:gd name="connsiteX0-649" fmla="*/ 116297 w 125275"/>
              <a:gd name="connsiteY0-650" fmla="*/ 134275 h 232490"/>
              <a:gd name="connsiteX1-651" fmla="*/ 21683 w 125275"/>
              <a:gd name="connsiteY1-652" fmla="*/ 228889 h 232490"/>
              <a:gd name="connsiteX2-653" fmla="*/ 7841 w 125275"/>
              <a:gd name="connsiteY2-654" fmla="*/ 231642 h 232490"/>
              <a:gd name="connsiteX3-655" fmla="*/ 1 w 125275"/>
              <a:gd name="connsiteY3-656" fmla="*/ 219908 h 232490"/>
              <a:gd name="connsiteX4-657" fmla="*/ 0 w 125275"/>
              <a:gd name="connsiteY4-658" fmla="*/ 0 h 232490"/>
              <a:gd name="connsiteX5-659" fmla="*/ 0 w 125275"/>
              <a:gd name="connsiteY5-660" fmla="*/ 22 h 232490"/>
              <a:gd name="connsiteX6-661" fmla="*/ 0 w 125275"/>
              <a:gd name="connsiteY6-662" fmla="*/ 22 h 232490"/>
              <a:gd name="connsiteX7-663" fmla="*/ 125275 w 125275"/>
              <a:gd name="connsiteY7-664" fmla="*/ 125297 h 232490"/>
              <a:gd name="connsiteX8-665" fmla="*/ 116296 w 125275"/>
              <a:gd name="connsiteY8-666" fmla="*/ 134275 h 232490"/>
              <a:gd name="connsiteX0-667" fmla="*/ 116297 w 125275"/>
              <a:gd name="connsiteY0-668" fmla="*/ 134275 h 232490"/>
              <a:gd name="connsiteX1-669" fmla="*/ 21683 w 125275"/>
              <a:gd name="connsiteY1-670" fmla="*/ 228889 h 232490"/>
              <a:gd name="connsiteX2-671" fmla="*/ 7841 w 125275"/>
              <a:gd name="connsiteY2-672" fmla="*/ 231642 h 232490"/>
              <a:gd name="connsiteX3-673" fmla="*/ 1 w 125275"/>
              <a:gd name="connsiteY3-674" fmla="*/ 219908 h 232490"/>
              <a:gd name="connsiteX4-675" fmla="*/ 0 w 125275"/>
              <a:gd name="connsiteY4-676" fmla="*/ 0 h 232490"/>
              <a:gd name="connsiteX5-677" fmla="*/ 0 w 125275"/>
              <a:gd name="connsiteY5-678" fmla="*/ 22 h 232490"/>
              <a:gd name="connsiteX6-679" fmla="*/ 0 w 125275"/>
              <a:gd name="connsiteY6-680" fmla="*/ 22 h 232490"/>
              <a:gd name="connsiteX7-681" fmla="*/ 125275 w 125275"/>
              <a:gd name="connsiteY7-682" fmla="*/ 125297 h 232490"/>
              <a:gd name="connsiteX8-683" fmla="*/ 116296 w 125275"/>
              <a:gd name="connsiteY8-684" fmla="*/ 134275 h 232490"/>
              <a:gd name="connsiteX0-685" fmla="*/ 116297 w 125275"/>
              <a:gd name="connsiteY0-686" fmla="*/ 134254 h 232469"/>
              <a:gd name="connsiteX1-687" fmla="*/ 21683 w 125275"/>
              <a:gd name="connsiteY1-688" fmla="*/ 228868 h 232469"/>
              <a:gd name="connsiteX2-689" fmla="*/ 7841 w 125275"/>
              <a:gd name="connsiteY2-690" fmla="*/ 231621 h 232469"/>
              <a:gd name="connsiteX3-691" fmla="*/ 1 w 125275"/>
              <a:gd name="connsiteY3-692" fmla="*/ 219887 h 232469"/>
              <a:gd name="connsiteX4-693" fmla="*/ 1 w 125275"/>
              <a:gd name="connsiteY4-694" fmla="*/ 30644 h 232469"/>
              <a:gd name="connsiteX5-695" fmla="*/ 0 w 125275"/>
              <a:gd name="connsiteY5-696" fmla="*/ 1 h 232469"/>
              <a:gd name="connsiteX6-697" fmla="*/ 0 w 125275"/>
              <a:gd name="connsiteY6-698" fmla="*/ 1 h 232469"/>
              <a:gd name="connsiteX7-699" fmla="*/ 125275 w 125275"/>
              <a:gd name="connsiteY7-700" fmla="*/ 125276 h 232469"/>
              <a:gd name="connsiteX8-701" fmla="*/ 116296 w 125275"/>
              <a:gd name="connsiteY8-702" fmla="*/ 134254 h 232469"/>
              <a:gd name="connsiteX0-703" fmla="*/ 116297 w 125275"/>
              <a:gd name="connsiteY0-704" fmla="*/ 134253 h 232468"/>
              <a:gd name="connsiteX1-705" fmla="*/ 21683 w 125275"/>
              <a:gd name="connsiteY1-706" fmla="*/ 228867 h 232468"/>
              <a:gd name="connsiteX2-707" fmla="*/ 7841 w 125275"/>
              <a:gd name="connsiteY2-708" fmla="*/ 231620 h 232468"/>
              <a:gd name="connsiteX3-709" fmla="*/ 1 w 125275"/>
              <a:gd name="connsiteY3-710" fmla="*/ 219886 h 232468"/>
              <a:gd name="connsiteX4-711" fmla="*/ 1 w 125275"/>
              <a:gd name="connsiteY4-712" fmla="*/ 30643 h 232468"/>
              <a:gd name="connsiteX5-713" fmla="*/ 0 w 125275"/>
              <a:gd name="connsiteY5-714" fmla="*/ 0 h 232468"/>
              <a:gd name="connsiteX6-715" fmla="*/ 0 w 125275"/>
              <a:gd name="connsiteY6-716" fmla="*/ 0 h 232468"/>
              <a:gd name="connsiteX7-717" fmla="*/ 125275 w 125275"/>
              <a:gd name="connsiteY7-718" fmla="*/ 125275 h 232468"/>
              <a:gd name="connsiteX8-719" fmla="*/ 116296 w 125275"/>
              <a:gd name="connsiteY8-720" fmla="*/ 134253 h 232468"/>
              <a:gd name="connsiteX0-721" fmla="*/ 116297 w 125275"/>
              <a:gd name="connsiteY0-722" fmla="*/ 134253 h 232468"/>
              <a:gd name="connsiteX1-723" fmla="*/ 21683 w 125275"/>
              <a:gd name="connsiteY1-724" fmla="*/ 228867 h 232468"/>
              <a:gd name="connsiteX2-725" fmla="*/ 7841 w 125275"/>
              <a:gd name="connsiteY2-726" fmla="*/ 231620 h 232468"/>
              <a:gd name="connsiteX3-727" fmla="*/ 1 w 125275"/>
              <a:gd name="connsiteY3-728" fmla="*/ 219886 h 232468"/>
              <a:gd name="connsiteX4-729" fmla="*/ 1 w 125275"/>
              <a:gd name="connsiteY4-730" fmla="*/ 30643 h 232468"/>
              <a:gd name="connsiteX5-731" fmla="*/ 0 w 125275"/>
              <a:gd name="connsiteY5-732" fmla="*/ 0 h 232468"/>
              <a:gd name="connsiteX6-733" fmla="*/ 0 w 125275"/>
              <a:gd name="connsiteY6-734" fmla="*/ 0 h 232468"/>
              <a:gd name="connsiteX7-735" fmla="*/ 125275 w 125275"/>
              <a:gd name="connsiteY7-736" fmla="*/ 125275 h 232468"/>
              <a:gd name="connsiteX8-737" fmla="*/ 116296 w 125275"/>
              <a:gd name="connsiteY8-738" fmla="*/ 134253 h 232468"/>
              <a:gd name="connsiteX0-739" fmla="*/ 116297 w 125275"/>
              <a:gd name="connsiteY0-740" fmla="*/ 134253 h 232468"/>
              <a:gd name="connsiteX1-741" fmla="*/ 21683 w 125275"/>
              <a:gd name="connsiteY1-742" fmla="*/ 228867 h 232468"/>
              <a:gd name="connsiteX2-743" fmla="*/ 7841 w 125275"/>
              <a:gd name="connsiteY2-744" fmla="*/ 231620 h 232468"/>
              <a:gd name="connsiteX3-745" fmla="*/ 1 w 125275"/>
              <a:gd name="connsiteY3-746" fmla="*/ 219886 h 232468"/>
              <a:gd name="connsiteX4-747" fmla="*/ 1 w 125275"/>
              <a:gd name="connsiteY4-748" fmla="*/ 30643 h 232468"/>
              <a:gd name="connsiteX5-749" fmla="*/ 7843 w 125275"/>
              <a:gd name="connsiteY5-750" fmla="*/ 18930 h 232468"/>
              <a:gd name="connsiteX6-751" fmla="*/ 0 w 125275"/>
              <a:gd name="connsiteY6-752" fmla="*/ 0 h 232468"/>
              <a:gd name="connsiteX7-753" fmla="*/ 125275 w 125275"/>
              <a:gd name="connsiteY7-754" fmla="*/ 125275 h 232468"/>
              <a:gd name="connsiteX8-755" fmla="*/ 116296 w 125275"/>
              <a:gd name="connsiteY8-756" fmla="*/ 134253 h 232468"/>
              <a:gd name="connsiteX0-757" fmla="*/ 116297 w 125275"/>
              <a:gd name="connsiteY0-758" fmla="*/ 134253 h 232468"/>
              <a:gd name="connsiteX1-759" fmla="*/ 21683 w 125275"/>
              <a:gd name="connsiteY1-760" fmla="*/ 228867 h 232468"/>
              <a:gd name="connsiteX2-761" fmla="*/ 7841 w 125275"/>
              <a:gd name="connsiteY2-762" fmla="*/ 231620 h 232468"/>
              <a:gd name="connsiteX3-763" fmla="*/ 1 w 125275"/>
              <a:gd name="connsiteY3-764" fmla="*/ 219886 h 232468"/>
              <a:gd name="connsiteX4-765" fmla="*/ 1 w 125275"/>
              <a:gd name="connsiteY4-766" fmla="*/ 30643 h 232468"/>
              <a:gd name="connsiteX5-767" fmla="*/ 7843 w 125275"/>
              <a:gd name="connsiteY5-768" fmla="*/ 18930 h 232468"/>
              <a:gd name="connsiteX6-769" fmla="*/ 0 w 125275"/>
              <a:gd name="connsiteY6-770" fmla="*/ 0 h 232468"/>
              <a:gd name="connsiteX7-771" fmla="*/ 125275 w 125275"/>
              <a:gd name="connsiteY7-772" fmla="*/ 125275 h 232468"/>
              <a:gd name="connsiteX8-773" fmla="*/ 116296 w 125275"/>
              <a:gd name="connsiteY8-774" fmla="*/ 134253 h 232468"/>
              <a:gd name="connsiteX0-775" fmla="*/ 116297 w 125275"/>
              <a:gd name="connsiteY0-776" fmla="*/ 134253 h 232468"/>
              <a:gd name="connsiteX1-777" fmla="*/ 21683 w 125275"/>
              <a:gd name="connsiteY1-778" fmla="*/ 228867 h 232468"/>
              <a:gd name="connsiteX2-779" fmla="*/ 7841 w 125275"/>
              <a:gd name="connsiteY2-780" fmla="*/ 231620 h 232468"/>
              <a:gd name="connsiteX3-781" fmla="*/ 1 w 125275"/>
              <a:gd name="connsiteY3-782" fmla="*/ 219886 h 232468"/>
              <a:gd name="connsiteX4-783" fmla="*/ 1 w 125275"/>
              <a:gd name="connsiteY4-784" fmla="*/ 30643 h 232468"/>
              <a:gd name="connsiteX5-785" fmla="*/ 7843 w 125275"/>
              <a:gd name="connsiteY5-786" fmla="*/ 18930 h 232468"/>
              <a:gd name="connsiteX6-787" fmla="*/ 0 w 125275"/>
              <a:gd name="connsiteY6-788" fmla="*/ 0 h 232468"/>
              <a:gd name="connsiteX7-789" fmla="*/ 125275 w 125275"/>
              <a:gd name="connsiteY7-790" fmla="*/ 125275 h 232468"/>
              <a:gd name="connsiteX8-791" fmla="*/ 116296 w 125275"/>
              <a:gd name="connsiteY8-792" fmla="*/ 134253 h 232468"/>
              <a:gd name="connsiteX0-793" fmla="*/ 116296 w 125274"/>
              <a:gd name="connsiteY0-794" fmla="*/ 116172 h 214387"/>
              <a:gd name="connsiteX1-795" fmla="*/ 21682 w 125274"/>
              <a:gd name="connsiteY1-796" fmla="*/ 210786 h 214387"/>
              <a:gd name="connsiteX2-797" fmla="*/ 7840 w 125274"/>
              <a:gd name="connsiteY2-798" fmla="*/ 213539 h 214387"/>
              <a:gd name="connsiteX3-799" fmla="*/ 0 w 125274"/>
              <a:gd name="connsiteY3-800" fmla="*/ 201805 h 214387"/>
              <a:gd name="connsiteX4-801" fmla="*/ 0 w 125274"/>
              <a:gd name="connsiteY4-802" fmla="*/ 12562 h 214387"/>
              <a:gd name="connsiteX5-803" fmla="*/ 7842 w 125274"/>
              <a:gd name="connsiteY5-804" fmla="*/ 849 h 214387"/>
              <a:gd name="connsiteX6-805" fmla="*/ 21682 w 125274"/>
              <a:gd name="connsiteY6-806" fmla="*/ 3601 h 214387"/>
              <a:gd name="connsiteX7-807" fmla="*/ 125274 w 125274"/>
              <a:gd name="connsiteY7-808" fmla="*/ 107194 h 214387"/>
              <a:gd name="connsiteX8-809" fmla="*/ 116295 w 125274"/>
              <a:gd name="connsiteY8-810" fmla="*/ 116172 h 214387"/>
              <a:gd name="connsiteX0-811" fmla="*/ 116296 w 125274"/>
              <a:gd name="connsiteY0-812" fmla="*/ 116172 h 214387"/>
              <a:gd name="connsiteX1-813" fmla="*/ 21682 w 125274"/>
              <a:gd name="connsiteY1-814" fmla="*/ 210786 h 214387"/>
              <a:gd name="connsiteX2-815" fmla="*/ 7840 w 125274"/>
              <a:gd name="connsiteY2-816" fmla="*/ 213539 h 214387"/>
              <a:gd name="connsiteX3-817" fmla="*/ 0 w 125274"/>
              <a:gd name="connsiteY3-818" fmla="*/ 201805 h 214387"/>
              <a:gd name="connsiteX4-819" fmla="*/ 0 w 125274"/>
              <a:gd name="connsiteY4-820" fmla="*/ 12562 h 214387"/>
              <a:gd name="connsiteX5-821" fmla="*/ 7842 w 125274"/>
              <a:gd name="connsiteY5-822" fmla="*/ 849 h 214387"/>
              <a:gd name="connsiteX6-823" fmla="*/ 21682 w 125274"/>
              <a:gd name="connsiteY6-824" fmla="*/ 3601 h 214387"/>
              <a:gd name="connsiteX7-825" fmla="*/ 125274 w 125274"/>
              <a:gd name="connsiteY7-826" fmla="*/ 107194 h 214387"/>
              <a:gd name="connsiteX8-827" fmla="*/ 116295 w 125274"/>
              <a:gd name="connsiteY8-828" fmla="*/ 116172 h 214387"/>
              <a:gd name="connsiteX0-829" fmla="*/ 116296 w 125274"/>
              <a:gd name="connsiteY0-830" fmla="*/ 116172 h 214387"/>
              <a:gd name="connsiteX1-831" fmla="*/ 21682 w 125274"/>
              <a:gd name="connsiteY1-832" fmla="*/ 210786 h 214387"/>
              <a:gd name="connsiteX2-833" fmla="*/ 7840 w 125274"/>
              <a:gd name="connsiteY2-834" fmla="*/ 213539 h 214387"/>
              <a:gd name="connsiteX3-835" fmla="*/ 0 w 125274"/>
              <a:gd name="connsiteY3-836" fmla="*/ 201805 h 214387"/>
              <a:gd name="connsiteX4-837" fmla="*/ 0 w 125274"/>
              <a:gd name="connsiteY4-838" fmla="*/ 12562 h 214387"/>
              <a:gd name="connsiteX5-839" fmla="*/ 7842 w 125274"/>
              <a:gd name="connsiteY5-840" fmla="*/ 849 h 214387"/>
              <a:gd name="connsiteX6-841" fmla="*/ 21682 w 125274"/>
              <a:gd name="connsiteY6-842" fmla="*/ 3601 h 214387"/>
              <a:gd name="connsiteX7-843" fmla="*/ 125274 w 125274"/>
              <a:gd name="connsiteY7-844" fmla="*/ 107194 h 214387"/>
              <a:gd name="connsiteX8-845" fmla="*/ 116295 w 125274"/>
              <a:gd name="connsiteY8-846" fmla="*/ 116172 h 214387"/>
              <a:gd name="connsiteX0-847" fmla="*/ 116296 w 121722"/>
              <a:gd name="connsiteY0-848" fmla="*/ 116172 h 214387"/>
              <a:gd name="connsiteX1-849" fmla="*/ 21682 w 121722"/>
              <a:gd name="connsiteY1-850" fmla="*/ 210786 h 214387"/>
              <a:gd name="connsiteX2-851" fmla="*/ 7840 w 121722"/>
              <a:gd name="connsiteY2-852" fmla="*/ 213539 h 214387"/>
              <a:gd name="connsiteX3-853" fmla="*/ 0 w 121722"/>
              <a:gd name="connsiteY3-854" fmla="*/ 201805 h 214387"/>
              <a:gd name="connsiteX4-855" fmla="*/ 0 w 121722"/>
              <a:gd name="connsiteY4-856" fmla="*/ 12562 h 214387"/>
              <a:gd name="connsiteX5-857" fmla="*/ 7842 w 121722"/>
              <a:gd name="connsiteY5-858" fmla="*/ 849 h 214387"/>
              <a:gd name="connsiteX6-859" fmla="*/ 21682 w 121722"/>
              <a:gd name="connsiteY6-860" fmla="*/ 3601 h 214387"/>
              <a:gd name="connsiteX7-861" fmla="*/ 116295 w 121722"/>
              <a:gd name="connsiteY7-862" fmla="*/ 98215 h 214387"/>
              <a:gd name="connsiteX8-863" fmla="*/ 116295 w 121722"/>
              <a:gd name="connsiteY8-864" fmla="*/ 116172 h 214387"/>
              <a:gd name="connsiteX0-865" fmla="*/ 116296 w 120240"/>
              <a:gd name="connsiteY0-866" fmla="*/ 116172 h 214387"/>
              <a:gd name="connsiteX1-867" fmla="*/ 21682 w 120240"/>
              <a:gd name="connsiteY1-868" fmla="*/ 210786 h 214387"/>
              <a:gd name="connsiteX2-869" fmla="*/ 7840 w 120240"/>
              <a:gd name="connsiteY2-870" fmla="*/ 213539 h 214387"/>
              <a:gd name="connsiteX3-871" fmla="*/ 0 w 120240"/>
              <a:gd name="connsiteY3-872" fmla="*/ 201805 h 214387"/>
              <a:gd name="connsiteX4-873" fmla="*/ 0 w 120240"/>
              <a:gd name="connsiteY4-874" fmla="*/ 12562 h 214387"/>
              <a:gd name="connsiteX5-875" fmla="*/ 7842 w 120240"/>
              <a:gd name="connsiteY5-876" fmla="*/ 849 h 214387"/>
              <a:gd name="connsiteX6-877" fmla="*/ 21682 w 120240"/>
              <a:gd name="connsiteY6-878" fmla="*/ 3601 h 214387"/>
              <a:gd name="connsiteX7-879" fmla="*/ 116295 w 120240"/>
              <a:gd name="connsiteY7-880" fmla="*/ 98215 h 214387"/>
              <a:gd name="connsiteX8-881" fmla="*/ 116295 w 120240"/>
              <a:gd name="connsiteY8-882" fmla="*/ 116172 h 214387"/>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Lst>
            <a:rect l="l" t="t" r="r" b="b"/>
            <a:pathLst>
              <a:path w="120240" h="214387">
                <a:moveTo>
                  <a:pt x="116296" y="116172"/>
                </a:moveTo>
                <a:cubicBezTo>
                  <a:pt x="116296" y="116172"/>
                  <a:pt x="21682" y="210786"/>
                  <a:pt x="21682" y="210786"/>
                </a:cubicBezTo>
                <a:cubicBezTo>
                  <a:pt x="18313" y="214156"/>
                  <a:pt x="12243" y="215362"/>
                  <a:pt x="7840" y="213539"/>
                </a:cubicBezTo>
                <a:cubicBezTo>
                  <a:pt x="3438" y="211715"/>
                  <a:pt x="0" y="206570"/>
                  <a:pt x="0" y="201805"/>
                </a:cubicBezTo>
                <a:cubicBezTo>
                  <a:pt x="0" y="201805"/>
                  <a:pt x="0" y="12562"/>
                  <a:pt x="0" y="12562"/>
                </a:cubicBezTo>
                <a:cubicBezTo>
                  <a:pt x="0" y="7797"/>
                  <a:pt x="3440" y="2672"/>
                  <a:pt x="7842" y="849"/>
                </a:cubicBezTo>
                <a:cubicBezTo>
                  <a:pt x="12244" y="-975"/>
                  <a:pt x="18313" y="232"/>
                  <a:pt x="21682" y="3601"/>
                </a:cubicBezTo>
                <a:cubicBezTo>
                  <a:pt x="21681" y="3601"/>
                  <a:pt x="116295" y="98215"/>
                  <a:pt x="116295" y="98215"/>
                </a:cubicBezTo>
                <a:cubicBezTo>
                  <a:pt x="121555" y="103475"/>
                  <a:pt x="121555" y="110913"/>
                  <a:pt x="116295" y="116172"/>
                </a:cubicBezTo>
                <a:close/>
              </a:path>
            </a:pathLst>
          </a:custGeom>
          <a:gradFill>
            <a:gsLst>
              <a:gs pos="0">
                <a:schemeClr val="accent1">
                  <a:lumMod val="60000"/>
                  <a:lumOff val="40000"/>
                  <a:alpha val="100000"/>
                </a:schemeClr>
              </a:gs>
              <a:gs pos="92000">
                <a:srgbClr val="254D97"/>
              </a:gs>
            </a:gsLst>
            <a:lin ang="16200000" scaled="0"/>
          </a:gradFill>
          <a:ln>
            <a:noFill/>
          </a:ln>
          <a:effectLst/>
        </p:spPr>
        <p:style>
          <a:lnRef idx="2">
            <a:schemeClr val="accent1">
              <a:lumMod val="75000"/>
            </a:schemeClr>
          </a:lnRef>
          <a:fillRef idx="1">
            <a:schemeClr val="accent1"/>
          </a:fillRef>
          <a:effectRef idx="0">
            <a:srgbClr val="FFFFFF"/>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solidFill>
                <a:schemeClr val="lt1"/>
              </a:solidFill>
            </a:endParaRPr>
          </a:p>
        </p:txBody>
      </p:sp>
      <p:sp>
        <p:nvSpPr>
          <p:cNvPr id="8" name="任意多边形: 形状 5"/>
          <p:cNvSpPr/>
          <p:nvPr>
            <p:custDataLst>
              <p:tags r:id="rId13"/>
            </p:custDataLst>
          </p:nvPr>
        </p:nvSpPr>
        <p:spPr>
          <a:xfrm flipH="1">
            <a:off x="7477051" y="3682233"/>
            <a:ext cx="110155" cy="197037"/>
          </a:xfrm>
          <a:custGeom>
            <a:avLst/>
            <a:gdLst>
              <a:gd name="connsiteX0" fmla="*/ 125275 w 125275"/>
              <a:gd name="connsiteY0" fmla="*/ 125297 h 250571"/>
              <a:gd name="connsiteX1" fmla="*/ 0 w 125275"/>
              <a:gd name="connsiteY1" fmla="*/ 250571 h 250571"/>
              <a:gd name="connsiteX2" fmla="*/ 0 w 125275"/>
              <a:gd name="connsiteY2" fmla="*/ 250571 h 250571"/>
              <a:gd name="connsiteX3" fmla="*/ 0 w 125275"/>
              <a:gd name="connsiteY3" fmla="*/ 250571 h 250571"/>
              <a:gd name="connsiteX4" fmla="*/ 0 w 125275"/>
              <a:gd name="connsiteY4" fmla="*/ 0 h 250571"/>
              <a:gd name="connsiteX5" fmla="*/ 0 w 125275"/>
              <a:gd name="connsiteY5" fmla="*/ 22 h 250571"/>
              <a:gd name="connsiteX6" fmla="*/ 0 w 125275"/>
              <a:gd name="connsiteY6" fmla="*/ 22 h 250571"/>
              <a:gd name="connsiteX7" fmla="*/ 125275 w 125275"/>
              <a:gd name="connsiteY7" fmla="*/ 125297 h 250571"/>
              <a:gd name="connsiteX8" fmla="*/ 125275 w 125275"/>
              <a:gd name="connsiteY8" fmla="*/ 125297 h 250571"/>
              <a:gd name="connsiteX0-1" fmla="*/ 125275 w 125276"/>
              <a:gd name="connsiteY0-2" fmla="*/ 125297 h 250571"/>
              <a:gd name="connsiteX1-3" fmla="*/ 0 w 125276"/>
              <a:gd name="connsiteY1-4" fmla="*/ 250571 h 250571"/>
              <a:gd name="connsiteX2-5" fmla="*/ 0 w 125276"/>
              <a:gd name="connsiteY2-6" fmla="*/ 250571 h 250571"/>
              <a:gd name="connsiteX3-7" fmla="*/ 0 w 125276"/>
              <a:gd name="connsiteY3-8" fmla="*/ 250571 h 250571"/>
              <a:gd name="connsiteX4-9" fmla="*/ 0 w 125276"/>
              <a:gd name="connsiteY4-10" fmla="*/ 0 h 250571"/>
              <a:gd name="connsiteX5-11" fmla="*/ 0 w 125276"/>
              <a:gd name="connsiteY5-12" fmla="*/ 22 h 250571"/>
              <a:gd name="connsiteX6-13" fmla="*/ 0 w 125276"/>
              <a:gd name="connsiteY6-14" fmla="*/ 22 h 250571"/>
              <a:gd name="connsiteX7-15" fmla="*/ 125275 w 125276"/>
              <a:gd name="connsiteY7-16" fmla="*/ 125297 h 250571"/>
              <a:gd name="connsiteX8-17" fmla="*/ 125276 w 125276"/>
              <a:gd name="connsiteY8-18" fmla="*/ 125298 h 250571"/>
              <a:gd name="connsiteX0-19" fmla="*/ 125275 w 125276"/>
              <a:gd name="connsiteY0-20" fmla="*/ 125298 h 250571"/>
              <a:gd name="connsiteX1-21" fmla="*/ 0 w 125276"/>
              <a:gd name="connsiteY1-22" fmla="*/ 250571 h 250571"/>
              <a:gd name="connsiteX2-23" fmla="*/ 0 w 125276"/>
              <a:gd name="connsiteY2-24" fmla="*/ 250571 h 250571"/>
              <a:gd name="connsiteX3-25" fmla="*/ 0 w 125276"/>
              <a:gd name="connsiteY3-26" fmla="*/ 250571 h 250571"/>
              <a:gd name="connsiteX4-27" fmla="*/ 0 w 125276"/>
              <a:gd name="connsiteY4-28" fmla="*/ 0 h 250571"/>
              <a:gd name="connsiteX5-29" fmla="*/ 0 w 125276"/>
              <a:gd name="connsiteY5-30" fmla="*/ 22 h 250571"/>
              <a:gd name="connsiteX6-31" fmla="*/ 0 w 125276"/>
              <a:gd name="connsiteY6-32" fmla="*/ 22 h 250571"/>
              <a:gd name="connsiteX7-33" fmla="*/ 125275 w 125276"/>
              <a:gd name="connsiteY7-34" fmla="*/ 125297 h 250571"/>
              <a:gd name="connsiteX8-35" fmla="*/ 125276 w 125276"/>
              <a:gd name="connsiteY8-36" fmla="*/ 125298 h 250571"/>
              <a:gd name="connsiteX0-37" fmla="*/ 125275 w 125276"/>
              <a:gd name="connsiteY0-38" fmla="*/ 125298 h 250571"/>
              <a:gd name="connsiteX1-39" fmla="*/ 0 w 125276"/>
              <a:gd name="connsiteY1-40" fmla="*/ 250571 h 250571"/>
              <a:gd name="connsiteX2-41" fmla="*/ 0 w 125276"/>
              <a:gd name="connsiteY2-42" fmla="*/ 250571 h 250571"/>
              <a:gd name="connsiteX3-43" fmla="*/ 0 w 125276"/>
              <a:gd name="connsiteY3-44" fmla="*/ 250571 h 250571"/>
              <a:gd name="connsiteX4-45" fmla="*/ 0 w 125276"/>
              <a:gd name="connsiteY4-46" fmla="*/ 0 h 250571"/>
              <a:gd name="connsiteX5-47" fmla="*/ 0 w 125276"/>
              <a:gd name="connsiteY5-48" fmla="*/ 22 h 250571"/>
              <a:gd name="connsiteX6-49" fmla="*/ 0 w 125276"/>
              <a:gd name="connsiteY6-50" fmla="*/ 22 h 250571"/>
              <a:gd name="connsiteX7-51" fmla="*/ 125275 w 125276"/>
              <a:gd name="connsiteY7-52" fmla="*/ 125297 h 250571"/>
              <a:gd name="connsiteX8-53" fmla="*/ 125276 w 125276"/>
              <a:gd name="connsiteY8-54" fmla="*/ 125298 h 250571"/>
              <a:gd name="connsiteX0-55" fmla="*/ 125275 w 125276"/>
              <a:gd name="connsiteY0-56" fmla="*/ 125298 h 250571"/>
              <a:gd name="connsiteX1-57" fmla="*/ 0 w 125276"/>
              <a:gd name="connsiteY1-58" fmla="*/ 250571 h 250571"/>
              <a:gd name="connsiteX2-59" fmla="*/ 0 w 125276"/>
              <a:gd name="connsiteY2-60" fmla="*/ 250571 h 250571"/>
              <a:gd name="connsiteX3-61" fmla="*/ 0 w 125276"/>
              <a:gd name="connsiteY3-62" fmla="*/ 250571 h 250571"/>
              <a:gd name="connsiteX4-63" fmla="*/ 0 w 125276"/>
              <a:gd name="connsiteY4-64" fmla="*/ 0 h 250571"/>
              <a:gd name="connsiteX5-65" fmla="*/ 0 w 125276"/>
              <a:gd name="connsiteY5-66" fmla="*/ 22 h 250571"/>
              <a:gd name="connsiteX6-67" fmla="*/ 0 w 125276"/>
              <a:gd name="connsiteY6-68" fmla="*/ 22 h 250571"/>
              <a:gd name="connsiteX7-69" fmla="*/ 125275 w 125276"/>
              <a:gd name="connsiteY7-70" fmla="*/ 125297 h 250571"/>
              <a:gd name="connsiteX8-71" fmla="*/ 125276 w 125276"/>
              <a:gd name="connsiteY8-72" fmla="*/ 125298 h 250571"/>
              <a:gd name="connsiteX0-73" fmla="*/ 125275 w 125276"/>
              <a:gd name="connsiteY0-74" fmla="*/ 125298 h 250572"/>
              <a:gd name="connsiteX1-75" fmla="*/ 0 w 125276"/>
              <a:gd name="connsiteY1-76" fmla="*/ 250572 h 250572"/>
              <a:gd name="connsiteX2-77" fmla="*/ 0 w 125276"/>
              <a:gd name="connsiteY2-78" fmla="*/ 250571 h 250572"/>
              <a:gd name="connsiteX3-79" fmla="*/ 0 w 125276"/>
              <a:gd name="connsiteY3-80" fmla="*/ 250571 h 250572"/>
              <a:gd name="connsiteX4-81" fmla="*/ 0 w 125276"/>
              <a:gd name="connsiteY4-82" fmla="*/ 0 h 250572"/>
              <a:gd name="connsiteX5-83" fmla="*/ 0 w 125276"/>
              <a:gd name="connsiteY5-84" fmla="*/ 22 h 250572"/>
              <a:gd name="connsiteX6-85" fmla="*/ 0 w 125276"/>
              <a:gd name="connsiteY6-86" fmla="*/ 22 h 250572"/>
              <a:gd name="connsiteX7-87" fmla="*/ 125275 w 125276"/>
              <a:gd name="connsiteY7-88" fmla="*/ 125297 h 250572"/>
              <a:gd name="connsiteX8-89" fmla="*/ 125276 w 125276"/>
              <a:gd name="connsiteY8-90" fmla="*/ 125298 h 250572"/>
              <a:gd name="connsiteX0-91" fmla="*/ 125275 w 125276"/>
              <a:gd name="connsiteY0-92" fmla="*/ 125298 h 250572"/>
              <a:gd name="connsiteX1-93" fmla="*/ 0 w 125276"/>
              <a:gd name="connsiteY1-94" fmla="*/ 250572 h 250572"/>
              <a:gd name="connsiteX2-95" fmla="*/ 0 w 125276"/>
              <a:gd name="connsiteY2-96" fmla="*/ 250571 h 250572"/>
              <a:gd name="connsiteX3-97" fmla="*/ 0 w 125276"/>
              <a:gd name="connsiteY3-98" fmla="*/ 250571 h 250572"/>
              <a:gd name="connsiteX4-99" fmla="*/ 0 w 125276"/>
              <a:gd name="connsiteY4-100" fmla="*/ 0 h 250572"/>
              <a:gd name="connsiteX5-101" fmla="*/ 0 w 125276"/>
              <a:gd name="connsiteY5-102" fmla="*/ 22 h 250572"/>
              <a:gd name="connsiteX6-103" fmla="*/ 0 w 125276"/>
              <a:gd name="connsiteY6-104" fmla="*/ 22 h 250572"/>
              <a:gd name="connsiteX7-105" fmla="*/ 125275 w 125276"/>
              <a:gd name="connsiteY7-106" fmla="*/ 125297 h 250572"/>
              <a:gd name="connsiteX8-107" fmla="*/ 125276 w 125276"/>
              <a:gd name="connsiteY8-108" fmla="*/ 125298 h 250572"/>
              <a:gd name="connsiteX0-109" fmla="*/ 125275 w 125276"/>
              <a:gd name="connsiteY0-110" fmla="*/ 125298 h 250572"/>
              <a:gd name="connsiteX1-111" fmla="*/ 0 w 125276"/>
              <a:gd name="connsiteY1-112" fmla="*/ 250572 h 250572"/>
              <a:gd name="connsiteX2-113" fmla="*/ 0 w 125276"/>
              <a:gd name="connsiteY2-114" fmla="*/ 250571 h 250572"/>
              <a:gd name="connsiteX3-115" fmla="*/ 0 w 125276"/>
              <a:gd name="connsiteY3-116" fmla="*/ 250571 h 250572"/>
              <a:gd name="connsiteX4-117" fmla="*/ 0 w 125276"/>
              <a:gd name="connsiteY4-118" fmla="*/ 0 h 250572"/>
              <a:gd name="connsiteX5-119" fmla="*/ 0 w 125276"/>
              <a:gd name="connsiteY5-120" fmla="*/ 22 h 250572"/>
              <a:gd name="connsiteX6-121" fmla="*/ 0 w 125276"/>
              <a:gd name="connsiteY6-122" fmla="*/ 22 h 250572"/>
              <a:gd name="connsiteX7-123" fmla="*/ 125275 w 125276"/>
              <a:gd name="connsiteY7-124" fmla="*/ 125297 h 250572"/>
              <a:gd name="connsiteX8-125" fmla="*/ 125276 w 125276"/>
              <a:gd name="connsiteY8-126" fmla="*/ 125298 h 250572"/>
              <a:gd name="connsiteX0-127" fmla="*/ 125275 w 125276"/>
              <a:gd name="connsiteY0-128" fmla="*/ 125298 h 250572"/>
              <a:gd name="connsiteX1-129" fmla="*/ 0 w 125276"/>
              <a:gd name="connsiteY1-130" fmla="*/ 250572 h 250572"/>
              <a:gd name="connsiteX2-131" fmla="*/ 0 w 125276"/>
              <a:gd name="connsiteY2-132" fmla="*/ 250571 h 250572"/>
              <a:gd name="connsiteX3-133" fmla="*/ 0 w 125276"/>
              <a:gd name="connsiteY3-134" fmla="*/ 250571 h 250572"/>
              <a:gd name="connsiteX4-135" fmla="*/ 0 w 125276"/>
              <a:gd name="connsiteY4-136" fmla="*/ 0 h 250572"/>
              <a:gd name="connsiteX5-137" fmla="*/ 0 w 125276"/>
              <a:gd name="connsiteY5-138" fmla="*/ 22 h 250572"/>
              <a:gd name="connsiteX6-139" fmla="*/ 0 w 125276"/>
              <a:gd name="connsiteY6-140" fmla="*/ 22 h 250572"/>
              <a:gd name="connsiteX7-141" fmla="*/ 125275 w 125276"/>
              <a:gd name="connsiteY7-142" fmla="*/ 125297 h 250572"/>
              <a:gd name="connsiteX8-143" fmla="*/ 125276 w 125276"/>
              <a:gd name="connsiteY8-144" fmla="*/ 125298 h 250572"/>
              <a:gd name="connsiteX0-145" fmla="*/ 125275 w 125276"/>
              <a:gd name="connsiteY0-146" fmla="*/ 125298 h 250572"/>
              <a:gd name="connsiteX1-147" fmla="*/ 0 w 125276"/>
              <a:gd name="connsiteY1-148" fmla="*/ 250572 h 250572"/>
              <a:gd name="connsiteX2-149" fmla="*/ 0 w 125276"/>
              <a:gd name="connsiteY2-150" fmla="*/ 250571 h 250572"/>
              <a:gd name="connsiteX3-151" fmla="*/ 0 w 125276"/>
              <a:gd name="connsiteY3-152" fmla="*/ 250571 h 250572"/>
              <a:gd name="connsiteX4-153" fmla="*/ 0 w 125276"/>
              <a:gd name="connsiteY4-154" fmla="*/ 0 h 250572"/>
              <a:gd name="connsiteX5-155" fmla="*/ 0 w 125276"/>
              <a:gd name="connsiteY5-156" fmla="*/ 22 h 250572"/>
              <a:gd name="connsiteX6-157" fmla="*/ 0 w 125276"/>
              <a:gd name="connsiteY6-158" fmla="*/ 22 h 250572"/>
              <a:gd name="connsiteX7-159" fmla="*/ 125275 w 125276"/>
              <a:gd name="connsiteY7-160" fmla="*/ 125297 h 250572"/>
              <a:gd name="connsiteX8-161" fmla="*/ 125276 w 125276"/>
              <a:gd name="connsiteY8-162" fmla="*/ 125298 h 250572"/>
              <a:gd name="connsiteX0-163" fmla="*/ 125275 w 125276"/>
              <a:gd name="connsiteY0-164" fmla="*/ 125298 h 250572"/>
              <a:gd name="connsiteX1-165" fmla="*/ 0 w 125276"/>
              <a:gd name="connsiteY1-166" fmla="*/ 250572 h 250572"/>
              <a:gd name="connsiteX2-167" fmla="*/ 0 w 125276"/>
              <a:gd name="connsiteY2-168" fmla="*/ 250571 h 250572"/>
              <a:gd name="connsiteX3-169" fmla="*/ 0 w 125276"/>
              <a:gd name="connsiteY3-170" fmla="*/ 250571 h 250572"/>
              <a:gd name="connsiteX4-171" fmla="*/ 0 w 125276"/>
              <a:gd name="connsiteY4-172" fmla="*/ 0 h 250572"/>
              <a:gd name="connsiteX5-173" fmla="*/ 0 w 125276"/>
              <a:gd name="connsiteY5-174" fmla="*/ 22 h 250572"/>
              <a:gd name="connsiteX6-175" fmla="*/ 0 w 125276"/>
              <a:gd name="connsiteY6-176" fmla="*/ 22 h 250572"/>
              <a:gd name="connsiteX7-177" fmla="*/ 125275 w 125276"/>
              <a:gd name="connsiteY7-178" fmla="*/ 125297 h 250572"/>
              <a:gd name="connsiteX8-179" fmla="*/ 125276 w 125276"/>
              <a:gd name="connsiteY8-180" fmla="*/ 125298 h 250572"/>
              <a:gd name="connsiteX0-181" fmla="*/ 125275 w 125276"/>
              <a:gd name="connsiteY0-182" fmla="*/ 125298 h 250572"/>
              <a:gd name="connsiteX1-183" fmla="*/ 0 w 125276"/>
              <a:gd name="connsiteY1-184" fmla="*/ 250572 h 250572"/>
              <a:gd name="connsiteX2-185" fmla="*/ 0 w 125276"/>
              <a:gd name="connsiteY2-186" fmla="*/ 250571 h 250572"/>
              <a:gd name="connsiteX3-187" fmla="*/ 0 w 125276"/>
              <a:gd name="connsiteY3-188" fmla="*/ 250571 h 250572"/>
              <a:gd name="connsiteX4-189" fmla="*/ 0 w 125276"/>
              <a:gd name="connsiteY4-190" fmla="*/ 0 h 250572"/>
              <a:gd name="connsiteX5-191" fmla="*/ 0 w 125276"/>
              <a:gd name="connsiteY5-192" fmla="*/ 22 h 250572"/>
              <a:gd name="connsiteX6-193" fmla="*/ 0 w 125276"/>
              <a:gd name="connsiteY6-194" fmla="*/ 22 h 250572"/>
              <a:gd name="connsiteX7-195" fmla="*/ 125275 w 125276"/>
              <a:gd name="connsiteY7-196" fmla="*/ 125297 h 250572"/>
              <a:gd name="connsiteX8-197" fmla="*/ 125276 w 125276"/>
              <a:gd name="connsiteY8-198" fmla="*/ 125298 h 250572"/>
              <a:gd name="connsiteX0-199" fmla="*/ 125275 w 125276"/>
              <a:gd name="connsiteY0-200" fmla="*/ 125298 h 250572"/>
              <a:gd name="connsiteX1-201" fmla="*/ 0 w 125276"/>
              <a:gd name="connsiteY1-202" fmla="*/ 250572 h 250572"/>
              <a:gd name="connsiteX2-203" fmla="*/ 0 w 125276"/>
              <a:gd name="connsiteY2-204" fmla="*/ 250571 h 250572"/>
              <a:gd name="connsiteX3-205" fmla="*/ 0 w 125276"/>
              <a:gd name="connsiteY3-206" fmla="*/ 250571 h 250572"/>
              <a:gd name="connsiteX4-207" fmla="*/ 0 w 125276"/>
              <a:gd name="connsiteY4-208" fmla="*/ 0 h 250572"/>
              <a:gd name="connsiteX5-209" fmla="*/ 0 w 125276"/>
              <a:gd name="connsiteY5-210" fmla="*/ 22 h 250572"/>
              <a:gd name="connsiteX6-211" fmla="*/ 0 w 125276"/>
              <a:gd name="connsiteY6-212" fmla="*/ 22 h 250572"/>
              <a:gd name="connsiteX7-213" fmla="*/ 125275 w 125276"/>
              <a:gd name="connsiteY7-214" fmla="*/ 125297 h 250572"/>
              <a:gd name="connsiteX8-215" fmla="*/ 125276 w 125276"/>
              <a:gd name="connsiteY8-216" fmla="*/ 125298 h 250572"/>
              <a:gd name="connsiteX0-217" fmla="*/ 125275 w 125276"/>
              <a:gd name="connsiteY0-218" fmla="*/ 125298 h 250572"/>
              <a:gd name="connsiteX1-219" fmla="*/ 0 w 125276"/>
              <a:gd name="connsiteY1-220" fmla="*/ 250572 h 250572"/>
              <a:gd name="connsiteX2-221" fmla="*/ 0 w 125276"/>
              <a:gd name="connsiteY2-222" fmla="*/ 250571 h 250572"/>
              <a:gd name="connsiteX3-223" fmla="*/ 0 w 125276"/>
              <a:gd name="connsiteY3-224" fmla="*/ 250571 h 250572"/>
              <a:gd name="connsiteX4-225" fmla="*/ 0 w 125276"/>
              <a:gd name="connsiteY4-226" fmla="*/ 0 h 250572"/>
              <a:gd name="connsiteX5-227" fmla="*/ 0 w 125276"/>
              <a:gd name="connsiteY5-228" fmla="*/ 22 h 250572"/>
              <a:gd name="connsiteX6-229" fmla="*/ 0 w 125276"/>
              <a:gd name="connsiteY6-230" fmla="*/ 22 h 250572"/>
              <a:gd name="connsiteX7-231" fmla="*/ 125275 w 125276"/>
              <a:gd name="connsiteY7-232" fmla="*/ 125297 h 250572"/>
              <a:gd name="connsiteX8-233" fmla="*/ 125276 w 125276"/>
              <a:gd name="connsiteY8-234" fmla="*/ 125298 h 250572"/>
              <a:gd name="connsiteX0-235" fmla="*/ 125275 w 125276"/>
              <a:gd name="connsiteY0-236" fmla="*/ 125298 h 250572"/>
              <a:gd name="connsiteX1-237" fmla="*/ 0 w 125276"/>
              <a:gd name="connsiteY1-238" fmla="*/ 250572 h 250572"/>
              <a:gd name="connsiteX2-239" fmla="*/ 0 w 125276"/>
              <a:gd name="connsiteY2-240" fmla="*/ 250571 h 250572"/>
              <a:gd name="connsiteX3-241" fmla="*/ 0 w 125276"/>
              <a:gd name="connsiteY3-242" fmla="*/ 250571 h 250572"/>
              <a:gd name="connsiteX4-243" fmla="*/ 0 w 125276"/>
              <a:gd name="connsiteY4-244" fmla="*/ 0 h 250572"/>
              <a:gd name="connsiteX5-245" fmla="*/ 0 w 125276"/>
              <a:gd name="connsiteY5-246" fmla="*/ 22 h 250572"/>
              <a:gd name="connsiteX6-247" fmla="*/ 0 w 125276"/>
              <a:gd name="connsiteY6-248" fmla="*/ 22 h 250572"/>
              <a:gd name="connsiteX7-249" fmla="*/ 125275 w 125276"/>
              <a:gd name="connsiteY7-250" fmla="*/ 125297 h 250572"/>
              <a:gd name="connsiteX8-251" fmla="*/ 125276 w 125276"/>
              <a:gd name="connsiteY8-252" fmla="*/ 125298 h 250572"/>
              <a:gd name="connsiteX0-253" fmla="*/ 125275 w 125276"/>
              <a:gd name="connsiteY0-254" fmla="*/ 125298 h 250572"/>
              <a:gd name="connsiteX1-255" fmla="*/ 0 w 125276"/>
              <a:gd name="connsiteY1-256" fmla="*/ 250572 h 250572"/>
              <a:gd name="connsiteX2-257" fmla="*/ 0 w 125276"/>
              <a:gd name="connsiteY2-258" fmla="*/ 250571 h 250572"/>
              <a:gd name="connsiteX3-259" fmla="*/ 0 w 125276"/>
              <a:gd name="connsiteY3-260" fmla="*/ 250571 h 250572"/>
              <a:gd name="connsiteX4-261" fmla="*/ 0 w 125276"/>
              <a:gd name="connsiteY4-262" fmla="*/ 0 h 250572"/>
              <a:gd name="connsiteX5-263" fmla="*/ 0 w 125276"/>
              <a:gd name="connsiteY5-264" fmla="*/ 22 h 250572"/>
              <a:gd name="connsiteX6-265" fmla="*/ 0 w 125276"/>
              <a:gd name="connsiteY6-266" fmla="*/ 22 h 250572"/>
              <a:gd name="connsiteX7-267" fmla="*/ 125275 w 125276"/>
              <a:gd name="connsiteY7-268" fmla="*/ 125297 h 250572"/>
              <a:gd name="connsiteX8-269" fmla="*/ 125276 w 125276"/>
              <a:gd name="connsiteY8-270" fmla="*/ 125298 h 250572"/>
              <a:gd name="connsiteX0-271" fmla="*/ 125275 w 125276"/>
              <a:gd name="connsiteY0-272" fmla="*/ 125298 h 250572"/>
              <a:gd name="connsiteX1-273" fmla="*/ 0 w 125276"/>
              <a:gd name="connsiteY1-274" fmla="*/ 250572 h 250572"/>
              <a:gd name="connsiteX2-275" fmla="*/ 0 w 125276"/>
              <a:gd name="connsiteY2-276" fmla="*/ 250571 h 250572"/>
              <a:gd name="connsiteX3-277" fmla="*/ 0 w 125276"/>
              <a:gd name="connsiteY3-278" fmla="*/ 250571 h 250572"/>
              <a:gd name="connsiteX4-279" fmla="*/ 0 w 125276"/>
              <a:gd name="connsiteY4-280" fmla="*/ 0 h 250572"/>
              <a:gd name="connsiteX5-281" fmla="*/ 0 w 125276"/>
              <a:gd name="connsiteY5-282" fmla="*/ 22 h 250572"/>
              <a:gd name="connsiteX6-283" fmla="*/ 0 w 125276"/>
              <a:gd name="connsiteY6-284" fmla="*/ 22 h 250572"/>
              <a:gd name="connsiteX7-285" fmla="*/ 125275 w 125276"/>
              <a:gd name="connsiteY7-286" fmla="*/ 125297 h 250572"/>
              <a:gd name="connsiteX8-287" fmla="*/ 125276 w 125276"/>
              <a:gd name="connsiteY8-288" fmla="*/ 125298 h 250572"/>
              <a:gd name="connsiteX0-289" fmla="*/ 125275 w 125276"/>
              <a:gd name="connsiteY0-290" fmla="*/ 125298 h 250572"/>
              <a:gd name="connsiteX1-291" fmla="*/ 0 w 125276"/>
              <a:gd name="connsiteY1-292" fmla="*/ 250572 h 250572"/>
              <a:gd name="connsiteX2-293" fmla="*/ 0 w 125276"/>
              <a:gd name="connsiteY2-294" fmla="*/ 250571 h 250572"/>
              <a:gd name="connsiteX3-295" fmla="*/ 0 w 125276"/>
              <a:gd name="connsiteY3-296" fmla="*/ 250571 h 250572"/>
              <a:gd name="connsiteX4-297" fmla="*/ 0 w 125276"/>
              <a:gd name="connsiteY4-298" fmla="*/ 0 h 250572"/>
              <a:gd name="connsiteX5-299" fmla="*/ 0 w 125276"/>
              <a:gd name="connsiteY5-300" fmla="*/ 22 h 250572"/>
              <a:gd name="connsiteX6-301" fmla="*/ 0 w 125276"/>
              <a:gd name="connsiteY6-302" fmla="*/ 22 h 250572"/>
              <a:gd name="connsiteX7-303" fmla="*/ 125275 w 125276"/>
              <a:gd name="connsiteY7-304" fmla="*/ 125297 h 250572"/>
              <a:gd name="connsiteX8-305" fmla="*/ 125276 w 125276"/>
              <a:gd name="connsiteY8-306" fmla="*/ 125298 h 250572"/>
              <a:gd name="connsiteX0-307" fmla="*/ 125275 w 125276"/>
              <a:gd name="connsiteY0-308" fmla="*/ 125298 h 250572"/>
              <a:gd name="connsiteX1-309" fmla="*/ 0 w 125276"/>
              <a:gd name="connsiteY1-310" fmla="*/ 250572 h 250572"/>
              <a:gd name="connsiteX2-311" fmla="*/ 0 w 125276"/>
              <a:gd name="connsiteY2-312" fmla="*/ 250571 h 250572"/>
              <a:gd name="connsiteX3-313" fmla="*/ 0 w 125276"/>
              <a:gd name="connsiteY3-314" fmla="*/ 250571 h 250572"/>
              <a:gd name="connsiteX4-315" fmla="*/ 0 w 125276"/>
              <a:gd name="connsiteY4-316" fmla="*/ 0 h 250572"/>
              <a:gd name="connsiteX5-317" fmla="*/ 0 w 125276"/>
              <a:gd name="connsiteY5-318" fmla="*/ 22 h 250572"/>
              <a:gd name="connsiteX6-319" fmla="*/ 0 w 125276"/>
              <a:gd name="connsiteY6-320" fmla="*/ 22 h 250572"/>
              <a:gd name="connsiteX7-321" fmla="*/ 125275 w 125276"/>
              <a:gd name="connsiteY7-322" fmla="*/ 125297 h 250572"/>
              <a:gd name="connsiteX8-323" fmla="*/ 125276 w 125276"/>
              <a:gd name="connsiteY8-324" fmla="*/ 125298 h 250572"/>
              <a:gd name="connsiteX0-325" fmla="*/ 125275 w 125276"/>
              <a:gd name="connsiteY0-326" fmla="*/ 125298 h 250572"/>
              <a:gd name="connsiteX1-327" fmla="*/ 0 w 125276"/>
              <a:gd name="connsiteY1-328" fmla="*/ 250572 h 250572"/>
              <a:gd name="connsiteX2-329" fmla="*/ 0 w 125276"/>
              <a:gd name="connsiteY2-330" fmla="*/ 250571 h 250572"/>
              <a:gd name="connsiteX3-331" fmla="*/ 0 w 125276"/>
              <a:gd name="connsiteY3-332" fmla="*/ 250571 h 250572"/>
              <a:gd name="connsiteX4-333" fmla="*/ 0 w 125276"/>
              <a:gd name="connsiteY4-334" fmla="*/ 0 h 250572"/>
              <a:gd name="connsiteX5-335" fmla="*/ 0 w 125276"/>
              <a:gd name="connsiteY5-336" fmla="*/ 22 h 250572"/>
              <a:gd name="connsiteX6-337" fmla="*/ 0 w 125276"/>
              <a:gd name="connsiteY6-338" fmla="*/ 22 h 250572"/>
              <a:gd name="connsiteX7-339" fmla="*/ 125275 w 125276"/>
              <a:gd name="connsiteY7-340" fmla="*/ 125297 h 250572"/>
              <a:gd name="connsiteX8-341" fmla="*/ 125276 w 125276"/>
              <a:gd name="connsiteY8-342" fmla="*/ 125298 h 250572"/>
              <a:gd name="connsiteX0-343" fmla="*/ 125275 w 125276"/>
              <a:gd name="connsiteY0-344" fmla="*/ 125298 h 250572"/>
              <a:gd name="connsiteX1-345" fmla="*/ 0 w 125276"/>
              <a:gd name="connsiteY1-346" fmla="*/ 250572 h 250572"/>
              <a:gd name="connsiteX2-347" fmla="*/ 0 w 125276"/>
              <a:gd name="connsiteY2-348" fmla="*/ 250571 h 250572"/>
              <a:gd name="connsiteX3-349" fmla="*/ 0 w 125276"/>
              <a:gd name="connsiteY3-350" fmla="*/ 250571 h 250572"/>
              <a:gd name="connsiteX4-351" fmla="*/ 0 w 125276"/>
              <a:gd name="connsiteY4-352" fmla="*/ 0 h 250572"/>
              <a:gd name="connsiteX5-353" fmla="*/ 0 w 125276"/>
              <a:gd name="connsiteY5-354" fmla="*/ 22 h 250572"/>
              <a:gd name="connsiteX6-355" fmla="*/ 0 w 125276"/>
              <a:gd name="connsiteY6-356" fmla="*/ 22 h 250572"/>
              <a:gd name="connsiteX7-357" fmla="*/ 125275 w 125276"/>
              <a:gd name="connsiteY7-358" fmla="*/ 125297 h 250572"/>
              <a:gd name="connsiteX8-359" fmla="*/ 125276 w 125276"/>
              <a:gd name="connsiteY8-360" fmla="*/ 125298 h 250572"/>
              <a:gd name="connsiteX0-361" fmla="*/ 125275 w 125276"/>
              <a:gd name="connsiteY0-362" fmla="*/ 125298 h 250572"/>
              <a:gd name="connsiteX1-363" fmla="*/ 0 w 125276"/>
              <a:gd name="connsiteY1-364" fmla="*/ 250572 h 250572"/>
              <a:gd name="connsiteX2-365" fmla="*/ 0 w 125276"/>
              <a:gd name="connsiteY2-366" fmla="*/ 250571 h 250572"/>
              <a:gd name="connsiteX3-367" fmla="*/ 0 w 125276"/>
              <a:gd name="connsiteY3-368" fmla="*/ 250571 h 250572"/>
              <a:gd name="connsiteX4-369" fmla="*/ 0 w 125276"/>
              <a:gd name="connsiteY4-370" fmla="*/ 0 h 250572"/>
              <a:gd name="connsiteX5-371" fmla="*/ 0 w 125276"/>
              <a:gd name="connsiteY5-372" fmla="*/ 22 h 250572"/>
              <a:gd name="connsiteX6-373" fmla="*/ 0 w 125276"/>
              <a:gd name="connsiteY6-374" fmla="*/ 22 h 250572"/>
              <a:gd name="connsiteX7-375" fmla="*/ 125275 w 125276"/>
              <a:gd name="connsiteY7-376" fmla="*/ 125297 h 250572"/>
              <a:gd name="connsiteX8-377" fmla="*/ 125276 w 125276"/>
              <a:gd name="connsiteY8-378" fmla="*/ 125298 h 250572"/>
              <a:gd name="connsiteX0-379" fmla="*/ 125275 w 125276"/>
              <a:gd name="connsiteY0-380" fmla="*/ 125298 h 250572"/>
              <a:gd name="connsiteX1-381" fmla="*/ 0 w 125276"/>
              <a:gd name="connsiteY1-382" fmla="*/ 250572 h 250572"/>
              <a:gd name="connsiteX2-383" fmla="*/ 0 w 125276"/>
              <a:gd name="connsiteY2-384" fmla="*/ 250571 h 250572"/>
              <a:gd name="connsiteX3-385" fmla="*/ 0 w 125276"/>
              <a:gd name="connsiteY3-386" fmla="*/ 250571 h 250572"/>
              <a:gd name="connsiteX4-387" fmla="*/ 0 w 125276"/>
              <a:gd name="connsiteY4-388" fmla="*/ 0 h 250572"/>
              <a:gd name="connsiteX5-389" fmla="*/ 0 w 125276"/>
              <a:gd name="connsiteY5-390" fmla="*/ 22 h 250572"/>
              <a:gd name="connsiteX6-391" fmla="*/ 0 w 125276"/>
              <a:gd name="connsiteY6-392" fmla="*/ 22 h 250572"/>
              <a:gd name="connsiteX7-393" fmla="*/ 125275 w 125276"/>
              <a:gd name="connsiteY7-394" fmla="*/ 125297 h 250572"/>
              <a:gd name="connsiteX8-395" fmla="*/ 125276 w 125276"/>
              <a:gd name="connsiteY8-396" fmla="*/ 125298 h 250572"/>
              <a:gd name="connsiteX0-397" fmla="*/ 125275 w 125276"/>
              <a:gd name="connsiteY0-398" fmla="*/ 125298 h 250572"/>
              <a:gd name="connsiteX1-399" fmla="*/ 0 w 125276"/>
              <a:gd name="connsiteY1-400" fmla="*/ 250572 h 250572"/>
              <a:gd name="connsiteX2-401" fmla="*/ 0 w 125276"/>
              <a:gd name="connsiteY2-402" fmla="*/ 250571 h 250572"/>
              <a:gd name="connsiteX3-403" fmla="*/ 0 w 125276"/>
              <a:gd name="connsiteY3-404" fmla="*/ 250571 h 250572"/>
              <a:gd name="connsiteX4-405" fmla="*/ 0 w 125276"/>
              <a:gd name="connsiteY4-406" fmla="*/ 0 h 250572"/>
              <a:gd name="connsiteX5-407" fmla="*/ 0 w 125276"/>
              <a:gd name="connsiteY5-408" fmla="*/ 22 h 250572"/>
              <a:gd name="connsiteX6-409" fmla="*/ 0 w 125276"/>
              <a:gd name="connsiteY6-410" fmla="*/ 22 h 250572"/>
              <a:gd name="connsiteX7-411" fmla="*/ 125275 w 125276"/>
              <a:gd name="connsiteY7-412" fmla="*/ 125297 h 250572"/>
              <a:gd name="connsiteX8-413" fmla="*/ 125276 w 125276"/>
              <a:gd name="connsiteY8-414" fmla="*/ 125298 h 250572"/>
              <a:gd name="connsiteX0-415" fmla="*/ 125275 w 125276"/>
              <a:gd name="connsiteY0-416" fmla="*/ 125298 h 250572"/>
              <a:gd name="connsiteX1-417" fmla="*/ 0 w 125276"/>
              <a:gd name="connsiteY1-418" fmla="*/ 250572 h 250572"/>
              <a:gd name="connsiteX2-419" fmla="*/ 0 w 125276"/>
              <a:gd name="connsiteY2-420" fmla="*/ 250571 h 250572"/>
              <a:gd name="connsiteX3-421" fmla="*/ 0 w 125276"/>
              <a:gd name="connsiteY3-422" fmla="*/ 250571 h 250572"/>
              <a:gd name="connsiteX4-423" fmla="*/ 0 w 125276"/>
              <a:gd name="connsiteY4-424" fmla="*/ 0 h 250572"/>
              <a:gd name="connsiteX5-425" fmla="*/ 0 w 125276"/>
              <a:gd name="connsiteY5-426" fmla="*/ 22 h 250572"/>
              <a:gd name="connsiteX6-427" fmla="*/ 0 w 125276"/>
              <a:gd name="connsiteY6-428" fmla="*/ 22 h 250572"/>
              <a:gd name="connsiteX7-429" fmla="*/ 125275 w 125276"/>
              <a:gd name="connsiteY7-430" fmla="*/ 125297 h 250572"/>
              <a:gd name="connsiteX8-431" fmla="*/ 125276 w 125276"/>
              <a:gd name="connsiteY8-432" fmla="*/ 125298 h 250572"/>
              <a:gd name="connsiteX0-433" fmla="*/ 125275 w 125276"/>
              <a:gd name="connsiteY0-434" fmla="*/ 125298 h 250572"/>
              <a:gd name="connsiteX1-435" fmla="*/ 0 w 125276"/>
              <a:gd name="connsiteY1-436" fmla="*/ 250572 h 250572"/>
              <a:gd name="connsiteX2-437" fmla="*/ 0 w 125276"/>
              <a:gd name="connsiteY2-438" fmla="*/ 250571 h 250572"/>
              <a:gd name="connsiteX3-439" fmla="*/ 0 w 125276"/>
              <a:gd name="connsiteY3-440" fmla="*/ 250571 h 250572"/>
              <a:gd name="connsiteX4-441" fmla="*/ 0 w 125276"/>
              <a:gd name="connsiteY4-442" fmla="*/ 0 h 250572"/>
              <a:gd name="connsiteX5-443" fmla="*/ 0 w 125276"/>
              <a:gd name="connsiteY5-444" fmla="*/ 22 h 250572"/>
              <a:gd name="connsiteX6-445" fmla="*/ 0 w 125276"/>
              <a:gd name="connsiteY6-446" fmla="*/ 22 h 250572"/>
              <a:gd name="connsiteX7-447" fmla="*/ 125275 w 125276"/>
              <a:gd name="connsiteY7-448" fmla="*/ 125297 h 250572"/>
              <a:gd name="connsiteX8-449" fmla="*/ 125276 w 125276"/>
              <a:gd name="connsiteY8-450" fmla="*/ 125298 h 250572"/>
              <a:gd name="connsiteX0-451" fmla="*/ 125275 w 125275"/>
              <a:gd name="connsiteY0-452" fmla="*/ 125298 h 250572"/>
              <a:gd name="connsiteX1-453" fmla="*/ 0 w 125275"/>
              <a:gd name="connsiteY1-454" fmla="*/ 250572 h 250572"/>
              <a:gd name="connsiteX2-455" fmla="*/ 0 w 125275"/>
              <a:gd name="connsiteY2-456" fmla="*/ 250571 h 250572"/>
              <a:gd name="connsiteX3-457" fmla="*/ 0 w 125275"/>
              <a:gd name="connsiteY3-458" fmla="*/ 250571 h 250572"/>
              <a:gd name="connsiteX4-459" fmla="*/ 0 w 125275"/>
              <a:gd name="connsiteY4-460" fmla="*/ 0 h 250572"/>
              <a:gd name="connsiteX5-461" fmla="*/ 0 w 125275"/>
              <a:gd name="connsiteY5-462" fmla="*/ 22 h 250572"/>
              <a:gd name="connsiteX6-463" fmla="*/ 0 w 125275"/>
              <a:gd name="connsiteY6-464" fmla="*/ 22 h 250572"/>
              <a:gd name="connsiteX7-465" fmla="*/ 125275 w 125275"/>
              <a:gd name="connsiteY7-466" fmla="*/ 125297 h 250572"/>
              <a:gd name="connsiteX8-467" fmla="*/ 116296 w 125275"/>
              <a:gd name="connsiteY8-468" fmla="*/ 134275 h 250572"/>
              <a:gd name="connsiteX0-469" fmla="*/ 116297 w 125275"/>
              <a:gd name="connsiteY0-470" fmla="*/ 134275 h 250572"/>
              <a:gd name="connsiteX1-471" fmla="*/ 0 w 125275"/>
              <a:gd name="connsiteY1-472" fmla="*/ 250572 h 250572"/>
              <a:gd name="connsiteX2-473" fmla="*/ 0 w 125275"/>
              <a:gd name="connsiteY2-474" fmla="*/ 250571 h 250572"/>
              <a:gd name="connsiteX3-475" fmla="*/ 0 w 125275"/>
              <a:gd name="connsiteY3-476" fmla="*/ 250571 h 250572"/>
              <a:gd name="connsiteX4-477" fmla="*/ 0 w 125275"/>
              <a:gd name="connsiteY4-478" fmla="*/ 0 h 250572"/>
              <a:gd name="connsiteX5-479" fmla="*/ 0 w 125275"/>
              <a:gd name="connsiteY5-480" fmla="*/ 22 h 250572"/>
              <a:gd name="connsiteX6-481" fmla="*/ 0 w 125275"/>
              <a:gd name="connsiteY6-482" fmla="*/ 22 h 250572"/>
              <a:gd name="connsiteX7-483" fmla="*/ 125275 w 125275"/>
              <a:gd name="connsiteY7-484" fmla="*/ 125297 h 250572"/>
              <a:gd name="connsiteX8-485" fmla="*/ 116296 w 125275"/>
              <a:gd name="connsiteY8-486" fmla="*/ 134275 h 250572"/>
              <a:gd name="connsiteX0-487" fmla="*/ 116297 w 125275"/>
              <a:gd name="connsiteY0-488" fmla="*/ 134275 h 250572"/>
              <a:gd name="connsiteX1-489" fmla="*/ 0 w 125275"/>
              <a:gd name="connsiteY1-490" fmla="*/ 250572 h 250572"/>
              <a:gd name="connsiteX2-491" fmla="*/ 0 w 125275"/>
              <a:gd name="connsiteY2-492" fmla="*/ 250571 h 250572"/>
              <a:gd name="connsiteX3-493" fmla="*/ 0 w 125275"/>
              <a:gd name="connsiteY3-494" fmla="*/ 250571 h 250572"/>
              <a:gd name="connsiteX4-495" fmla="*/ 0 w 125275"/>
              <a:gd name="connsiteY4-496" fmla="*/ 0 h 250572"/>
              <a:gd name="connsiteX5-497" fmla="*/ 0 w 125275"/>
              <a:gd name="connsiteY5-498" fmla="*/ 22 h 250572"/>
              <a:gd name="connsiteX6-499" fmla="*/ 0 w 125275"/>
              <a:gd name="connsiteY6-500" fmla="*/ 22 h 250572"/>
              <a:gd name="connsiteX7-501" fmla="*/ 125275 w 125275"/>
              <a:gd name="connsiteY7-502" fmla="*/ 125297 h 250572"/>
              <a:gd name="connsiteX8-503" fmla="*/ 116296 w 125275"/>
              <a:gd name="connsiteY8-504" fmla="*/ 134275 h 250572"/>
              <a:gd name="connsiteX0-505" fmla="*/ 116297 w 125275"/>
              <a:gd name="connsiteY0-506" fmla="*/ 134275 h 250572"/>
              <a:gd name="connsiteX1-507" fmla="*/ 0 w 125275"/>
              <a:gd name="connsiteY1-508" fmla="*/ 250572 h 250572"/>
              <a:gd name="connsiteX2-509" fmla="*/ 0 w 125275"/>
              <a:gd name="connsiteY2-510" fmla="*/ 250571 h 250572"/>
              <a:gd name="connsiteX3-511" fmla="*/ 0 w 125275"/>
              <a:gd name="connsiteY3-512" fmla="*/ 250571 h 250572"/>
              <a:gd name="connsiteX4-513" fmla="*/ 0 w 125275"/>
              <a:gd name="connsiteY4-514" fmla="*/ 0 h 250572"/>
              <a:gd name="connsiteX5-515" fmla="*/ 0 w 125275"/>
              <a:gd name="connsiteY5-516" fmla="*/ 22 h 250572"/>
              <a:gd name="connsiteX6-517" fmla="*/ 0 w 125275"/>
              <a:gd name="connsiteY6-518" fmla="*/ 22 h 250572"/>
              <a:gd name="connsiteX7-519" fmla="*/ 125275 w 125275"/>
              <a:gd name="connsiteY7-520" fmla="*/ 125297 h 250572"/>
              <a:gd name="connsiteX8-521" fmla="*/ 116296 w 125275"/>
              <a:gd name="connsiteY8-522" fmla="*/ 134275 h 250572"/>
              <a:gd name="connsiteX0-523" fmla="*/ 116297 w 125275"/>
              <a:gd name="connsiteY0-524" fmla="*/ 134275 h 250571"/>
              <a:gd name="connsiteX1-525" fmla="*/ 21683 w 125275"/>
              <a:gd name="connsiteY1-526" fmla="*/ 228889 h 250571"/>
              <a:gd name="connsiteX2-527" fmla="*/ 0 w 125275"/>
              <a:gd name="connsiteY2-528" fmla="*/ 250571 h 250571"/>
              <a:gd name="connsiteX3-529" fmla="*/ 0 w 125275"/>
              <a:gd name="connsiteY3-530" fmla="*/ 250571 h 250571"/>
              <a:gd name="connsiteX4-531" fmla="*/ 0 w 125275"/>
              <a:gd name="connsiteY4-532" fmla="*/ 0 h 250571"/>
              <a:gd name="connsiteX5-533" fmla="*/ 0 w 125275"/>
              <a:gd name="connsiteY5-534" fmla="*/ 22 h 250571"/>
              <a:gd name="connsiteX6-535" fmla="*/ 0 w 125275"/>
              <a:gd name="connsiteY6-536" fmla="*/ 22 h 250571"/>
              <a:gd name="connsiteX7-537" fmla="*/ 125275 w 125275"/>
              <a:gd name="connsiteY7-538" fmla="*/ 125297 h 250571"/>
              <a:gd name="connsiteX8-539" fmla="*/ 116296 w 125275"/>
              <a:gd name="connsiteY8-540" fmla="*/ 134275 h 250571"/>
              <a:gd name="connsiteX0-541" fmla="*/ 116297 w 125275"/>
              <a:gd name="connsiteY0-542" fmla="*/ 134275 h 250571"/>
              <a:gd name="connsiteX1-543" fmla="*/ 21683 w 125275"/>
              <a:gd name="connsiteY1-544" fmla="*/ 228889 h 250571"/>
              <a:gd name="connsiteX2-545" fmla="*/ 0 w 125275"/>
              <a:gd name="connsiteY2-546" fmla="*/ 250571 h 250571"/>
              <a:gd name="connsiteX3-547" fmla="*/ 0 w 125275"/>
              <a:gd name="connsiteY3-548" fmla="*/ 250571 h 250571"/>
              <a:gd name="connsiteX4-549" fmla="*/ 0 w 125275"/>
              <a:gd name="connsiteY4-550" fmla="*/ 0 h 250571"/>
              <a:gd name="connsiteX5-551" fmla="*/ 0 w 125275"/>
              <a:gd name="connsiteY5-552" fmla="*/ 22 h 250571"/>
              <a:gd name="connsiteX6-553" fmla="*/ 0 w 125275"/>
              <a:gd name="connsiteY6-554" fmla="*/ 22 h 250571"/>
              <a:gd name="connsiteX7-555" fmla="*/ 125275 w 125275"/>
              <a:gd name="connsiteY7-556" fmla="*/ 125297 h 250571"/>
              <a:gd name="connsiteX8-557" fmla="*/ 116296 w 125275"/>
              <a:gd name="connsiteY8-558" fmla="*/ 134275 h 250571"/>
              <a:gd name="connsiteX0-559" fmla="*/ 116297 w 125275"/>
              <a:gd name="connsiteY0-560" fmla="*/ 134275 h 250571"/>
              <a:gd name="connsiteX1-561" fmla="*/ 21683 w 125275"/>
              <a:gd name="connsiteY1-562" fmla="*/ 228889 h 250571"/>
              <a:gd name="connsiteX2-563" fmla="*/ 0 w 125275"/>
              <a:gd name="connsiteY2-564" fmla="*/ 250571 h 250571"/>
              <a:gd name="connsiteX3-565" fmla="*/ 0 w 125275"/>
              <a:gd name="connsiteY3-566" fmla="*/ 250571 h 250571"/>
              <a:gd name="connsiteX4-567" fmla="*/ 0 w 125275"/>
              <a:gd name="connsiteY4-568" fmla="*/ 0 h 250571"/>
              <a:gd name="connsiteX5-569" fmla="*/ 0 w 125275"/>
              <a:gd name="connsiteY5-570" fmla="*/ 22 h 250571"/>
              <a:gd name="connsiteX6-571" fmla="*/ 0 w 125275"/>
              <a:gd name="connsiteY6-572" fmla="*/ 22 h 250571"/>
              <a:gd name="connsiteX7-573" fmla="*/ 125275 w 125275"/>
              <a:gd name="connsiteY7-574" fmla="*/ 125297 h 250571"/>
              <a:gd name="connsiteX8-575" fmla="*/ 116296 w 125275"/>
              <a:gd name="connsiteY8-576" fmla="*/ 134275 h 250571"/>
              <a:gd name="connsiteX0-577" fmla="*/ 116297 w 125275"/>
              <a:gd name="connsiteY0-578" fmla="*/ 134275 h 250571"/>
              <a:gd name="connsiteX1-579" fmla="*/ 21683 w 125275"/>
              <a:gd name="connsiteY1-580" fmla="*/ 228889 h 250571"/>
              <a:gd name="connsiteX2-581" fmla="*/ 7841 w 125275"/>
              <a:gd name="connsiteY2-582" fmla="*/ 231642 h 250571"/>
              <a:gd name="connsiteX3-583" fmla="*/ 0 w 125275"/>
              <a:gd name="connsiteY3-584" fmla="*/ 250571 h 250571"/>
              <a:gd name="connsiteX4-585" fmla="*/ 0 w 125275"/>
              <a:gd name="connsiteY4-586" fmla="*/ 0 h 250571"/>
              <a:gd name="connsiteX5-587" fmla="*/ 0 w 125275"/>
              <a:gd name="connsiteY5-588" fmla="*/ 22 h 250571"/>
              <a:gd name="connsiteX6-589" fmla="*/ 0 w 125275"/>
              <a:gd name="connsiteY6-590" fmla="*/ 22 h 250571"/>
              <a:gd name="connsiteX7-591" fmla="*/ 125275 w 125275"/>
              <a:gd name="connsiteY7-592" fmla="*/ 125297 h 250571"/>
              <a:gd name="connsiteX8-593" fmla="*/ 116296 w 125275"/>
              <a:gd name="connsiteY8-594" fmla="*/ 134275 h 250571"/>
              <a:gd name="connsiteX0-595" fmla="*/ 116297 w 125275"/>
              <a:gd name="connsiteY0-596" fmla="*/ 134275 h 250571"/>
              <a:gd name="connsiteX1-597" fmla="*/ 21683 w 125275"/>
              <a:gd name="connsiteY1-598" fmla="*/ 228889 h 250571"/>
              <a:gd name="connsiteX2-599" fmla="*/ 7841 w 125275"/>
              <a:gd name="connsiteY2-600" fmla="*/ 231642 h 250571"/>
              <a:gd name="connsiteX3-601" fmla="*/ 0 w 125275"/>
              <a:gd name="connsiteY3-602" fmla="*/ 250571 h 250571"/>
              <a:gd name="connsiteX4-603" fmla="*/ 0 w 125275"/>
              <a:gd name="connsiteY4-604" fmla="*/ 0 h 250571"/>
              <a:gd name="connsiteX5-605" fmla="*/ 0 w 125275"/>
              <a:gd name="connsiteY5-606" fmla="*/ 22 h 250571"/>
              <a:gd name="connsiteX6-607" fmla="*/ 0 w 125275"/>
              <a:gd name="connsiteY6-608" fmla="*/ 22 h 250571"/>
              <a:gd name="connsiteX7-609" fmla="*/ 125275 w 125275"/>
              <a:gd name="connsiteY7-610" fmla="*/ 125297 h 250571"/>
              <a:gd name="connsiteX8-611" fmla="*/ 116296 w 125275"/>
              <a:gd name="connsiteY8-612" fmla="*/ 134275 h 250571"/>
              <a:gd name="connsiteX0-613" fmla="*/ 116297 w 125275"/>
              <a:gd name="connsiteY0-614" fmla="*/ 134275 h 250571"/>
              <a:gd name="connsiteX1-615" fmla="*/ 21683 w 125275"/>
              <a:gd name="connsiteY1-616" fmla="*/ 228889 h 250571"/>
              <a:gd name="connsiteX2-617" fmla="*/ 7841 w 125275"/>
              <a:gd name="connsiteY2-618" fmla="*/ 231642 h 250571"/>
              <a:gd name="connsiteX3-619" fmla="*/ 0 w 125275"/>
              <a:gd name="connsiteY3-620" fmla="*/ 250571 h 250571"/>
              <a:gd name="connsiteX4-621" fmla="*/ 0 w 125275"/>
              <a:gd name="connsiteY4-622" fmla="*/ 0 h 250571"/>
              <a:gd name="connsiteX5-623" fmla="*/ 0 w 125275"/>
              <a:gd name="connsiteY5-624" fmla="*/ 22 h 250571"/>
              <a:gd name="connsiteX6-625" fmla="*/ 0 w 125275"/>
              <a:gd name="connsiteY6-626" fmla="*/ 22 h 250571"/>
              <a:gd name="connsiteX7-627" fmla="*/ 125275 w 125275"/>
              <a:gd name="connsiteY7-628" fmla="*/ 125297 h 250571"/>
              <a:gd name="connsiteX8-629" fmla="*/ 116296 w 125275"/>
              <a:gd name="connsiteY8-630" fmla="*/ 134275 h 250571"/>
              <a:gd name="connsiteX0-631" fmla="*/ 116297 w 125275"/>
              <a:gd name="connsiteY0-632" fmla="*/ 134275 h 232490"/>
              <a:gd name="connsiteX1-633" fmla="*/ 21683 w 125275"/>
              <a:gd name="connsiteY1-634" fmla="*/ 228889 h 232490"/>
              <a:gd name="connsiteX2-635" fmla="*/ 7841 w 125275"/>
              <a:gd name="connsiteY2-636" fmla="*/ 231642 h 232490"/>
              <a:gd name="connsiteX3-637" fmla="*/ 1 w 125275"/>
              <a:gd name="connsiteY3-638" fmla="*/ 219908 h 232490"/>
              <a:gd name="connsiteX4-639" fmla="*/ 0 w 125275"/>
              <a:gd name="connsiteY4-640" fmla="*/ 0 h 232490"/>
              <a:gd name="connsiteX5-641" fmla="*/ 0 w 125275"/>
              <a:gd name="connsiteY5-642" fmla="*/ 22 h 232490"/>
              <a:gd name="connsiteX6-643" fmla="*/ 0 w 125275"/>
              <a:gd name="connsiteY6-644" fmla="*/ 22 h 232490"/>
              <a:gd name="connsiteX7-645" fmla="*/ 125275 w 125275"/>
              <a:gd name="connsiteY7-646" fmla="*/ 125297 h 232490"/>
              <a:gd name="connsiteX8-647" fmla="*/ 116296 w 125275"/>
              <a:gd name="connsiteY8-648" fmla="*/ 134275 h 232490"/>
              <a:gd name="connsiteX0-649" fmla="*/ 116297 w 125275"/>
              <a:gd name="connsiteY0-650" fmla="*/ 134275 h 232490"/>
              <a:gd name="connsiteX1-651" fmla="*/ 21683 w 125275"/>
              <a:gd name="connsiteY1-652" fmla="*/ 228889 h 232490"/>
              <a:gd name="connsiteX2-653" fmla="*/ 7841 w 125275"/>
              <a:gd name="connsiteY2-654" fmla="*/ 231642 h 232490"/>
              <a:gd name="connsiteX3-655" fmla="*/ 1 w 125275"/>
              <a:gd name="connsiteY3-656" fmla="*/ 219908 h 232490"/>
              <a:gd name="connsiteX4-657" fmla="*/ 0 w 125275"/>
              <a:gd name="connsiteY4-658" fmla="*/ 0 h 232490"/>
              <a:gd name="connsiteX5-659" fmla="*/ 0 w 125275"/>
              <a:gd name="connsiteY5-660" fmla="*/ 22 h 232490"/>
              <a:gd name="connsiteX6-661" fmla="*/ 0 w 125275"/>
              <a:gd name="connsiteY6-662" fmla="*/ 22 h 232490"/>
              <a:gd name="connsiteX7-663" fmla="*/ 125275 w 125275"/>
              <a:gd name="connsiteY7-664" fmla="*/ 125297 h 232490"/>
              <a:gd name="connsiteX8-665" fmla="*/ 116296 w 125275"/>
              <a:gd name="connsiteY8-666" fmla="*/ 134275 h 232490"/>
              <a:gd name="connsiteX0-667" fmla="*/ 116297 w 125275"/>
              <a:gd name="connsiteY0-668" fmla="*/ 134275 h 232490"/>
              <a:gd name="connsiteX1-669" fmla="*/ 21683 w 125275"/>
              <a:gd name="connsiteY1-670" fmla="*/ 228889 h 232490"/>
              <a:gd name="connsiteX2-671" fmla="*/ 7841 w 125275"/>
              <a:gd name="connsiteY2-672" fmla="*/ 231642 h 232490"/>
              <a:gd name="connsiteX3-673" fmla="*/ 1 w 125275"/>
              <a:gd name="connsiteY3-674" fmla="*/ 219908 h 232490"/>
              <a:gd name="connsiteX4-675" fmla="*/ 0 w 125275"/>
              <a:gd name="connsiteY4-676" fmla="*/ 0 h 232490"/>
              <a:gd name="connsiteX5-677" fmla="*/ 0 w 125275"/>
              <a:gd name="connsiteY5-678" fmla="*/ 22 h 232490"/>
              <a:gd name="connsiteX6-679" fmla="*/ 0 w 125275"/>
              <a:gd name="connsiteY6-680" fmla="*/ 22 h 232490"/>
              <a:gd name="connsiteX7-681" fmla="*/ 125275 w 125275"/>
              <a:gd name="connsiteY7-682" fmla="*/ 125297 h 232490"/>
              <a:gd name="connsiteX8-683" fmla="*/ 116296 w 125275"/>
              <a:gd name="connsiteY8-684" fmla="*/ 134275 h 232490"/>
              <a:gd name="connsiteX0-685" fmla="*/ 116297 w 125275"/>
              <a:gd name="connsiteY0-686" fmla="*/ 134254 h 232469"/>
              <a:gd name="connsiteX1-687" fmla="*/ 21683 w 125275"/>
              <a:gd name="connsiteY1-688" fmla="*/ 228868 h 232469"/>
              <a:gd name="connsiteX2-689" fmla="*/ 7841 w 125275"/>
              <a:gd name="connsiteY2-690" fmla="*/ 231621 h 232469"/>
              <a:gd name="connsiteX3-691" fmla="*/ 1 w 125275"/>
              <a:gd name="connsiteY3-692" fmla="*/ 219887 h 232469"/>
              <a:gd name="connsiteX4-693" fmla="*/ 1 w 125275"/>
              <a:gd name="connsiteY4-694" fmla="*/ 30644 h 232469"/>
              <a:gd name="connsiteX5-695" fmla="*/ 0 w 125275"/>
              <a:gd name="connsiteY5-696" fmla="*/ 1 h 232469"/>
              <a:gd name="connsiteX6-697" fmla="*/ 0 w 125275"/>
              <a:gd name="connsiteY6-698" fmla="*/ 1 h 232469"/>
              <a:gd name="connsiteX7-699" fmla="*/ 125275 w 125275"/>
              <a:gd name="connsiteY7-700" fmla="*/ 125276 h 232469"/>
              <a:gd name="connsiteX8-701" fmla="*/ 116296 w 125275"/>
              <a:gd name="connsiteY8-702" fmla="*/ 134254 h 232469"/>
              <a:gd name="connsiteX0-703" fmla="*/ 116297 w 125275"/>
              <a:gd name="connsiteY0-704" fmla="*/ 134253 h 232468"/>
              <a:gd name="connsiteX1-705" fmla="*/ 21683 w 125275"/>
              <a:gd name="connsiteY1-706" fmla="*/ 228867 h 232468"/>
              <a:gd name="connsiteX2-707" fmla="*/ 7841 w 125275"/>
              <a:gd name="connsiteY2-708" fmla="*/ 231620 h 232468"/>
              <a:gd name="connsiteX3-709" fmla="*/ 1 w 125275"/>
              <a:gd name="connsiteY3-710" fmla="*/ 219886 h 232468"/>
              <a:gd name="connsiteX4-711" fmla="*/ 1 w 125275"/>
              <a:gd name="connsiteY4-712" fmla="*/ 30643 h 232468"/>
              <a:gd name="connsiteX5-713" fmla="*/ 0 w 125275"/>
              <a:gd name="connsiteY5-714" fmla="*/ 0 h 232468"/>
              <a:gd name="connsiteX6-715" fmla="*/ 0 w 125275"/>
              <a:gd name="connsiteY6-716" fmla="*/ 0 h 232468"/>
              <a:gd name="connsiteX7-717" fmla="*/ 125275 w 125275"/>
              <a:gd name="connsiteY7-718" fmla="*/ 125275 h 232468"/>
              <a:gd name="connsiteX8-719" fmla="*/ 116296 w 125275"/>
              <a:gd name="connsiteY8-720" fmla="*/ 134253 h 232468"/>
              <a:gd name="connsiteX0-721" fmla="*/ 116297 w 125275"/>
              <a:gd name="connsiteY0-722" fmla="*/ 134253 h 232468"/>
              <a:gd name="connsiteX1-723" fmla="*/ 21683 w 125275"/>
              <a:gd name="connsiteY1-724" fmla="*/ 228867 h 232468"/>
              <a:gd name="connsiteX2-725" fmla="*/ 7841 w 125275"/>
              <a:gd name="connsiteY2-726" fmla="*/ 231620 h 232468"/>
              <a:gd name="connsiteX3-727" fmla="*/ 1 w 125275"/>
              <a:gd name="connsiteY3-728" fmla="*/ 219886 h 232468"/>
              <a:gd name="connsiteX4-729" fmla="*/ 1 w 125275"/>
              <a:gd name="connsiteY4-730" fmla="*/ 30643 h 232468"/>
              <a:gd name="connsiteX5-731" fmla="*/ 0 w 125275"/>
              <a:gd name="connsiteY5-732" fmla="*/ 0 h 232468"/>
              <a:gd name="connsiteX6-733" fmla="*/ 0 w 125275"/>
              <a:gd name="connsiteY6-734" fmla="*/ 0 h 232468"/>
              <a:gd name="connsiteX7-735" fmla="*/ 125275 w 125275"/>
              <a:gd name="connsiteY7-736" fmla="*/ 125275 h 232468"/>
              <a:gd name="connsiteX8-737" fmla="*/ 116296 w 125275"/>
              <a:gd name="connsiteY8-738" fmla="*/ 134253 h 232468"/>
              <a:gd name="connsiteX0-739" fmla="*/ 116297 w 125275"/>
              <a:gd name="connsiteY0-740" fmla="*/ 134253 h 232468"/>
              <a:gd name="connsiteX1-741" fmla="*/ 21683 w 125275"/>
              <a:gd name="connsiteY1-742" fmla="*/ 228867 h 232468"/>
              <a:gd name="connsiteX2-743" fmla="*/ 7841 w 125275"/>
              <a:gd name="connsiteY2-744" fmla="*/ 231620 h 232468"/>
              <a:gd name="connsiteX3-745" fmla="*/ 1 w 125275"/>
              <a:gd name="connsiteY3-746" fmla="*/ 219886 h 232468"/>
              <a:gd name="connsiteX4-747" fmla="*/ 1 w 125275"/>
              <a:gd name="connsiteY4-748" fmla="*/ 30643 h 232468"/>
              <a:gd name="connsiteX5-749" fmla="*/ 7843 w 125275"/>
              <a:gd name="connsiteY5-750" fmla="*/ 18930 h 232468"/>
              <a:gd name="connsiteX6-751" fmla="*/ 0 w 125275"/>
              <a:gd name="connsiteY6-752" fmla="*/ 0 h 232468"/>
              <a:gd name="connsiteX7-753" fmla="*/ 125275 w 125275"/>
              <a:gd name="connsiteY7-754" fmla="*/ 125275 h 232468"/>
              <a:gd name="connsiteX8-755" fmla="*/ 116296 w 125275"/>
              <a:gd name="connsiteY8-756" fmla="*/ 134253 h 232468"/>
              <a:gd name="connsiteX0-757" fmla="*/ 116297 w 125275"/>
              <a:gd name="connsiteY0-758" fmla="*/ 134253 h 232468"/>
              <a:gd name="connsiteX1-759" fmla="*/ 21683 w 125275"/>
              <a:gd name="connsiteY1-760" fmla="*/ 228867 h 232468"/>
              <a:gd name="connsiteX2-761" fmla="*/ 7841 w 125275"/>
              <a:gd name="connsiteY2-762" fmla="*/ 231620 h 232468"/>
              <a:gd name="connsiteX3-763" fmla="*/ 1 w 125275"/>
              <a:gd name="connsiteY3-764" fmla="*/ 219886 h 232468"/>
              <a:gd name="connsiteX4-765" fmla="*/ 1 w 125275"/>
              <a:gd name="connsiteY4-766" fmla="*/ 30643 h 232468"/>
              <a:gd name="connsiteX5-767" fmla="*/ 7843 w 125275"/>
              <a:gd name="connsiteY5-768" fmla="*/ 18930 h 232468"/>
              <a:gd name="connsiteX6-769" fmla="*/ 0 w 125275"/>
              <a:gd name="connsiteY6-770" fmla="*/ 0 h 232468"/>
              <a:gd name="connsiteX7-771" fmla="*/ 125275 w 125275"/>
              <a:gd name="connsiteY7-772" fmla="*/ 125275 h 232468"/>
              <a:gd name="connsiteX8-773" fmla="*/ 116296 w 125275"/>
              <a:gd name="connsiteY8-774" fmla="*/ 134253 h 232468"/>
              <a:gd name="connsiteX0-775" fmla="*/ 116297 w 125275"/>
              <a:gd name="connsiteY0-776" fmla="*/ 134253 h 232468"/>
              <a:gd name="connsiteX1-777" fmla="*/ 21683 w 125275"/>
              <a:gd name="connsiteY1-778" fmla="*/ 228867 h 232468"/>
              <a:gd name="connsiteX2-779" fmla="*/ 7841 w 125275"/>
              <a:gd name="connsiteY2-780" fmla="*/ 231620 h 232468"/>
              <a:gd name="connsiteX3-781" fmla="*/ 1 w 125275"/>
              <a:gd name="connsiteY3-782" fmla="*/ 219886 h 232468"/>
              <a:gd name="connsiteX4-783" fmla="*/ 1 w 125275"/>
              <a:gd name="connsiteY4-784" fmla="*/ 30643 h 232468"/>
              <a:gd name="connsiteX5-785" fmla="*/ 7843 w 125275"/>
              <a:gd name="connsiteY5-786" fmla="*/ 18930 h 232468"/>
              <a:gd name="connsiteX6-787" fmla="*/ 0 w 125275"/>
              <a:gd name="connsiteY6-788" fmla="*/ 0 h 232468"/>
              <a:gd name="connsiteX7-789" fmla="*/ 125275 w 125275"/>
              <a:gd name="connsiteY7-790" fmla="*/ 125275 h 232468"/>
              <a:gd name="connsiteX8-791" fmla="*/ 116296 w 125275"/>
              <a:gd name="connsiteY8-792" fmla="*/ 134253 h 232468"/>
              <a:gd name="connsiteX0-793" fmla="*/ 116296 w 125274"/>
              <a:gd name="connsiteY0-794" fmla="*/ 116172 h 214387"/>
              <a:gd name="connsiteX1-795" fmla="*/ 21682 w 125274"/>
              <a:gd name="connsiteY1-796" fmla="*/ 210786 h 214387"/>
              <a:gd name="connsiteX2-797" fmla="*/ 7840 w 125274"/>
              <a:gd name="connsiteY2-798" fmla="*/ 213539 h 214387"/>
              <a:gd name="connsiteX3-799" fmla="*/ 0 w 125274"/>
              <a:gd name="connsiteY3-800" fmla="*/ 201805 h 214387"/>
              <a:gd name="connsiteX4-801" fmla="*/ 0 w 125274"/>
              <a:gd name="connsiteY4-802" fmla="*/ 12562 h 214387"/>
              <a:gd name="connsiteX5-803" fmla="*/ 7842 w 125274"/>
              <a:gd name="connsiteY5-804" fmla="*/ 849 h 214387"/>
              <a:gd name="connsiteX6-805" fmla="*/ 21682 w 125274"/>
              <a:gd name="connsiteY6-806" fmla="*/ 3601 h 214387"/>
              <a:gd name="connsiteX7-807" fmla="*/ 125274 w 125274"/>
              <a:gd name="connsiteY7-808" fmla="*/ 107194 h 214387"/>
              <a:gd name="connsiteX8-809" fmla="*/ 116295 w 125274"/>
              <a:gd name="connsiteY8-810" fmla="*/ 116172 h 214387"/>
              <a:gd name="connsiteX0-811" fmla="*/ 116296 w 125274"/>
              <a:gd name="connsiteY0-812" fmla="*/ 116172 h 214387"/>
              <a:gd name="connsiteX1-813" fmla="*/ 21682 w 125274"/>
              <a:gd name="connsiteY1-814" fmla="*/ 210786 h 214387"/>
              <a:gd name="connsiteX2-815" fmla="*/ 7840 w 125274"/>
              <a:gd name="connsiteY2-816" fmla="*/ 213539 h 214387"/>
              <a:gd name="connsiteX3-817" fmla="*/ 0 w 125274"/>
              <a:gd name="connsiteY3-818" fmla="*/ 201805 h 214387"/>
              <a:gd name="connsiteX4-819" fmla="*/ 0 w 125274"/>
              <a:gd name="connsiteY4-820" fmla="*/ 12562 h 214387"/>
              <a:gd name="connsiteX5-821" fmla="*/ 7842 w 125274"/>
              <a:gd name="connsiteY5-822" fmla="*/ 849 h 214387"/>
              <a:gd name="connsiteX6-823" fmla="*/ 21682 w 125274"/>
              <a:gd name="connsiteY6-824" fmla="*/ 3601 h 214387"/>
              <a:gd name="connsiteX7-825" fmla="*/ 125274 w 125274"/>
              <a:gd name="connsiteY7-826" fmla="*/ 107194 h 214387"/>
              <a:gd name="connsiteX8-827" fmla="*/ 116295 w 125274"/>
              <a:gd name="connsiteY8-828" fmla="*/ 116172 h 214387"/>
              <a:gd name="connsiteX0-829" fmla="*/ 116296 w 125274"/>
              <a:gd name="connsiteY0-830" fmla="*/ 116172 h 214387"/>
              <a:gd name="connsiteX1-831" fmla="*/ 21682 w 125274"/>
              <a:gd name="connsiteY1-832" fmla="*/ 210786 h 214387"/>
              <a:gd name="connsiteX2-833" fmla="*/ 7840 w 125274"/>
              <a:gd name="connsiteY2-834" fmla="*/ 213539 h 214387"/>
              <a:gd name="connsiteX3-835" fmla="*/ 0 w 125274"/>
              <a:gd name="connsiteY3-836" fmla="*/ 201805 h 214387"/>
              <a:gd name="connsiteX4-837" fmla="*/ 0 w 125274"/>
              <a:gd name="connsiteY4-838" fmla="*/ 12562 h 214387"/>
              <a:gd name="connsiteX5-839" fmla="*/ 7842 w 125274"/>
              <a:gd name="connsiteY5-840" fmla="*/ 849 h 214387"/>
              <a:gd name="connsiteX6-841" fmla="*/ 21682 w 125274"/>
              <a:gd name="connsiteY6-842" fmla="*/ 3601 h 214387"/>
              <a:gd name="connsiteX7-843" fmla="*/ 125274 w 125274"/>
              <a:gd name="connsiteY7-844" fmla="*/ 107194 h 214387"/>
              <a:gd name="connsiteX8-845" fmla="*/ 116295 w 125274"/>
              <a:gd name="connsiteY8-846" fmla="*/ 116172 h 214387"/>
              <a:gd name="connsiteX0-847" fmla="*/ 116296 w 121722"/>
              <a:gd name="connsiteY0-848" fmla="*/ 116172 h 214387"/>
              <a:gd name="connsiteX1-849" fmla="*/ 21682 w 121722"/>
              <a:gd name="connsiteY1-850" fmla="*/ 210786 h 214387"/>
              <a:gd name="connsiteX2-851" fmla="*/ 7840 w 121722"/>
              <a:gd name="connsiteY2-852" fmla="*/ 213539 h 214387"/>
              <a:gd name="connsiteX3-853" fmla="*/ 0 w 121722"/>
              <a:gd name="connsiteY3-854" fmla="*/ 201805 h 214387"/>
              <a:gd name="connsiteX4-855" fmla="*/ 0 w 121722"/>
              <a:gd name="connsiteY4-856" fmla="*/ 12562 h 214387"/>
              <a:gd name="connsiteX5-857" fmla="*/ 7842 w 121722"/>
              <a:gd name="connsiteY5-858" fmla="*/ 849 h 214387"/>
              <a:gd name="connsiteX6-859" fmla="*/ 21682 w 121722"/>
              <a:gd name="connsiteY6-860" fmla="*/ 3601 h 214387"/>
              <a:gd name="connsiteX7-861" fmla="*/ 116295 w 121722"/>
              <a:gd name="connsiteY7-862" fmla="*/ 98215 h 214387"/>
              <a:gd name="connsiteX8-863" fmla="*/ 116295 w 121722"/>
              <a:gd name="connsiteY8-864" fmla="*/ 116172 h 214387"/>
              <a:gd name="connsiteX0-865" fmla="*/ 116296 w 120240"/>
              <a:gd name="connsiteY0-866" fmla="*/ 116172 h 214387"/>
              <a:gd name="connsiteX1-867" fmla="*/ 21682 w 120240"/>
              <a:gd name="connsiteY1-868" fmla="*/ 210786 h 214387"/>
              <a:gd name="connsiteX2-869" fmla="*/ 7840 w 120240"/>
              <a:gd name="connsiteY2-870" fmla="*/ 213539 h 214387"/>
              <a:gd name="connsiteX3-871" fmla="*/ 0 w 120240"/>
              <a:gd name="connsiteY3-872" fmla="*/ 201805 h 214387"/>
              <a:gd name="connsiteX4-873" fmla="*/ 0 w 120240"/>
              <a:gd name="connsiteY4-874" fmla="*/ 12562 h 214387"/>
              <a:gd name="connsiteX5-875" fmla="*/ 7842 w 120240"/>
              <a:gd name="connsiteY5-876" fmla="*/ 849 h 214387"/>
              <a:gd name="connsiteX6-877" fmla="*/ 21682 w 120240"/>
              <a:gd name="connsiteY6-878" fmla="*/ 3601 h 214387"/>
              <a:gd name="connsiteX7-879" fmla="*/ 116295 w 120240"/>
              <a:gd name="connsiteY7-880" fmla="*/ 98215 h 214387"/>
              <a:gd name="connsiteX8-881" fmla="*/ 116295 w 120240"/>
              <a:gd name="connsiteY8-882" fmla="*/ 116172 h 214387"/>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Lst>
            <a:rect l="l" t="t" r="r" b="b"/>
            <a:pathLst>
              <a:path w="120240" h="214387">
                <a:moveTo>
                  <a:pt x="116296" y="116172"/>
                </a:moveTo>
                <a:cubicBezTo>
                  <a:pt x="116296" y="116172"/>
                  <a:pt x="21682" y="210786"/>
                  <a:pt x="21682" y="210786"/>
                </a:cubicBezTo>
                <a:cubicBezTo>
                  <a:pt x="18313" y="214156"/>
                  <a:pt x="12243" y="215362"/>
                  <a:pt x="7840" y="213539"/>
                </a:cubicBezTo>
                <a:cubicBezTo>
                  <a:pt x="3438" y="211715"/>
                  <a:pt x="0" y="206570"/>
                  <a:pt x="0" y="201805"/>
                </a:cubicBezTo>
                <a:cubicBezTo>
                  <a:pt x="0" y="201805"/>
                  <a:pt x="0" y="12562"/>
                  <a:pt x="0" y="12562"/>
                </a:cubicBezTo>
                <a:cubicBezTo>
                  <a:pt x="0" y="7797"/>
                  <a:pt x="3440" y="2672"/>
                  <a:pt x="7842" y="849"/>
                </a:cubicBezTo>
                <a:cubicBezTo>
                  <a:pt x="12244" y="-975"/>
                  <a:pt x="18313" y="232"/>
                  <a:pt x="21682" y="3601"/>
                </a:cubicBezTo>
                <a:cubicBezTo>
                  <a:pt x="21681" y="3601"/>
                  <a:pt x="116295" y="98215"/>
                  <a:pt x="116295" y="98215"/>
                </a:cubicBezTo>
                <a:cubicBezTo>
                  <a:pt x="121555" y="103475"/>
                  <a:pt x="121555" y="110913"/>
                  <a:pt x="116295" y="116172"/>
                </a:cubicBezTo>
                <a:close/>
              </a:path>
            </a:pathLst>
          </a:custGeom>
          <a:gradFill>
            <a:gsLst>
              <a:gs pos="0">
                <a:schemeClr val="accent1">
                  <a:lumMod val="60000"/>
                  <a:lumOff val="40000"/>
                  <a:alpha val="100000"/>
                </a:schemeClr>
              </a:gs>
              <a:gs pos="92000">
                <a:srgbClr val="254D97"/>
              </a:gs>
            </a:gsLst>
            <a:lin ang="16200000" scaled="0"/>
          </a:gradFill>
          <a:ln>
            <a:noFill/>
          </a:ln>
          <a:effectLst/>
        </p:spPr>
        <p:style>
          <a:lnRef idx="2">
            <a:schemeClr val="accent1">
              <a:lumMod val="75000"/>
            </a:schemeClr>
          </a:lnRef>
          <a:fillRef idx="1">
            <a:schemeClr val="accent1"/>
          </a:fillRef>
          <a:effectRef idx="0">
            <a:srgbClr val="FFFFFF"/>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lgn="ctr">
              <a:buClrTx/>
              <a:buSzTx/>
              <a:buFontTx/>
            </a:pPr>
            <a:endParaRPr lang="zh-CN" altLang="en-US">
              <a:sym typeface="+mn-ea"/>
            </a:endParaRPr>
          </a:p>
        </p:txBody>
      </p:sp>
      <p:sp>
        <p:nvSpPr>
          <p:cNvPr id="35" name="任意多边形: 形状 34"/>
          <p:cNvSpPr/>
          <p:nvPr>
            <p:custDataLst>
              <p:tags r:id="rId14"/>
            </p:custDataLst>
          </p:nvPr>
        </p:nvSpPr>
        <p:spPr>
          <a:xfrm>
            <a:off x="5171991" y="3593566"/>
            <a:ext cx="1679212" cy="1434596"/>
          </a:xfrm>
          <a:custGeom>
            <a:avLst/>
            <a:gdLst>
              <a:gd name="connsiteX0" fmla="*/ 25225 w 1761859"/>
              <a:gd name="connsiteY0" fmla="*/ 0 h 1505029"/>
              <a:gd name="connsiteX1" fmla="*/ 1736616 w 1761859"/>
              <a:gd name="connsiteY1" fmla="*/ 0 h 1505029"/>
              <a:gd name="connsiteX2" fmla="*/ 1758666 w 1761859"/>
              <a:gd name="connsiteY2" fmla="*/ 12793 h 1505029"/>
              <a:gd name="connsiteX3" fmla="*/ 1758510 w 1761859"/>
              <a:gd name="connsiteY3" fmla="*/ 38284 h 1505029"/>
              <a:gd name="connsiteX4" fmla="*/ 902783 w 1761859"/>
              <a:gd name="connsiteY4" fmla="*/ 1492565 h 1505029"/>
              <a:gd name="connsiteX5" fmla="*/ 880924 w 1761859"/>
              <a:gd name="connsiteY5" fmla="*/ 1505029 h 1505029"/>
              <a:gd name="connsiteX6" fmla="*/ 859033 w 1761859"/>
              <a:gd name="connsiteY6" fmla="*/ 1492510 h 1505029"/>
              <a:gd name="connsiteX7" fmla="*/ 3368 w 1761859"/>
              <a:gd name="connsiteY7" fmla="*/ 38333 h 1505029"/>
              <a:gd name="connsiteX8" fmla="*/ 3177 w 1761859"/>
              <a:gd name="connsiteY8" fmla="*/ 12790 h 1505029"/>
              <a:gd name="connsiteX9" fmla="*/ 25225 w 1761859"/>
              <a:gd name="connsiteY9" fmla="*/ 0 h 15050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761859" h="1505029">
                <a:moveTo>
                  <a:pt x="25225" y="0"/>
                </a:moveTo>
                <a:cubicBezTo>
                  <a:pt x="25225" y="0"/>
                  <a:pt x="1736616" y="0"/>
                  <a:pt x="1736616" y="0"/>
                </a:cubicBezTo>
                <a:cubicBezTo>
                  <a:pt x="1745308" y="0"/>
                  <a:pt x="1754351" y="5248"/>
                  <a:pt x="1758666" y="12793"/>
                </a:cubicBezTo>
                <a:cubicBezTo>
                  <a:pt x="1762981" y="20338"/>
                  <a:pt x="1762917" y="30793"/>
                  <a:pt x="1758510" y="38284"/>
                </a:cubicBezTo>
                <a:cubicBezTo>
                  <a:pt x="1758510" y="38284"/>
                  <a:pt x="902783" y="1492565"/>
                  <a:pt x="902783" y="1492565"/>
                </a:cubicBezTo>
                <a:cubicBezTo>
                  <a:pt x="898418" y="1499984"/>
                  <a:pt x="889532" y="1505029"/>
                  <a:pt x="880924" y="1505029"/>
                </a:cubicBezTo>
                <a:cubicBezTo>
                  <a:pt x="872316" y="1505029"/>
                  <a:pt x="863398" y="1499929"/>
                  <a:pt x="859033" y="1492510"/>
                </a:cubicBezTo>
                <a:cubicBezTo>
                  <a:pt x="859033" y="1492510"/>
                  <a:pt x="3368" y="38333"/>
                  <a:pt x="3368" y="38333"/>
                </a:cubicBezTo>
                <a:cubicBezTo>
                  <a:pt x="-1040" y="30842"/>
                  <a:pt x="-1138" y="20335"/>
                  <a:pt x="3177" y="12790"/>
                </a:cubicBezTo>
                <a:cubicBezTo>
                  <a:pt x="7491" y="5246"/>
                  <a:pt x="16534" y="0"/>
                  <a:pt x="25225" y="0"/>
                </a:cubicBezTo>
                <a:close/>
              </a:path>
            </a:pathLst>
          </a:custGeom>
          <a:gradFill>
            <a:gsLst>
              <a:gs pos="0">
                <a:schemeClr val="accent1">
                  <a:lumMod val="60000"/>
                  <a:lumOff val="40000"/>
                  <a:alpha val="100000"/>
                </a:schemeClr>
              </a:gs>
              <a:gs pos="92000">
                <a:srgbClr val="2564A8"/>
              </a:gs>
            </a:gsLst>
            <a:lin ang="162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360045"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zh-CN" altLang="en-US" sz="1400" b="1">
                <a:solidFill>
                  <a:schemeClr val="bg1"/>
                </a:solidFill>
                <a:cs typeface="微软雅黑 Light" panose="020B0502040204020203" charset="-122"/>
                <a:sym typeface="+mn-ea"/>
              </a:rPr>
              <a:t>三位一体的</a:t>
            </a:r>
            <a:endParaRPr lang="zh-CN" altLang="en-US" sz="1400" b="1">
              <a:solidFill>
                <a:schemeClr val="bg1"/>
              </a:solidFill>
              <a:cs typeface="微软雅黑 Light" panose="020B0502040204020203" charset="-122"/>
              <a:sym typeface="+mn-ea"/>
            </a:endParaRPr>
          </a:p>
          <a:p>
            <a:pPr algn="ctr"/>
            <a:r>
              <a:rPr lang="zh-CN" altLang="en-US" sz="1400" b="1">
                <a:solidFill>
                  <a:schemeClr val="bg1"/>
                </a:solidFill>
                <a:cs typeface="微软雅黑 Light" panose="020B0502040204020203" charset="-122"/>
                <a:sym typeface="+mn-ea"/>
              </a:rPr>
              <a:t>课后服务</a:t>
            </a:r>
            <a:endParaRPr lang="zh-CN" altLang="en-US" sz="1400" b="1">
              <a:solidFill>
                <a:schemeClr val="bg1"/>
              </a:solidFill>
              <a:cs typeface="微软雅黑 Light" panose="020B0502040204020203" charset="-122"/>
              <a:sym typeface="+mn-ea"/>
            </a:endParaRPr>
          </a:p>
          <a:p>
            <a:pPr algn="ctr"/>
            <a:r>
              <a:rPr lang="zh-CN" altLang="en-US" sz="1400" b="1">
                <a:solidFill>
                  <a:schemeClr val="bg1"/>
                </a:solidFill>
                <a:cs typeface="微软雅黑 Light" panose="020B0502040204020203" charset="-122"/>
                <a:sym typeface="+mn-ea"/>
              </a:rPr>
              <a:t>模式</a:t>
            </a:r>
            <a:endParaRPr lang="zh-CN" altLang="en-US" sz="1400" b="1">
              <a:solidFill>
                <a:schemeClr val="bg1"/>
              </a:solidFill>
              <a:cs typeface="微软雅黑 Light" panose="020B0502040204020203" charset="-122"/>
              <a:sym typeface="+mn-ea"/>
            </a:endParaRPr>
          </a:p>
        </p:txBody>
      </p:sp>
      <p:sp>
        <p:nvSpPr>
          <p:cNvPr id="31" name="任意多边形: 形状 30"/>
          <p:cNvSpPr/>
          <p:nvPr>
            <p:custDataLst>
              <p:tags r:id="rId15"/>
            </p:custDataLst>
          </p:nvPr>
        </p:nvSpPr>
        <p:spPr>
          <a:xfrm>
            <a:off x="5153890" y="2040540"/>
            <a:ext cx="1711793" cy="1366332"/>
          </a:xfrm>
          <a:custGeom>
            <a:avLst/>
            <a:gdLst>
              <a:gd name="connsiteX0" fmla="*/ 0 w 2829"/>
              <a:gd name="connsiteY0" fmla="*/ 2257 h 2256"/>
              <a:gd name="connsiteX1" fmla="*/ 1344 w 2829"/>
              <a:gd name="connsiteY1" fmla="*/ 34 h 2256"/>
              <a:gd name="connsiteX2" fmla="*/ 1464 w 2829"/>
              <a:gd name="connsiteY2" fmla="*/ 34 h 2256"/>
              <a:gd name="connsiteX3" fmla="*/ 2829 w 2829"/>
              <a:gd name="connsiteY3" fmla="*/ 2254 h 2256"/>
            </a:gdLst>
            <a:ahLst/>
            <a:cxnLst>
              <a:cxn ang="0">
                <a:pos x="connsiteX0" y="connsiteY0"/>
              </a:cxn>
              <a:cxn ang="0">
                <a:pos x="connsiteX1" y="connsiteY1"/>
              </a:cxn>
              <a:cxn ang="0">
                <a:pos x="connsiteX2" y="connsiteY2"/>
              </a:cxn>
              <a:cxn ang="0">
                <a:pos x="connsiteX3" y="connsiteY3"/>
              </a:cxn>
            </a:cxnLst>
            <a:rect l="l" t="t" r="r" b="b"/>
            <a:pathLst>
              <a:path w="2829" h="2257">
                <a:moveTo>
                  <a:pt x="0" y="2257"/>
                </a:moveTo>
                <a:lnTo>
                  <a:pt x="1344" y="34"/>
                </a:lnTo>
                <a:cubicBezTo>
                  <a:pt x="1371" y="-11"/>
                  <a:pt x="1437" y="-11"/>
                  <a:pt x="1464" y="34"/>
                </a:cubicBezTo>
                <a:lnTo>
                  <a:pt x="2829" y="2254"/>
                </a:lnTo>
              </a:path>
            </a:pathLst>
          </a:custGeom>
          <a:noFill/>
          <a:ln w="12700" cap="rnd">
            <a:solidFill>
              <a:schemeClr val="accent1"/>
            </a:solidFill>
            <a:prstDash val="solid"/>
            <a:round/>
          </a:ln>
        </p:spPr>
        <p:txBody>
          <a:bodyPr rot="0" spcFirstLastPara="0" vertOverflow="overflow" horzOverflow="overflow"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solidFill>
                <a:schemeClr val="tx1"/>
              </a:solidFill>
            </a:endParaRPr>
          </a:p>
        </p:txBody>
      </p:sp>
      <p:sp>
        <p:nvSpPr>
          <p:cNvPr id="32" name="任意多边形: 形状 31"/>
          <p:cNvSpPr/>
          <p:nvPr>
            <p:custDataLst>
              <p:tags r:id="rId16"/>
            </p:custDataLst>
          </p:nvPr>
        </p:nvSpPr>
        <p:spPr>
          <a:xfrm>
            <a:off x="4203354" y="3718201"/>
            <a:ext cx="1638357" cy="1385466"/>
          </a:xfrm>
          <a:custGeom>
            <a:avLst/>
            <a:gdLst>
              <a:gd name="connsiteX0" fmla="*/ 325944 w 666176"/>
              <a:gd name="connsiteY0" fmla="*/ 0 h 563213"/>
              <a:gd name="connsiteX1" fmla="*/ 3047 w 666176"/>
              <a:gd name="connsiteY1" fmla="*/ 531876 h 563213"/>
              <a:gd name="connsiteX2" fmla="*/ 20668 w 666176"/>
              <a:gd name="connsiteY2" fmla="*/ 563213 h 563213"/>
              <a:gd name="connsiteX3" fmla="*/ 666177 w 666176"/>
              <a:gd name="connsiteY3" fmla="*/ 563213 h 563213"/>
            </a:gdLst>
            <a:ahLst/>
            <a:cxnLst>
              <a:cxn ang="0">
                <a:pos x="connsiteX0" y="connsiteY0"/>
              </a:cxn>
              <a:cxn ang="0">
                <a:pos x="connsiteX1" y="connsiteY1"/>
              </a:cxn>
              <a:cxn ang="0">
                <a:pos x="connsiteX2" y="connsiteY2"/>
              </a:cxn>
              <a:cxn ang="0">
                <a:pos x="connsiteX3" y="connsiteY3"/>
              </a:cxn>
            </a:cxnLst>
            <a:rect l="l" t="t" r="r" b="b"/>
            <a:pathLst>
              <a:path w="666176" h="563213">
                <a:moveTo>
                  <a:pt x="325944" y="0"/>
                </a:moveTo>
                <a:lnTo>
                  <a:pt x="3047" y="531876"/>
                </a:lnTo>
                <a:cubicBezTo>
                  <a:pt x="-5335" y="545592"/>
                  <a:pt x="4571" y="563213"/>
                  <a:pt x="20668" y="563213"/>
                </a:cubicBezTo>
                <a:lnTo>
                  <a:pt x="666177" y="563213"/>
                </a:lnTo>
              </a:path>
            </a:pathLst>
          </a:custGeom>
          <a:noFill/>
          <a:ln w="12700" cap="rnd">
            <a:solidFill>
              <a:schemeClr val="accent1"/>
            </a:solidFill>
            <a:prstDash val="solid"/>
            <a:round/>
          </a:ln>
        </p:spPr>
        <p:txBody>
          <a:bodyPr rot="0" spcFirstLastPara="0" vertOverflow="overflow" horzOverflow="overflow"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solidFill>
                <a:schemeClr val="tx1"/>
              </a:solidFill>
            </a:endParaRPr>
          </a:p>
        </p:txBody>
      </p:sp>
      <p:sp>
        <p:nvSpPr>
          <p:cNvPr id="12" name="任意多边形: 形状 31"/>
          <p:cNvSpPr/>
          <p:nvPr>
            <p:custDataLst>
              <p:tags r:id="rId17"/>
            </p:custDataLst>
          </p:nvPr>
        </p:nvSpPr>
        <p:spPr>
          <a:xfrm flipH="1">
            <a:off x="6170623" y="3718201"/>
            <a:ext cx="1638357" cy="1385466"/>
          </a:xfrm>
          <a:custGeom>
            <a:avLst/>
            <a:gdLst>
              <a:gd name="connsiteX0" fmla="*/ 325944 w 666176"/>
              <a:gd name="connsiteY0" fmla="*/ 0 h 563213"/>
              <a:gd name="connsiteX1" fmla="*/ 3047 w 666176"/>
              <a:gd name="connsiteY1" fmla="*/ 531876 h 563213"/>
              <a:gd name="connsiteX2" fmla="*/ 20668 w 666176"/>
              <a:gd name="connsiteY2" fmla="*/ 563213 h 563213"/>
              <a:gd name="connsiteX3" fmla="*/ 666177 w 666176"/>
              <a:gd name="connsiteY3" fmla="*/ 563213 h 563213"/>
            </a:gdLst>
            <a:ahLst/>
            <a:cxnLst>
              <a:cxn ang="0">
                <a:pos x="connsiteX0" y="connsiteY0"/>
              </a:cxn>
              <a:cxn ang="0">
                <a:pos x="connsiteX1" y="connsiteY1"/>
              </a:cxn>
              <a:cxn ang="0">
                <a:pos x="connsiteX2" y="connsiteY2"/>
              </a:cxn>
              <a:cxn ang="0">
                <a:pos x="connsiteX3" y="connsiteY3"/>
              </a:cxn>
            </a:cxnLst>
            <a:rect l="l" t="t" r="r" b="b"/>
            <a:pathLst>
              <a:path w="666176" h="563213">
                <a:moveTo>
                  <a:pt x="325944" y="0"/>
                </a:moveTo>
                <a:lnTo>
                  <a:pt x="3047" y="531876"/>
                </a:lnTo>
                <a:cubicBezTo>
                  <a:pt x="-5335" y="545592"/>
                  <a:pt x="4571" y="563213"/>
                  <a:pt x="20668" y="563213"/>
                </a:cubicBezTo>
                <a:lnTo>
                  <a:pt x="666177" y="563213"/>
                </a:lnTo>
              </a:path>
            </a:pathLst>
          </a:custGeom>
          <a:noFill/>
          <a:ln w="12700" cap="rnd">
            <a:solidFill>
              <a:schemeClr val="accent2"/>
            </a:solidFill>
            <a:prstDash val="solid"/>
            <a:round/>
          </a:ln>
        </p:spPr>
        <p:txBody>
          <a:bodyPr rot="0" spcFirstLastPara="0" vertOverflow="overflow" horzOverflow="overflow"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solidFill>
                <a:schemeClr val="tx1"/>
              </a:solidFill>
            </a:endParaRPr>
          </a:p>
        </p:txBody>
      </p:sp>
      <p:sp>
        <p:nvSpPr>
          <p:cNvPr id="17" name="文本框 16"/>
          <p:cNvSpPr txBox="1"/>
          <p:nvPr>
            <p:custDataLst>
              <p:tags r:id="rId18"/>
            </p:custDataLst>
          </p:nvPr>
        </p:nvSpPr>
        <p:spPr>
          <a:xfrm>
            <a:off x="4643973" y="4629951"/>
            <a:ext cx="1015698" cy="303572"/>
          </a:xfrm>
          <a:prstGeom prst="rect">
            <a:avLst/>
          </a:prstGeom>
          <a:noFill/>
        </p:spPr>
        <p:txBody>
          <a:bodyPr wrap="square" lIns="0" tIns="0" rIns="0" bIns="0" rtlCol="0" anchor="t" anchorCtr="0">
            <a:noAutofit/>
          </a:bodyPr>
          <a:lstStyle/>
          <a:p>
            <a:pPr algn="ctr">
              <a:buClrTx/>
              <a:buSzTx/>
              <a:buFontTx/>
            </a:pPr>
            <a:r>
              <a:rPr lang="zh-CN" altLang="en-US" sz="1600" b="1">
                <a:solidFill>
                  <a:srgbClr val="2564A8"/>
                </a:solidFill>
                <a:sym typeface="+mn-ea"/>
              </a:rPr>
              <a:t>服务能力</a:t>
            </a:r>
            <a:endParaRPr lang="zh-CN" altLang="en-US" sz="1600" b="1">
              <a:solidFill>
                <a:srgbClr val="2564A8"/>
              </a:solidFill>
              <a:sym typeface="+mn-ea"/>
            </a:endParaRPr>
          </a:p>
        </p:txBody>
      </p:sp>
      <p:sp>
        <p:nvSpPr>
          <p:cNvPr id="18" name="文本框 17"/>
          <p:cNvSpPr txBox="1"/>
          <p:nvPr>
            <p:custDataLst>
              <p:tags r:id="rId19"/>
            </p:custDataLst>
          </p:nvPr>
        </p:nvSpPr>
        <p:spPr>
          <a:xfrm>
            <a:off x="6432992" y="4629951"/>
            <a:ext cx="1015698" cy="303572"/>
          </a:xfrm>
          <a:prstGeom prst="rect">
            <a:avLst/>
          </a:prstGeom>
          <a:noFill/>
        </p:spPr>
        <p:txBody>
          <a:bodyPr wrap="square" lIns="0" tIns="0" rIns="0" bIns="0" rtlCol="0" anchor="t" anchorCtr="0">
            <a:noAutofit/>
          </a:bodyPr>
          <a:lstStyle/>
          <a:p>
            <a:pPr algn="ctr">
              <a:buClrTx/>
              <a:buSzTx/>
              <a:buFontTx/>
            </a:pPr>
            <a:r>
              <a:rPr lang="zh-CN" altLang="en-US" sz="1600" b="1">
                <a:solidFill>
                  <a:srgbClr val="2564A8"/>
                </a:solidFill>
                <a:sym typeface="+mn-ea"/>
              </a:rPr>
              <a:t>运营能力</a:t>
            </a:r>
            <a:endParaRPr lang="zh-CN" altLang="en-US" sz="1600" b="1">
              <a:solidFill>
                <a:srgbClr val="2564A8"/>
              </a:solidFill>
              <a:sym typeface="+mn-ea"/>
            </a:endParaRPr>
          </a:p>
        </p:txBody>
      </p:sp>
      <p:sp>
        <p:nvSpPr>
          <p:cNvPr id="19" name="文本框 18"/>
          <p:cNvSpPr txBox="1"/>
          <p:nvPr>
            <p:custDataLst>
              <p:tags r:id="rId20"/>
            </p:custDataLst>
          </p:nvPr>
        </p:nvSpPr>
        <p:spPr>
          <a:xfrm>
            <a:off x="5466080" y="2999105"/>
            <a:ext cx="1096010" cy="303530"/>
          </a:xfrm>
          <a:prstGeom prst="rect">
            <a:avLst/>
          </a:prstGeom>
          <a:noFill/>
        </p:spPr>
        <p:txBody>
          <a:bodyPr wrap="square" lIns="0" tIns="0" rIns="0" bIns="0" rtlCol="0" anchor="t" anchorCtr="0">
            <a:noAutofit/>
          </a:bodyPr>
          <a:lstStyle/>
          <a:p>
            <a:pPr algn="ctr"/>
            <a:r>
              <a:rPr lang="zh-CN" altLang="en-US" sz="1600" b="1">
                <a:solidFill>
                  <a:srgbClr val="2564A8"/>
                </a:solidFill>
              </a:rPr>
              <a:t>数字化平台</a:t>
            </a:r>
            <a:r>
              <a:rPr lang="en-US" altLang="zh-CN" sz="1600" b="1">
                <a:solidFill>
                  <a:srgbClr val="2564A8"/>
                </a:solidFill>
              </a:rPr>
              <a:t>(</a:t>
            </a:r>
            <a:r>
              <a:rPr lang="zh-CN" altLang="en-US" sz="1600" b="1">
                <a:solidFill>
                  <a:srgbClr val="2564A8"/>
                </a:solidFill>
              </a:rPr>
              <a:t>底座</a:t>
            </a:r>
            <a:r>
              <a:rPr lang="en-US" altLang="zh-CN" sz="1600" b="1">
                <a:solidFill>
                  <a:srgbClr val="2564A8"/>
                </a:solidFill>
              </a:rPr>
              <a:t>)</a:t>
            </a:r>
            <a:endParaRPr lang="en-US" altLang="zh-CN" sz="1600" b="1">
              <a:solidFill>
                <a:srgbClr val="2564A8"/>
              </a:solidFill>
            </a:endParaRPr>
          </a:p>
        </p:txBody>
      </p:sp>
      <p:pic>
        <p:nvPicPr>
          <p:cNvPr id="65" name="图片 64" descr="343439383331313b343532303031393bd2b5bca8b9dcc0ed"/>
          <p:cNvPicPr>
            <a:picLocks noChangeAspect="1"/>
          </p:cNvPicPr>
          <p:nvPr>
            <p:custDataLst>
              <p:tags r:id="rId21"/>
            </p:custDataLst>
          </p:nvPr>
        </p:nvPicPr>
        <p:blipFill>
          <a:blip r:embed="rId22">
            <a:extLst>
              <a:ext uri="{96DAC541-7B7A-43D3-8B79-37D633B846F1}">
                <asvg:svgBlip xmlns:asvg="http://schemas.microsoft.com/office/drawing/2016/SVG/main" r:embed="rId23"/>
              </a:ext>
            </a:extLst>
          </a:blip>
          <a:stretch>
            <a:fillRect/>
          </a:stretch>
        </p:blipFill>
        <p:spPr>
          <a:xfrm>
            <a:off x="6868787" y="4292764"/>
            <a:ext cx="146596" cy="146596"/>
          </a:xfrm>
          <a:prstGeom prst="rect">
            <a:avLst/>
          </a:prstGeom>
          <a:solidFill>
            <a:srgbClr val="FFFFFF"/>
          </a:solidFill>
          <a:effectLst/>
        </p:spPr>
      </p:pic>
      <p:pic>
        <p:nvPicPr>
          <p:cNvPr id="66" name="图片 65" descr="服务"/>
          <p:cNvPicPr>
            <a:picLocks noChangeAspect="1"/>
          </p:cNvPicPr>
          <p:nvPr>
            <p:custDataLst>
              <p:tags r:id="rId24"/>
            </p:custDataLst>
          </p:nvPr>
        </p:nvPicPr>
        <p:blipFill>
          <a:blip r:embed="rId25">
            <a:extLst>
              <a:ext uri="{96DAC541-7B7A-43D3-8B79-37D633B846F1}">
                <asvg:svgBlip xmlns:asvg="http://schemas.microsoft.com/office/drawing/2016/SVG/main" r:embed="rId26"/>
              </a:ext>
            </a:extLst>
          </a:blip>
          <a:srcRect/>
          <a:stretch>
            <a:fillRect/>
          </a:stretch>
        </p:blipFill>
        <p:spPr>
          <a:xfrm>
            <a:off x="5074521" y="4292764"/>
            <a:ext cx="146050" cy="146596"/>
          </a:xfrm>
          <a:prstGeom prst="rect">
            <a:avLst/>
          </a:prstGeom>
          <a:solidFill>
            <a:srgbClr val="FFFFFF"/>
          </a:solidFill>
          <a:effectLst/>
        </p:spPr>
      </p:pic>
      <p:pic>
        <p:nvPicPr>
          <p:cNvPr id="67" name="图片 66" descr="多终端投资"/>
          <p:cNvPicPr>
            <a:picLocks noChangeAspect="1"/>
          </p:cNvPicPr>
          <p:nvPr>
            <p:custDataLst>
              <p:tags r:id="rId27"/>
            </p:custDataLst>
          </p:nvPr>
        </p:nvPicPr>
        <p:blipFill>
          <a:blip r:embed="rId28">
            <a:extLst>
              <a:ext uri="{96DAC541-7B7A-43D3-8B79-37D633B846F1}">
                <asvg:svgBlip xmlns:asvg="http://schemas.microsoft.com/office/drawing/2016/SVG/main" r:embed="rId29"/>
              </a:ext>
            </a:extLst>
          </a:blip>
          <a:srcRect/>
          <a:stretch>
            <a:fillRect/>
          </a:stretch>
        </p:blipFill>
        <p:spPr>
          <a:xfrm>
            <a:off x="5946967" y="2650270"/>
            <a:ext cx="146050" cy="146596"/>
          </a:xfrm>
          <a:prstGeom prst="rect">
            <a:avLst/>
          </a:prstGeom>
          <a:solidFill>
            <a:schemeClr val="accent1"/>
          </a:solidFill>
          <a:effectLst/>
        </p:spPr>
      </p:pic>
      <p:pic>
        <p:nvPicPr>
          <p:cNvPr id="20" name="图片 19" descr="马车"/>
          <p:cNvPicPr>
            <a:picLocks noChangeAspect="1"/>
          </p:cNvPicPr>
          <p:nvPr/>
        </p:nvPicPr>
        <p:blipFill>
          <a:blip r:embed="rId30">
            <a:extLst>
              <a:ext uri="{96DAC541-7B7A-43D3-8B79-37D633B846F1}">
                <asvg:svgBlip xmlns:asvg="http://schemas.microsoft.com/office/drawing/2016/SVG/main" r:embed="rId31"/>
              </a:ext>
            </a:extLst>
          </a:blip>
          <a:stretch>
            <a:fillRect/>
          </a:stretch>
        </p:blipFill>
        <p:spPr>
          <a:xfrm rot="18240000">
            <a:off x="4750435" y="3295650"/>
            <a:ext cx="430530" cy="430530"/>
          </a:xfrm>
          <a:prstGeom prst="rect">
            <a:avLst/>
          </a:prstGeom>
        </p:spPr>
      </p:pic>
      <p:pic>
        <p:nvPicPr>
          <p:cNvPr id="21" name="图片 20" descr="马车"/>
          <p:cNvPicPr>
            <a:picLocks noChangeAspect="1"/>
          </p:cNvPicPr>
          <p:nvPr/>
        </p:nvPicPr>
        <p:blipFill>
          <a:blip r:embed="rId30">
            <a:extLst>
              <a:ext uri="{96DAC541-7B7A-43D3-8B79-37D633B846F1}">
                <asvg:svgBlip xmlns:asvg="http://schemas.microsoft.com/office/drawing/2016/SVG/main" r:embed="rId31"/>
              </a:ext>
            </a:extLst>
          </a:blip>
          <a:stretch>
            <a:fillRect/>
          </a:stretch>
        </p:blipFill>
        <p:spPr>
          <a:xfrm flipH="1">
            <a:off x="5831205" y="4886960"/>
            <a:ext cx="430530" cy="430530"/>
          </a:xfrm>
          <a:prstGeom prst="rect">
            <a:avLst/>
          </a:prstGeom>
        </p:spPr>
      </p:pic>
      <p:pic>
        <p:nvPicPr>
          <p:cNvPr id="23" name="图片 22" descr="马车"/>
          <p:cNvPicPr>
            <a:picLocks noChangeAspect="1"/>
          </p:cNvPicPr>
          <p:nvPr/>
        </p:nvPicPr>
        <p:blipFill>
          <a:blip r:embed="rId30">
            <a:extLst>
              <a:ext uri="{96DAC541-7B7A-43D3-8B79-37D633B846F1}">
                <asvg:svgBlip xmlns:asvg="http://schemas.microsoft.com/office/drawing/2016/SVG/main" r:embed="rId31"/>
              </a:ext>
            </a:extLst>
          </a:blip>
          <a:stretch>
            <a:fillRect/>
          </a:stretch>
        </p:blipFill>
        <p:spPr>
          <a:xfrm rot="3600000">
            <a:off x="6829425" y="3264535"/>
            <a:ext cx="430530" cy="430530"/>
          </a:xfrm>
          <a:prstGeom prst="rect">
            <a:avLst/>
          </a:prstGeom>
        </p:spPr>
      </p:pic>
    </p:spTree>
    <p:custDataLst>
      <p:tags r:id="rId32"/>
    </p:custDataLst>
  </p:cSld>
  <p:clrMapOvr>
    <a:masterClrMapping/>
  </p:clrMapOvr>
  <p:transition/>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矩形 15"/>
          <p:cNvSpPr/>
          <p:nvPr/>
        </p:nvSpPr>
        <p:spPr>
          <a:xfrm>
            <a:off x="8580755" y="5934075"/>
            <a:ext cx="3529330" cy="822960"/>
          </a:xfrm>
          <a:prstGeom prst="rect">
            <a:avLst/>
          </a:prstGeom>
          <a:solidFill>
            <a:schemeClr val="bg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9" name="标题 8"/>
          <p:cNvSpPr>
            <a:spLocks noGrp="1"/>
          </p:cNvSpPr>
          <p:nvPr>
            <p:custDataLst>
              <p:tags r:id="rId1"/>
            </p:custDataLst>
          </p:nvPr>
        </p:nvSpPr>
        <p:spPr>
          <a:xfrm>
            <a:off x="937260" y="0"/>
            <a:ext cx="11254740" cy="799465"/>
          </a:xfrm>
          <a:prstGeom prst="rect">
            <a:avLst/>
          </a:prstGeom>
        </p:spPr>
        <p:txBody>
          <a:bodyPr vert="horz" lIns="90170" tIns="46990" rIns="90170" bIns="46990" rtlCol="0" anchor="ctr" anchorCtr="0">
            <a:noAutofit/>
          </a:bodyPr>
          <a:lstStyle>
            <a:lvl1pPr>
              <a:defRPr sz="6000">
                <a:solidFill>
                  <a:srgbClr val="1D43F3"/>
                </a:solidFill>
              </a:defRPr>
            </a:lvl1pPr>
          </a:lstStyle>
          <a:p>
            <a:r>
              <a:rPr lang="zh-CN" altLang="en-US" sz="3600" b="1">
                <a:solidFill>
                  <a:srgbClr val="254D97"/>
                </a:solidFill>
                <a:cs typeface="微软雅黑 Light" panose="020B0502040204020203" charset="-122"/>
              </a:rPr>
              <a:t>数字化平台</a:t>
            </a:r>
            <a:r>
              <a:rPr lang="en-US" altLang="zh-CN" sz="3600" b="1">
                <a:solidFill>
                  <a:srgbClr val="254D97"/>
                </a:solidFill>
                <a:cs typeface="微软雅黑 Light" panose="020B0502040204020203" charset="-122"/>
              </a:rPr>
              <a:t>——</a:t>
            </a:r>
            <a:r>
              <a:rPr lang="zh-CN" altLang="en-US" sz="2800" b="1">
                <a:solidFill>
                  <a:srgbClr val="254D97"/>
                </a:solidFill>
                <a:cs typeface="微软雅黑 Light" panose="020B0502040204020203" charset="-122"/>
              </a:rPr>
              <a:t>系统功能亮点</a:t>
            </a:r>
            <a:endParaRPr lang="zh-CN" altLang="en-US" sz="2800" b="1">
              <a:solidFill>
                <a:srgbClr val="254D97"/>
              </a:solidFill>
              <a:cs typeface="微软雅黑 Light" panose="020B0502040204020203" charset="-122"/>
            </a:endParaRPr>
          </a:p>
        </p:txBody>
      </p:sp>
      <p:sp>
        <p:nvSpPr>
          <p:cNvPr id="3" name="椭圆 2"/>
          <p:cNvSpPr/>
          <p:nvPr>
            <p:custDataLst>
              <p:tags r:id="rId2"/>
            </p:custDataLst>
          </p:nvPr>
        </p:nvSpPr>
        <p:spPr>
          <a:xfrm>
            <a:off x="2545398" y="4797426"/>
            <a:ext cx="7142480" cy="1167130"/>
          </a:xfrm>
          <a:prstGeom prst="ellipse">
            <a:avLst/>
          </a:prstGeom>
          <a:gradFill>
            <a:gsLst>
              <a:gs pos="0">
                <a:schemeClr val="accent1">
                  <a:alpha val="0"/>
                </a:schemeClr>
              </a:gs>
              <a:gs pos="100000">
                <a:srgbClr val="2564A8">
                  <a:alpha val="42000"/>
                </a:srgbClr>
              </a:gs>
            </a:gsLst>
            <a:lin ang="5400000" scaled="0"/>
          </a:gradFill>
          <a:ln w="41275">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solidFill>
                <a:schemeClr val="lt1"/>
              </a:solidFill>
            </a:endParaRPr>
          </a:p>
        </p:txBody>
      </p:sp>
      <p:sp>
        <p:nvSpPr>
          <p:cNvPr id="28" name="标题"/>
          <p:cNvSpPr txBox="1"/>
          <p:nvPr>
            <p:custDataLst>
              <p:tags r:id="rId3"/>
            </p:custDataLst>
          </p:nvPr>
        </p:nvSpPr>
        <p:spPr>
          <a:xfrm>
            <a:off x="3168333" y="4842511"/>
            <a:ext cx="5897245" cy="803910"/>
          </a:xfrm>
          <a:prstGeom prst="rect">
            <a:avLst/>
          </a:prstGeom>
          <a:noFill/>
          <a:effectLst/>
        </p:spPr>
        <p:txBody>
          <a:bodyPr wrap="square" lIns="0" tIns="0" rIns="0" bIns="0" rtlCol="0" anchor="ctr">
            <a:noAutofit/>
          </a:bodyPr>
          <a:lstStyle/>
          <a:p>
            <a:pPr algn="ctr">
              <a:spcBef>
                <a:spcPct val="0"/>
              </a:spcBef>
              <a:spcAft>
                <a:spcPct val="0"/>
              </a:spcAft>
            </a:pPr>
            <a:r>
              <a:rPr lang="zh-CN" altLang="en-US" sz="2400" b="1" spc="300" dirty="0">
                <a:ln w="0">
                  <a:noFill/>
                </a:ln>
                <a:solidFill>
                  <a:srgbClr val="254D97"/>
                </a:solidFill>
                <a:effectLst/>
                <a:uFillTx/>
                <a:latin typeface="Arial" panose="020B0604020202020204" pitchFamily="34" charset="0"/>
                <a:cs typeface="+mn-ea"/>
                <a:sym typeface="+mn-ea"/>
              </a:rPr>
              <a:t>系统功能亮点</a:t>
            </a:r>
            <a:endParaRPr lang="zh-CN" altLang="en-US" sz="2400" b="1" spc="300" dirty="0">
              <a:ln w="0">
                <a:noFill/>
              </a:ln>
              <a:solidFill>
                <a:srgbClr val="254D97"/>
              </a:solidFill>
              <a:effectLst/>
              <a:uFillTx/>
              <a:latin typeface="Arial" panose="020B0604020202020204" pitchFamily="34" charset="0"/>
              <a:cs typeface="+mn-ea"/>
              <a:sym typeface="+mn-ea"/>
            </a:endParaRPr>
          </a:p>
        </p:txBody>
      </p:sp>
      <p:sp>
        <p:nvSpPr>
          <p:cNvPr id="7" name="椭圆 6"/>
          <p:cNvSpPr/>
          <p:nvPr>
            <p:custDataLst>
              <p:tags r:id="rId4"/>
            </p:custDataLst>
          </p:nvPr>
        </p:nvSpPr>
        <p:spPr>
          <a:xfrm>
            <a:off x="1818958" y="4798696"/>
            <a:ext cx="8595360" cy="1358900"/>
          </a:xfrm>
          <a:prstGeom prst="ellipse">
            <a:avLst/>
          </a:prstGeom>
          <a:noFill/>
          <a:ln>
            <a:gradFill>
              <a:gsLst>
                <a:gs pos="0">
                  <a:schemeClr val="accent1">
                    <a:alpha val="0"/>
                  </a:schemeClr>
                </a:gs>
                <a:gs pos="100000">
                  <a:schemeClr val="accent1">
                    <a:alpha val="55000"/>
                  </a:schemeClr>
                </a:gs>
              </a:gsLst>
              <a:lin ang="5400000" scaled="1"/>
            </a:grad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solidFill>
                <a:schemeClr val="lt1"/>
              </a:solidFill>
            </a:endParaRPr>
          </a:p>
        </p:txBody>
      </p:sp>
      <p:sp>
        <p:nvSpPr>
          <p:cNvPr id="21" name="任意多边形: 形状 20"/>
          <p:cNvSpPr/>
          <p:nvPr>
            <p:custDataLst>
              <p:tags r:id="rId5"/>
            </p:custDataLst>
          </p:nvPr>
        </p:nvSpPr>
        <p:spPr>
          <a:xfrm>
            <a:off x="1930718" y="5681981"/>
            <a:ext cx="1346200" cy="490855"/>
          </a:xfrm>
          <a:custGeom>
            <a:avLst/>
            <a:gdLst>
              <a:gd name="connsiteX0" fmla="*/ 2116 w 2120"/>
              <a:gd name="connsiteY0" fmla="*/ 557 h 773"/>
              <a:gd name="connsiteX1" fmla="*/ 2120 w 2120"/>
              <a:gd name="connsiteY1" fmla="*/ 773 h 773"/>
              <a:gd name="connsiteX2" fmla="*/ 0 w 2120"/>
              <a:gd name="connsiteY2" fmla="*/ 201 h 773"/>
              <a:gd name="connsiteX3" fmla="*/ 15 w 2120"/>
              <a:gd name="connsiteY3" fmla="*/ 0 h 773"/>
              <a:gd name="connsiteX4" fmla="*/ 2116 w 2120"/>
              <a:gd name="connsiteY4" fmla="*/ 557 h 7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20" h="773">
                <a:moveTo>
                  <a:pt x="2116" y="557"/>
                </a:moveTo>
                <a:lnTo>
                  <a:pt x="2120" y="773"/>
                </a:lnTo>
                <a:cubicBezTo>
                  <a:pt x="2120" y="773"/>
                  <a:pt x="252" y="516"/>
                  <a:pt x="0" y="201"/>
                </a:cubicBezTo>
                <a:lnTo>
                  <a:pt x="15" y="0"/>
                </a:lnTo>
                <a:cubicBezTo>
                  <a:pt x="15" y="0"/>
                  <a:pt x="159" y="270"/>
                  <a:pt x="2116" y="557"/>
                </a:cubicBezTo>
                <a:close/>
              </a:path>
            </a:pathLst>
          </a:custGeom>
          <a:gradFill>
            <a:gsLst>
              <a:gs pos="12000">
                <a:schemeClr val="accent1">
                  <a:alpha val="0"/>
                </a:schemeClr>
              </a:gs>
              <a:gs pos="100000">
                <a:schemeClr val="accent1">
                  <a:alpha val="49000"/>
                </a:schemeClr>
              </a:gs>
            </a:gsLst>
            <a:lin ang="0" scaled="0"/>
          </a:gradFill>
          <a:ln w="9525" cap="flat">
            <a:noFill/>
            <a:prstDash val="solid"/>
            <a:miter/>
          </a:ln>
        </p:spPr>
        <p:txBody>
          <a:bodyPr rot="0" spcFirstLastPara="0" vertOverflow="overflow" horzOverflow="overflow"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solidFill>
                <a:schemeClr val="tx1"/>
              </a:solidFill>
            </a:endParaRPr>
          </a:p>
        </p:txBody>
      </p:sp>
      <p:sp>
        <p:nvSpPr>
          <p:cNvPr id="22" name="任意多边形: 形状 21"/>
          <p:cNvSpPr/>
          <p:nvPr>
            <p:custDataLst>
              <p:tags r:id="rId6"/>
            </p:custDataLst>
          </p:nvPr>
        </p:nvSpPr>
        <p:spPr>
          <a:xfrm>
            <a:off x="8344853" y="5646421"/>
            <a:ext cx="2500630" cy="609600"/>
          </a:xfrm>
          <a:custGeom>
            <a:avLst/>
            <a:gdLst>
              <a:gd name="connsiteX0" fmla="*/ 3740 w 3740"/>
              <a:gd name="connsiteY0" fmla="*/ 0 h 960"/>
              <a:gd name="connsiteX1" fmla="*/ 3740 w 3740"/>
              <a:gd name="connsiteY1" fmla="*/ 234 h 960"/>
              <a:gd name="connsiteX2" fmla="*/ 11 w 3740"/>
              <a:gd name="connsiteY2" fmla="*/ 960 h 960"/>
              <a:gd name="connsiteX3" fmla="*/ 0 w 3740"/>
              <a:gd name="connsiteY3" fmla="*/ 758 h 960"/>
              <a:gd name="connsiteX4" fmla="*/ 3740 w 3740"/>
              <a:gd name="connsiteY4" fmla="*/ 0 h 96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40" h="960">
                <a:moveTo>
                  <a:pt x="3740" y="0"/>
                </a:moveTo>
                <a:lnTo>
                  <a:pt x="3740" y="234"/>
                </a:lnTo>
                <a:cubicBezTo>
                  <a:pt x="3740" y="234"/>
                  <a:pt x="2879" y="744"/>
                  <a:pt x="11" y="960"/>
                </a:cubicBezTo>
                <a:lnTo>
                  <a:pt x="0" y="758"/>
                </a:lnTo>
                <a:cubicBezTo>
                  <a:pt x="0" y="758"/>
                  <a:pt x="2513" y="657"/>
                  <a:pt x="3740" y="0"/>
                </a:cubicBezTo>
                <a:close/>
              </a:path>
            </a:pathLst>
          </a:custGeom>
          <a:gradFill>
            <a:gsLst>
              <a:gs pos="12000">
                <a:schemeClr val="accent1">
                  <a:lumMod val="60000"/>
                  <a:lumOff val="40000"/>
                  <a:alpha val="0"/>
                </a:schemeClr>
              </a:gs>
              <a:gs pos="100000">
                <a:schemeClr val="accent1">
                  <a:alpha val="49000"/>
                </a:schemeClr>
              </a:gs>
            </a:gsLst>
            <a:lin ang="0" scaled="0"/>
          </a:gradFill>
          <a:ln w="9525" cap="flat">
            <a:noFill/>
            <a:prstDash val="solid"/>
            <a:miter/>
          </a:ln>
        </p:spPr>
        <p:txBody>
          <a:bodyPr rot="0" spcFirstLastPara="0" vertOverflow="overflow" horzOverflow="overflow"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CN">
                <a:solidFill>
                  <a:schemeClr val="tx1"/>
                </a:solidFill>
              </a:rPr>
              <a:t>   </a:t>
            </a:r>
            <a:endParaRPr lang="en-US" altLang="zh-CN">
              <a:solidFill>
                <a:schemeClr val="tx1"/>
              </a:solidFill>
            </a:endParaRPr>
          </a:p>
        </p:txBody>
      </p:sp>
      <p:sp>
        <p:nvSpPr>
          <p:cNvPr id="2" name="椭圆 1"/>
          <p:cNvSpPr/>
          <p:nvPr>
            <p:custDataLst>
              <p:tags r:id="rId7"/>
            </p:custDataLst>
          </p:nvPr>
        </p:nvSpPr>
        <p:spPr>
          <a:xfrm>
            <a:off x="1165543" y="4797426"/>
            <a:ext cx="9902190" cy="1548130"/>
          </a:xfrm>
          <a:prstGeom prst="ellipse">
            <a:avLst/>
          </a:prstGeom>
          <a:noFill/>
          <a:ln>
            <a:gradFill>
              <a:gsLst>
                <a:gs pos="66000">
                  <a:srgbClr val="376FFF">
                    <a:alpha val="0"/>
                  </a:srgbClr>
                </a:gs>
                <a:gs pos="14000">
                  <a:schemeClr val="accent1">
                    <a:alpha val="0"/>
                  </a:schemeClr>
                </a:gs>
                <a:gs pos="0">
                  <a:srgbClr val="376FFF">
                    <a:alpha val="16000"/>
                  </a:srgbClr>
                </a:gs>
                <a:gs pos="100000">
                  <a:schemeClr val="accent1">
                    <a:alpha val="20000"/>
                  </a:schemeClr>
                </a:gs>
              </a:gsLst>
              <a:lin ang="0" scaled="1"/>
            </a:grad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solidFill>
                <a:schemeClr val="lt1"/>
              </a:solidFill>
            </a:endParaRPr>
          </a:p>
        </p:txBody>
      </p:sp>
      <p:sp>
        <p:nvSpPr>
          <p:cNvPr id="4" name="任意多边形 3"/>
          <p:cNvSpPr/>
          <p:nvPr>
            <p:custDataLst>
              <p:tags r:id="rId8"/>
            </p:custDataLst>
          </p:nvPr>
        </p:nvSpPr>
        <p:spPr>
          <a:xfrm>
            <a:off x="1013143" y="1403350"/>
            <a:ext cx="10305415" cy="380365"/>
          </a:xfrm>
          <a:custGeom>
            <a:avLst/>
            <a:gdLst>
              <a:gd name="connsiteX0" fmla="*/ 16009 w 16009"/>
              <a:gd name="connsiteY0" fmla="*/ 4 h 567"/>
              <a:gd name="connsiteX1" fmla="*/ 8012 w 16009"/>
              <a:gd name="connsiteY1" fmla="*/ 567 h 567"/>
              <a:gd name="connsiteX2" fmla="*/ 16 w 16009"/>
              <a:gd name="connsiteY2" fmla="*/ 4 h 567"/>
              <a:gd name="connsiteX3" fmla="*/ 0 w 16009"/>
              <a:gd name="connsiteY3" fmla="*/ 0 h 567"/>
            </a:gdLst>
            <a:ahLst/>
            <a:cxnLst>
              <a:cxn ang="0">
                <a:pos x="connsiteX0" y="connsiteY0"/>
              </a:cxn>
              <a:cxn ang="0">
                <a:pos x="connsiteX1" y="connsiteY1"/>
              </a:cxn>
              <a:cxn ang="0">
                <a:pos x="connsiteX2" y="connsiteY2"/>
              </a:cxn>
              <a:cxn ang="0">
                <a:pos x="connsiteX3" y="connsiteY3"/>
              </a:cxn>
            </a:cxnLst>
            <a:rect l="l" t="t" r="r" b="b"/>
            <a:pathLst>
              <a:path w="16009" h="567">
                <a:moveTo>
                  <a:pt x="16009" y="4"/>
                </a:moveTo>
                <a:cubicBezTo>
                  <a:pt x="14662" y="336"/>
                  <a:pt x="11588" y="567"/>
                  <a:pt x="8012" y="567"/>
                </a:cubicBezTo>
                <a:cubicBezTo>
                  <a:pt x="4436" y="567"/>
                  <a:pt x="1363" y="336"/>
                  <a:pt x="16" y="4"/>
                </a:cubicBezTo>
                <a:lnTo>
                  <a:pt x="0" y="0"/>
                </a:lnTo>
              </a:path>
            </a:pathLst>
          </a:custGeom>
          <a:noFill/>
          <a:ln w="12700">
            <a:gradFill>
              <a:gsLst>
                <a:gs pos="100000">
                  <a:schemeClr val="accent1">
                    <a:alpha val="0"/>
                  </a:schemeClr>
                </a:gs>
                <a:gs pos="0">
                  <a:schemeClr val="accent1">
                    <a:alpha val="15000"/>
                  </a:schemeClr>
                </a:gs>
              </a:gsLst>
              <a:path path="circle">
                <a:fillToRect l="50000" t="50000" r="50000" b="50000"/>
              </a:path>
              <a:tileRect/>
            </a:gradFill>
          </a:ln>
        </p:spPr>
        <p:style>
          <a:lnRef idx="2">
            <a:schemeClr val="accent1"/>
          </a:lnRef>
          <a:fillRef idx="0">
            <a:srgbClr val="FFFFFF"/>
          </a:fillRef>
          <a:effectRef idx="0">
            <a:srgbClr val="FFFFFF"/>
          </a:effectRef>
          <a:fontRef idx="minor">
            <a:schemeClr val="tx1"/>
          </a:fontRef>
        </p:style>
        <p:txBody>
          <a:bodyPr vertOverflow="overflow" horzOverflow="overflow" vert="horz" wrap="square" numCol="1" spcCol="0" rtlCol="0" fromWordArt="0" anchor="t"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ctr">
              <a:lnSpc>
                <a:spcPct val="150000"/>
              </a:lnSpc>
              <a:buClrTx/>
              <a:buSzTx/>
              <a:buFontTx/>
            </a:pPr>
            <a:r>
              <a:rPr lang="en-US" altLang="zh-CN" sz="1000" dirty="0">
                <a:solidFill>
                  <a:schemeClr val="accent1"/>
                </a:solidFill>
                <a:cs typeface="微软雅黑" panose="020B0503020204020204" charset="-122"/>
                <a:sym typeface="+mn-ea"/>
              </a:rPr>
              <a:t> </a:t>
            </a:r>
            <a:endParaRPr lang="en-US" altLang="zh-CN" sz="1000" dirty="0">
              <a:solidFill>
                <a:schemeClr val="accent1"/>
              </a:solidFill>
              <a:cs typeface="微软雅黑" panose="020B0503020204020204" charset="-122"/>
              <a:sym typeface="+mn-ea"/>
            </a:endParaRPr>
          </a:p>
        </p:txBody>
      </p:sp>
      <p:sp>
        <p:nvSpPr>
          <p:cNvPr id="10" name="任意多边形: 形状 9"/>
          <p:cNvSpPr/>
          <p:nvPr>
            <p:custDataLst>
              <p:tags r:id="rId9"/>
            </p:custDataLst>
          </p:nvPr>
        </p:nvSpPr>
        <p:spPr>
          <a:xfrm>
            <a:off x="783908" y="1480820"/>
            <a:ext cx="1919605" cy="3529965"/>
          </a:xfrm>
          <a:custGeom>
            <a:avLst/>
            <a:gdLst>
              <a:gd name="connsiteX0" fmla="*/ 691353 w 691420"/>
              <a:gd name="connsiteY0" fmla="*/ 108254 h 1128219"/>
              <a:gd name="connsiteX1" fmla="*/ 691353 w 691420"/>
              <a:gd name="connsiteY1" fmla="*/ 1021130 h 1128219"/>
              <a:gd name="connsiteX2" fmla="*/ 672303 w 691420"/>
              <a:gd name="connsiteY2" fmla="*/ 1042275 h 1128219"/>
              <a:gd name="connsiteX3" fmla="*/ 25556 w 691420"/>
              <a:gd name="connsiteY3" fmla="*/ 1127524 h 1128219"/>
              <a:gd name="connsiteX4" fmla="*/ 436 w 691420"/>
              <a:gd name="connsiteY4" fmla="*/ 1111551 h 1128219"/>
              <a:gd name="connsiteX5" fmla="*/ -66 w 691420"/>
              <a:gd name="connsiteY5" fmla="*/ 1106855 h 1128219"/>
              <a:gd name="connsiteX6" fmla="*/ -66 w 691420"/>
              <a:gd name="connsiteY6" fmla="*/ 21005 h 1128219"/>
              <a:gd name="connsiteX7" fmla="*/ 21033 w 691420"/>
              <a:gd name="connsiteY7" fmla="*/ -188 h 1128219"/>
              <a:gd name="connsiteX8" fmla="*/ 25746 w 691420"/>
              <a:gd name="connsiteY8" fmla="*/ 336 h 1128219"/>
              <a:gd name="connsiteX9" fmla="*/ 671827 w 691420"/>
              <a:gd name="connsiteY9" fmla="*/ 87394 h 1128219"/>
              <a:gd name="connsiteX10" fmla="*/ 691353 w 691420"/>
              <a:gd name="connsiteY10" fmla="*/ 108254 h 11282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691420" h="1128219">
                <a:moveTo>
                  <a:pt x="691353" y="108254"/>
                </a:moveTo>
                <a:lnTo>
                  <a:pt x="691353" y="1021130"/>
                </a:lnTo>
                <a:cubicBezTo>
                  <a:pt x="691363" y="1032017"/>
                  <a:pt x="683133" y="1041152"/>
                  <a:pt x="672303" y="1042275"/>
                </a:cubicBezTo>
                <a:cubicBezTo>
                  <a:pt x="403317" y="1064945"/>
                  <a:pt x="181194" y="1093520"/>
                  <a:pt x="25556" y="1127524"/>
                </a:cubicBezTo>
                <a:cubicBezTo>
                  <a:pt x="14208" y="1130048"/>
                  <a:pt x="2961" y="1122895"/>
                  <a:pt x="436" y="1111551"/>
                </a:cubicBezTo>
                <a:cubicBezTo>
                  <a:pt x="93" y="1110008"/>
                  <a:pt x="-76" y="1108436"/>
                  <a:pt x="-66" y="1106855"/>
                </a:cubicBezTo>
                <a:lnTo>
                  <a:pt x="-66" y="21005"/>
                </a:lnTo>
                <a:cubicBezTo>
                  <a:pt x="-91" y="9327"/>
                  <a:pt x="9356" y="-160"/>
                  <a:pt x="21033" y="-188"/>
                </a:cubicBezTo>
                <a:cubicBezTo>
                  <a:pt x="22619" y="-188"/>
                  <a:pt x="24200" y="-17"/>
                  <a:pt x="25746" y="336"/>
                </a:cubicBezTo>
                <a:cubicBezTo>
                  <a:pt x="176813" y="34911"/>
                  <a:pt x="399507" y="64725"/>
                  <a:pt x="671827" y="87394"/>
                </a:cubicBezTo>
                <a:cubicBezTo>
                  <a:pt x="682743" y="88280"/>
                  <a:pt x="691191" y="97310"/>
                  <a:pt x="691353" y="108254"/>
                </a:cubicBezTo>
                <a:close/>
              </a:path>
            </a:pathLst>
          </a:custGeom>
          <a:gradFill>
            <a:gsLst>
              <a:gs pos="0">
                <a:schemeClr val="accent1">
                  <a:alpha val="3000"/>
                </a:schemeClr>
              </a:gs>
              <a:gs pos="100000">
                <a:srgbClr val="254D97">
                  <a:alpha val="19000"/>
                </a:srgbClr>
              </a:gs>
            </a:gsLst>
            <a:lin ang="5400000" scaled="0"/>
          </a:gradFill>
          <a:ln w="9525" cap="flat">
            <a:gradFill>
              <a:gsLst>
                <a:gs pos="100000">
                  <a:schemeClr val="accent1">
                    <a:alpha val="0"/>
                  </a:schemeClr>
                </a:gs>
                <a:gs pos="0">
                  <a:schemeClr val="accent1">
                    <a:alpha val="20000"/>
                  </a:schemeClr>
                </a:gs>
              </a:gsLst>
              <a:lin ang="5400000"/>
              <a:tileRect/>
            </a:gradFill>
            <a:prstDash val="solid"/>
            <a:miter/>
          </a:ln>
          <a:effectLst/>
        </p:spPr>
        <p:txBody>
          <a:bodyPr rot="0" spcFirstLastPara="0" vertOverflow="overflow" horzOverflow="overflow"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solidFill>
                <a:schemeClr val="tx1"/>
              </a:solidFill>
            </a:endParaRPr>
          </a:p>
        </p:txBody>
      </p:sp>
      <p:sp>
        <p:nvSpPr>
          <p:cNvPr id="11" name="任意多边形: 形状 10"/>
          <p:cNvSpPr/>
          <p:nvPr>
            <p:custDataLst>
              <p:tags r:id="rId10"/>
            </p:custDataLst>
          </p:nvPr>
        </p:nvSpPr>
        <p:spPr>
          <a:xfrm>
            <a:off x="2967673" y="1786890"/>
            <a:ext cx="1919605" cy="2921635"/>
          </a:xfrm>
          <a:custGeom>
            <a:avLst/>
            <a:gdLst>
              <a:gd name="connsiteX0" fmla="*/ 691353 w 691419"/>
              <a:gd name="connsiteY0" fmla="*/ 51199 h 934315"/>
              <a:gd name="connsiteX1" fmla="*/ 691353 w 691419"/>
              <a:gd name="connsiteY1" fmla="*/ 882922 h 934315"/>
              <a:gd name="connsiteX2" fmla="*/ 670684 w 691419"/>
              <a:gd name="connsiteY2" fmla="*/ 904068 h 934315"/>
              <a:gd name="connsiteX3" fmla="*/ 22507 w 691419"/>
              <a:gd name="connsiteY3" fmla="*/ 934071 h 934315"/>
              <a:gd name="connsiteX4" fmla="*/ -10 w 691419"/>
              <a:gd name="connsiteY4" fmla="*/ 914603 h 934315"/>
              <a:gd name="connsiteX5" fmla="*/ -67 w 691419"/>
              <a:gd name="connsiteY5" fmla="*/ 912926 h 934315"/>
              <a:gd name="connsiteX6" fmla="*/ -67 w 691419"/>
              <a:gd name="connsiteY6" fmla="*/ 21005 h 934315"/>
              <a:gd name="connsiteX7" fmla="*/ 21031 w 691419"/>
              <a:gd name="connsiteY7" fmla="*/ -188 h 934315"/>
              <a:gd name="connsiteX8" fmla="*/ 22507 w 691419"/>
              <a:gd name="connsiteY8" fmla="*/ -140 h 934315"/>
              <a:gd name="connsiteX9" fmla="*/ 670684 w 691419"/>
              <a:gd name="connsiteY9" fmla="*/ 30054 h 934315"/>
              <a:gd name="connsiteX10" fmla="*/ 691353 w 691419"/>
              <a:gd name="connsiteY10" fmla="*/ 51199 h 9343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691419" h="934315">
                <a:moveTo>
                  <a:pt x="691353" y="51199"/>
                </a:moveTo>
                <a:lnTo>
                  <a:pt x="691353" y="882922"/>
                </a:lnTo>
                <a:cubicBezTo>
                  <a:pt x="691353" y="894419"/>
                  <a:pt x="682171" y="903810"/>
                  <a:pt x="670684" y="904068"/>
                </a:cubicBezTo>
                <a:cubicBezTo>
                  <a:pt x="438178" y="909973"/>
                  <a:pt x="219865" y="920165"/>
                  <a:pt x="22507" y="934071"/>
                </a:cubicBezTo>
                <a:cubicBezTo>
                  <a:pt x="10916" y="934910"/>
                  <a:pt x="829" y="926194"/>
                  <a:pt x="-10" y="914603"/>
                </a:cubicBezTo>
                <a:cubicBezTo>
                  <a:pt x="-57" y="914040"/>
                  <a:pt x="-67" y="913488"/>
                  <a:pt x="-67" y="912926"/>
                </a:cubicBezTo>
                <a:lnTo>
                  <a:pt x="-67" y="21005"/>
                </a:lnTo>
                <a:cubicBezTo>
                  <a:pt x="-95" y="9327"/>
                  <a:pt x="9353" y="-160"/>
                  <a:pt x="21031" y="-188"/>
                </a:cubicBezTo>
                <a:cubicBezTo>
                  <a:pt x="21526" y="-188"/>
                  <a:pt x="22012" y="-169"/>
                  <a:pt x="22507" y="-140"/>
                </a:cubicBezTo>
                <a:cubicBezTo>
                  <a:pt x="219294" y="13766"/>
                  <a:pt x="437702" y="24053"/>
                  <a:pt x="670684" y="30054"/>
                </a:cubicBezTo>
                <a:cubicBezTo>
                  <a:pt x="682171" y="30311"/>
                  <a:pt x="691353" y="39703"/>
                  <a:pt x="691353" y="51199"/>
                </a:cubicBezTo>
                <a:close/>
              </a:path>
            </a:pathLst>
          </a:custGeom>
          <a:gradFill>
            <a:gsLst>
              <a:gs pos="0">
                <a:schemeClr val="accent1">
                  <a:alpha val="3000"/>
                </a:schemeClr>
              </a:gs>
              <a:gs pos="100000">
                <a:srgbClr val="254D97">
                  <a:alpha val="19000"/>
                </a:srgbClr>
              </a:gs>
            </a:gsLst>
            <a:lin ang="5400000" scaled="0"/>
          </a:gradFill>
          <a:ln w="9525" cap="flat">
            <a:gradFill>
              <a:gsLst>
                <a:gs pos="100000">
                  <a:schemeClr val="accent1">
                    <a:alpha val="0"/>
                  </a:schemeClr>
                </a:gs>
                <a:gs pos="0">
                  <a:schemeClr val="accent1">
                    <a:alpha val="20000"/>
                  </a:schemeClr>
                </a:gs>
              </a:gsLst>
              <a:lin ang="5400000"/>
              <a:tileRect/>
            </a:gradFill>
            <a:prstDash val="solid"/>
            <a:miter/>
          </a:ln>
          <a:effectLst/>
        </p:spPr>
        <p:txBody>
          <a:bodyPr rot="0" spcFirstLastPara="0" vertOverflow="overflow" horzOverflow="overflow"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solidFill>
                <a:schemeClr val="tx1"/>
              </a:solidFill>
            </a:endParaRPr>
          </a:p>
        </p:txBody>
      </p:sp>
      <p:sp>
        <p:nvSpPr>
          <p:cNvPr id="12" name="任意多边形: 形状 11"/>
          <p:cNvSpPr/>
          <p:nvPr>
            <p:custDataLst>
              <p:tags r:id="rId11"/>
            </p:custDataLst>
          </p:nvPr>
        </p:nvSpPr>
        <p:spPr>
          <a:xfrm>
            <a:off x="5153343" y="1892301"/>
            <a:ext cx="1919605" cy="2717165"/>
          </a:xfrm>
          <a:custGeom>
            <a:avLst/>
            <a:gdLst>
              <a:gd name="connsiteX0" fmla="*/ 691353 w 691419"/>
              <a:gd name="connsiteY0" fmla="*/ 21338 h 868394"/>
              <a:gd name="connsiteX1" fmla="*/ 691353 w 691419"/>
              <a:gd name="connsiteY1" fmla="*/ 847061 h 868394"/>
              <a:gd name="connsiteX2" fmla="*/ 670208 w 691419"/>
              <a:gd name="connsiteY2" fmla="*/ 868206 h 868394"/>
              <a:gd name="connsiteX3" fmla="*/ 669826 w 691419"/>
              <a:gd name="connsiteY3" fmla="*/ 868206 h 868394"/>
              <a:gd name="connsiteX4" fmla="*/ 341785 w 691419"/>
              <a:gd name="connsiteY4" fmla="*/ 865253 h 868394"/>
              <a:gd name="connsiteX5" fmla="*/ 21364 w 691419"/>
              <a:gd name="connsiteY5" fmla="*/ 868016 h 868394"/>
              <a:gd name="connsiteX6" fmla="*/ -67 w 691419"/>
              <a:gd name="connsiteY6" fmla="*/ 847156 h 868394"/>
              <a:gd name="connsiteX7" fmla="*/ -67 w 691419"/>
              <a:gd name="connsiteY7" fmla="*/ 846870 h 868394"/>
              <a:gd name="connsiteX8" fmla="*/ -67 w 691419"/>
              <a:gd name="connsiteY8" fmla="*/ 20957 h 868394"/>
              <a:gd name="connsiteX9" fmla="*/ 21079 w 691419"/>
              <a:gd name="connsiteY9" fmla="*/ -188 h 868394"/>
              <a:gd name="connsiteX10" fmla="*/ 21364 w 691419"/>
              <a:gd name="connsiteY10" fmla="*/ -188 h 868394"/>
              <a:gd name="connsiteX11" fmla="*/ 356835 w 691419"/>
              <a:gd name="connsiteY11" fmla="*/ 2765 h 868394"/>
              <a:gd name="connsiteX12" fmla="*/ 669922 w 691419"/>
              <a:gd name="connsiteY12" fmla="*/ 193 h 868394"/>
              <a:gd name="connsiteX13" fmla="*/ 691353 w 691419"/>
              <a:gd name="connsiteY13" fmla="*/ 21053 h 868394"/>
              <a:gd name="connsiteX14" fmla="*/ 691353 w 691419"/>
              <a:gd name="connsiteY14" fmla="*/ 21338 h 8683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691419" h="868394">
                <a:moveTo>
                  <a:pt x="691353" y="21338"/>
                </a:moveTo>
                <a:lnTo>
                  <a:pt x="691353" y="847061"/>
                </a:lnTo>
                <a:cubicBezTo>
                  <a:pt x="691353" y="858738"/>
                  <a:pt x="681885" y="868206"/>
                  <a:pt x="670208" y="868206"/>
                </a:cubicBezTo>
                <a:cubicBezTo>
                  <a:pt x="670084" y="868206"/>
                  <a:pt x="669950" y="868206"/>
                  <a:pt x="669826" y="868206"/>
                </a:cubicBezTo>
                <a:cubicBezTo>
                  <a:pt x="562956" y="866301"/>
                  <a:pt x="453323" y="865253"/>
                  <a:pt x="341785" y="865253"/>
                </a:cubicBezTo>
                <a:cubicBezTo>
                  <a:pt x="232819" y="865253"/>
                  <a:pt x="126016" y="866177"/>
                  <a:pt x="21364" y="868016"/>
                </a:cubicBezTo>
                <a:cubicBezTo>
                  <a:pt x="9687" y="868178"/>
                  <a:pt x="95" y="858833"/>
                  <a:pt x="-67" y="847156"/>
                </a:cubicBezTo>
                <a:cubicBezTo>
                  <a:pt x="-67" y="847061"/>
                  <a:pt x="-67" y="846965"/>
                  <a:pt x="-67" y="846870"/>
                </a:cubicBezTo>
                <a:lnTo>
                  <a:pt x="-67" y="20957"/>
                </a:lnTo>
                <a:cubicBezTo>
                  <a:pt x="-67" y="9280"/>
                  <a:pt x="9401" y="-188"/>
                  <a:pt x="21079" y="-188"/>
                </a:cubicBezTo>
                <a:cubicBezTo>
                  <a:pt x="21174" y="-188"/>
                  <a:pt x="21269" y="-188"/>
                  <a:pt x="21364" y="-188"/>
                </a:cubicBezTo>
                <a:cubicBezTo>
                  <a:pt x="130616" y="1717"/>
                  <a:pt x="242726" y="2765"/>
                  <a:pt x="356835" y="2765"/>
                </a:cubicBezTo>
                <a:cubicBezTo>
                  <a:pt x="463201" y="2765"/>
                  <a:pt x="567557" y="1907"/>
                  <a:pt x="669922" y="193"/>
                </a:cubicBezTo>
                <a:cubicBezTo>
                  <a:pt x="681599" y="31"/>
                  <a:pt x="691191" y="9375"/>
                  <a:pt x="691353" y="21053"/>
                </a:cubicBezTo>
                <a:cubicBezTo>
                  <a:pt x="691353" y="21148"/>
                  <a:pt x="691353" y="21243"/>
                  <a:pt x="691353" y="21338"/>
                </a:cubicBezTo>
                <a:close/>
              </a:path>
            </a:pathLst>
          </a:custGeom>
          <a:gradFill>
            <a:gsLst>
              <a:gs pos="0">
                <a:schemeClr val="accent1">
                  <a:alpha val="3000"/>
                </a:schemeClr>
              </a:gs>
              <a:gs pos="100000">
                <a:srgbClr val="254D97">
                  <a:alpha val="19000"/>
                </a:srgbClr>
              </a:gs>
            </a:gsLst>
            <a:lin ang="5400000" scaled="0"/>
          </a:gradFill>
          <a:ln w="9525" cap="flat">
            <a:gradFill>
              <a:gsLst>
                <a:gs pos="100000">
                  <a:schemeClr val="accent1">
                    <a:alpha val="0"/>
                  </a:schemeClr>
                </a:gs>
                <a:gs pos="0">
                  <a:schemeClr val="accent1">
                    <a:alpha val="20000"/>
                  </a:schemeClr>
                </a:gs>
              </a:gsLst>
              <a:lin ang="5400000"/>
              <a:tileRect/>
            </a:gradFill>
            <a:prstDash val="solid"/>
            <a:miter/>
          </a:ln>
          <a:effectLst/>
        </p:spPr>
        <p:txBody>
          <a:bodyPr rot="0" spcFirstLastPara="0" vertOverflow="overflow" horzOverflow="overflow"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solidFill>
                <a:schemeClr val="tx1"/>
              </a:solidFill>
            </a:endParaRPr>
          </a:p>
        </p:txBody>
      </p:sp>
      <p:sp>
        <p:nvSpPr>
          <p:cNvPr id="14" name="任意多边形: 形状 13"/>
          <p:cNvSpPr/>
          <p:nvPr>
            <p:custDataLst>
              <p:tags r:id="rId12"/>
            </p:custDataLst>
          </p:nvPr>
        </p:nvSpPr>
        <p:spPr>
          <a:xfrm>
            <a:off x="7337743" y="1792605"/>
            <a:ext cx="1919605" cy="2919730"/>
          </a:xfrm>
          <a:custGeom>
            <a:avLst/>
            <a:gdLst>
              <a:gd name="connsiteX0" fmla="*/ 691353 w 691420"/>
              <a:gd name="connsiteY0" fmla="*/ 21007 h 933270"/>
              <a:gd name="connsiteX1" fmla="*/ 691353 w 691420"/>
              <a:gd name="connsiteY1" fmla="*/ 911880 h 933270"/>
              <a:gd name="connsiteX2" fmla="*/ 670455 w 691420"/>
              <a:gd name="connsiteY2" fmla="*/ 933082 h 933270"/>
              <a:gd name="connsiteX3" fmla="*/ 668779 w 691420"/>
              <a:gd name="connsiteY3" fmla="*/ 933025 h 933270"/>
              <a:gd name="connsiteX4" fmla="*/ 20602 w 691420"/>
              <a:gd name="connsiteY4" fmla="*/ 902736 h 933270"/>
              <a:gd name="connsiteX5" fmla="*/ -67 w 691420"/>
              <a:gd name="connsiteY5" fmla="*/ 881591 h 933270"/>
              <a:gd name="connsiteX6" fmla="*/ -67 w 691420"/>
              <a:gd name="connsiteY6" fmla="*/ 50248 h 933270"/>
              <a:gd name="connsiteX7" fmla="*/ 20602 w 691420"/>
              <a:gd name="connsiteY7" fmla="*/ 29103 h 933270"/>
              <a:gd name="connsiteX8" fmla="*/ 668779 w 691420"/>
              <a:gd name="connsiteY8" fmla="*/ -139 h 933270"/>
              <a:gd name="connsiteX9" fmla="*/ 691305 w 691420"/>
              <a:gd name="connsiteY9" fmla="*/ 19530 h 933270"/>
              <a:gd name="connsiteX10" fmla="*/ 691353 w 691420"/>
              <a:gd name="connsiteY10" fmla="*/ 21007 h 9332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691420" h="933270">
                <a:moveTo>
                  <a:pt x="691353" y="21007"/>
                </a:moveTo>
                <a:lnTo>
                  <a:pt x="691353" y="911880"/>
                </a:lnTo>
                <a:cubicBezTo>
                  <a:pt x="691439" y="923510"/>
                  <a:pt x="682076" y="932997"/>
                  <a:pt x="670455" y="933082"/>
                </a:cubicBezTo>
                <a:cubicBezTo>
                  <a:pt x="669893" y="933082"/>
                  <a:pt x="669341" y="933064"/>
                  <a:pt x="668779" y="933025"/>
                </a:cubicBezTo>
                <a:cubicBezTo>
                  <a:pt x="471516" y="919119"/>
                  <a:pt x="253203" y="908737"/>
                  <a:pt x="20602" y="902736"/>
                </a:cubicBezTo>
                <a:cubicBezTo>
                  <a:pt x="9106" y="902479"/>
                  <a:pt x="-67" y="893087"/>
                  <a:pt x="-67" y="881591"/>
                </a:cubicBezTo>
                <a:lnTo>
                  <a:pt x="-67" y="50248"/>
                </a:lnTo>
                <a:cubicBezTo>
                  <a:pt x="-67" y="38752"/>
                  <a:pt x="9115" y="29360"/>
                  <a:pt x="20602" y="29103"/>
                </a:cubicBezTo>
                <a:cubicBezTo>
                  <a:pt x="253108" y="23388"/>
                  <a:pt x="471516" y="13482"/>
                  <a:pt x="668779" y="-139"/>
                </a:cubicBezTo>
                <a:cubicBezTo>
                  <a:pt x="680428" y="-929"/>
                  <a:pt x="690515" y="7881"/>
                  <a:pt x="691305" y="19530"/>
                </a:cubicBezTo>
                <a:cubicBezTo>
                  <a:pt x="691334" y="20025"/>
                  <a:pt x="691353" y="20511"/>
                  <a:pt x="691353" y="21007"/>
                </a:cubicBezTo>
                <a:close/>
              </a:path>
            </a:pathLst>
          </a:custGeom>
          <a:gradFill>
            <a:gsLst>
              <a:gs pos="0">
                <a:schemeClr val="accent1">
                  <a:alpha val="3000"/>
                </a:schemeClr>
              </a:gs>
              <a:gs pos="100000">
                <a:srgbClr val="254D97">
                  <a:alpha val="19000"/>
                </a:srgbClr>
              </a:gs>
            </a:gsLst>
            <a:lin ang="5400000" scaled="0"/>
          </a:gradFill>
          <a:ln w="9525" cap="flat">
            <a:gradFill>
              <a:gsLst>
                <a:gs pos="100000">
                  <a:schemeClr val="accent1">
                    <a:alpha val="0"/>
                  </a:schemeClr>
                </a:gs>
                <a:gs pos="0">
                  <a:schemeClr val="accent1">
                    <a:alpha val="20000"/>
                  </a:schemeClr>
                </a:gs>
              </a:gsLst>
              <a:lin ang="5400000"/>
              <a:tileRect/>
            </a:gradFill>
            <a:prstDash val="solid"/>
            <a:miter/>
          </a:ln>
          <a:effectLst/>
        </p:spPr>
        <p:txBody>
          <a:bodyPr rot="0" spcFirstLastPara="0" vertOverflow="overflow" horzOverflow="overflow"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solidFill>
                <a:schemeClr val="tx1"/>
              </a:solidFill>
            </a:endParaRPr>
          </a:p>
        </p:txBody>
      </p:sp>
      <p:sp>
        <p:nvSpPr>
          <p:cNvPr id="5" name="任意多边形: 形状 14"/>
          <p:cNvSpPr/>
          <p:nvPr>
            <p:custDataLst>
              <p:tags r:id="rId13"/>
            </p:custDataLst>
          </p:nvPr>
        </p:nvSpPr>
        <p:spPr>
          <a:xfrm>
            <a:off x="9521508" y="1496695"/>
            <a:ext cx="1919605" cy="3519805"/>
          </a:xfrm>
          <a:custGeom>
            <a:avLst/>
            <a:gdLst>
              <a:gd name="connsiteX0" fmla="*/ 691353 w 691420"/>
              <a:gd name="connsiteY0" fmla="*/ 20968 h 1125037"/>
              <a:gd name="connsiteX1" fmla="*/ 691353 w 691420"/>
              <a:gd name="connsiteY1" fmla="*/ 1103675 h 1125037"/>
              <a:gd name="connsiteX2" fmla="*/ 670227 w 691420"/>
              <a:gd name="connsiteY2" fmla="*/ 1124849 h 1125037"/>
              <a:gd name="connsiteX3" fmla="*/ 665636 w 691420"/>
              <a:gd name="connsiteY3" fmla="*/ 1124344 h 1125037"/>
              <a:gd name="connsiteX4" fmla="*/ 19460 w 691420"/>
              <a:gd name="connsiteY4" fmla="*/ 1038048 h 1125037"/>
              <a:gd name="connsiteX5" fmla="*/ -67 w 691420"/>
              <a:gd name="connsiteY5" fmla="*/ 1016902 h 1125037"/>
              <a:gd name="connsiteX6" fmla="*/ -67 w 691420"/>
              <a:gd name="connsiteY6" fmla="*/ 105169 h 1125037"/>
              <a:gd name="connsiteX7" fmla="*/ 19460 w 691420"/>
              <a:gd name="connsiteY7" fmla="*/ 84119 h 1125037"/>
              <a:gd name="connsiteX8" fmla="*/ 665826 w 691420"/>
              <a:gd name="connsiteY8" fmla="*/ 299 h 1125037"/>
              <a:gd name="connsiteX9" fmla="*/ 690867 w 691420"/>
              <a:gd name="connsiteY9" fmla="*/ 16387 h 1125037"/>
              <a:gd name="connsiteX10" fmla="*/ 691353 w 691420"/>
              <a:gd name="connsiteY10" fmla="*/ 20968 h 11250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691420" h="1125037">
                <a:moveTo>
                  <a:pt x="691353" y="20968"/>
                </a:moveTo>
                <a:lnTo>
                  <a:pt x="691353" y="1103675"/>
                </a:lnTo>
                <a:cubicBezTo>
                  <a:pt x="691363" y="1115353"/>
                  <a:pt x="681914" y="1124830"/>
                  <a:pt x="670227" y="1124849"/>
                </a:cubicBezTo>
                <a:cubicBezTo>
                  <a:pt x="668684" y="1124849"/>
                  <a:pt x="667140" y="1124678"/>
                  <a:pt x="665636" y="1124344"/>
                </a:cubicBezTo>
                <a:cubicBezTo>
                  <a:pt x="511140" y="1090054"/>
                  <a:pt x="288827" y="1060527"/>
                  <a:pt x="19460" y="1038048"/>
                </a:cubicBezTo>
                <a:cubicBezTo>
                  <a:pt x="8439" y="1037152"/>
                  <a:pt x="-57" y="1027961"/>
                  <a:pt x="-67" y="1016902"/>
                </a:cubicBezTo>
                <a:lnTo>
                  <a:pt x="-67" y="105169"/>
                </a:lnTo>
                <a:cubicBezTo>
                  <a:pt x="-48" y="94130"/>
                  <a:pt x="8458" y="84967"/>
                  <a:pt x="19460" y="84119"/>
                </a:cubicBezTo>
                <a:cubicBezTo>
                  <a:pt x="288922" y="62307"/>
                  <a:pt x="511235" y="33636"/>
                  <a:pt x="665826" y="299"/>
                </a:cubicBezTo>
                <a:cubicBezTo>
                  <a:pt x="677189" y="-2178"/>
                  <a:pt x="688400" y="5033"/>
                  <a:pt x="690867" y="16387"/>
                </a:cubicBezTo>
                <a:cubicBezTo>
                  <a:pt x="691201" y="17892"/>
                  <a:pt x="691363" y="19425"/>
                  <a:pt x="691353" y="20968"/>
                </a:cubicBezTo>
                <a:close/>
              </a:path>
            </a:pathLst>
          </a:custGeom>
          <a:gradFill>
            <a:gsLst>
              <a:gs pos="0">
                <a:schemeClr val="accent1">
                  <a:alpha val="3000"/>
                </a:schemeClr>
              </a:gs>
              <a:gs pos="100000">
                <a:srgbClr val="254D97">
                  <a:alpha val="19000"/>
                </a:srgbClr>
              </a:gs>
            </a:gsLst>
            <a:lin ang="5400000" scaled="0"/>
          </a:gradFill>
          <a:ln w="9525" cap="flat">
            <a:gradFill>
              <a:gsLst>
                <a:gs pos="100000">
                  <a:schemeClr val="accent1">
                    <a:alpha val="0"/>
                  </a:schemeClr>
                </a:gs>
                <a:gs pos="0">
                  <a:schemeClr val="accent1">
                    <a:alpha val="20000"/>
                  </a:schemeClr>
                </a:gs>
              </a:gsLst>
              <a:lin ang="5400000"/>
              <a:tileRect/>
            </a:gradFill>
            <a:prstDash val="solid"/>
            <a:miter/>
          </a:ln>
          <a:effectLst/>
        </p:spPr>
        <p:txBody>
          <a:bodyPr rot="0" spcFirstLastPara="0" vertOverflow="overflow" horzOverflow="overflow"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solidFill>
                <a:schemeClr val="tx1"/>
              </a:solidFill>
            </a:endParaRPr>
          </a:p>
        </p:txBody>
      </p:sp>
      <p:sp>
        <p:nvSpPr>
          <p:cNvPr id="6" name="标题"/>
          <p:cNvSpPr txBox="1"/>
          <p:nvPr>
            <p:custDataLst>
              <p:tags r:id="rId14"/>
            </p:custDataLst>
          </p:nvPr>
        </p:nvSpPr>
        <p:spPr>
          <a:xfrm>
            <a:off x="981393" y="2181226"/>
            <a:ext cx="1524000" cy="364490"/>
          </a:xfrm>
          <a:prstGeom prst="rect">
            <a:avLst/>
          </a:prstGeom>
          <a:noFill/>
        </p:spPr>
        <p:txBody>
          <a:bodyPr wrap="square" lIns="0" tIns="0" rIns="0" bIns="0" rtlCol="0" anchor="ctr">
            <a:noAutofit/>
          </a:bodyPr>
          <a:lstStyle/>
          <a:p>
            <a:pPr algn="ctr"/>
            <a:r>
              <a:rPr lang="zh-CN" altLang="en-US" sz="1400" b="1" spc="300" dirty="0">
                <a:solidFill>
                  <a:srgbClr val="254D97"/>
                </a:solidFill>
                <a:latin typeface="+mn-ea"/>
                <a:sym typeface="+mn-ea"/>
              </a:rPr>
              <a:t>教育局端</a:t>
            </a:r>
            <a:endParaRPr lang="zh-CN" altLang="en-US" sz="1400" b="1" spc="300" dirty="0">
              <a:solidFill>
                <a:srgbClr val="254D97"/>
              </a:solidFill>
              <a:latin typeface="+mn-ea"/>
              <a:sym typeface="+mn-ea"/>
            </a:endParaRPr>
          </a:p>
          <a:p>
            <a:pPr algn="ctr"/>
            <a:r>
              <a:rPr lang="en-US" altLang="zh-CN" sz="1400" b="1" spc="300" dirty="0">
                <a:solidFill>
                  <a:srgbClr val="254D97"/>
                </a:solidFill>
                <a:latin typeface="+mn-ea"/>
                <a:sym typeface="+mn-ea"/>
              </a:rPr>
              <a:t>(</a:t>
            </a:r>
            <a:r>
              <a:rPr lang="zh-CN" altLang="en-US" sz="1400" b="1" spc="300" dirty="0">
                <a:solidFill>
                  <a:srgbClr val="254D97"/>
                </a:solidFill>
                <a:latin typeface="+mn-ea"/>
                <a:sym typeface="+mn-ea"/>
              </a:rPr>
              <a:t>监管驾驶舱</a:t>
            </a:r>
            <a:r>
              <a:rPr lang="en-US" altLang="zh-CN" sz="1400" b="1" spc="300" dirty="0">
                <a:solidFill>
                  <a:srgbClr val="254D97"/>
                </a:solidFill>
                <a:latin typeface="+mn-ea"/>
                <a:sym typeface="+mn-ea"/>
              </a:rPr>
              <a:t>)</a:t>
            </a:r>
            <a:endParaRPr lang="en-US" altLang="zh-CN" sz="1400" b="1" spc="300" dirty="0">
              <a:solidFill>
                <a:srgbClr val="254D97"/>
              </a:solidFill>
              <a:latin typeface="+mn-ea"/>
              <a:sym typeface="+mn-ea"/>
            </a:endParaRPr>
          </a:p>
        </p:txBody>
      </p:sp>
      <p:sp>
        <p:nvSpPr>
          <p:cNvPr id="34" name="正文"/>
          <p:cNvSpPr txBox="1"/>
          <p:nvPr>
            <p:custDataLst>
              <p:tags r:id="rId15"/>
            </p:custDataLst>
          </p:nvPr>
        </p:nvSpPr>
        <p:spPr>
          <a:xfrm>
            <a:off x="981710" y="2734945"/>
            <a:ext cx="1525270" cy="1510030"/>
          </a:xfrm>
          <a:prstGeom prst="rect">
            <a:avLst/>
          </a:prstGeom>
          <a:noFill/>
        </p:spPr>
        <p:txBody>
          <a:bodyPr wrap="square" lIns="0" tIns="0" rIns="0" bIns="0" rtlCol="0" anchor="t" anchorCtr="0">
            <a:noAutofit/>
          </a:bodyPr>
          <a:lstStyle/>
          <a:p>
            <a:pPr indent="0" algn="ctr" fontAlgn="auto">
              <a:lnSpc>
                <a:spcPct val="100000"/>
              </a:lnSpc>
              <a:spcAft>
                <a:spcPts val="1000"/>
              </a:spcAft>
            </a:pPr>
            <a:r>
              <a:rPr lang="zh-CN" altLang="en-US" sz="1200" kern="0" dirty="0">
                <a:ln>
                  <a:noFill/>
                  <a:prstDash val="sysDot"/>
                </a:ln>
                <a:solidFill>
                  <a:schemeClr val="tx1">
                    <a:lumMod val="85000"/>
                    <a:lumOff val="15000"/>
                  </a:schemeClr>
                </a:solidFill>
                <a:latin typeface="+mn-ea"/>
                <a:sym typeface="+mn-ea"/>
              </a:rPr>
              <a:t>区域总览</a:t>
            </a:r>
            <a:endParaRPr lang="zh-CN" altLang="en-US" sz="1200" kern="0" dirty="0">
              <a:ln>
                <a:noFill/>
                <a:prstDash val="sysDot"/>
              </a:ln>
              <a:solidFill>
                <a:schemeClr val="tx1">
                  <a:lumMod val="85000"/>
                  <a:lumOff val="15000"/>
                </a:schemeClr>
              </a:solidFill>
              <a:latin typeface="+mn-ea"/>
              <a:sym typeface="+mn-ea"/>
            </a:endParaRPr>
          </a:p>
          <a:p>
            <a:pPr indent="0" algn="ctr" fontAlgn="auto">
              <a:lnSpc>
                <a:spcPct val="100000"/>
              </a:lnSpc>
              <a:spcAft>
                <a:spcPts val="1000"/>
              </a:spcAft>
            </a:pPr>
            <a:r>
              <a:rPr lang="zh-CN" altLang="en-US" sz="1200" kern="0" dirty="0">
                <a:ln>
                  <a:noFill/>
                  <a:prstDash val="sysDot"/>
                </a:ln>
                <a:solidFill>
                  <a:schemeClr val="tx1">
                    <a:lumMod val="85000"/>
                    <a:lumOff val="15000"/>
                  </a:schemeClr>
                </a:solidFill>
                <a:latin typeface="+mn-ea"/>
                <a:sym typeface="+mn-ea"/>
              </a:rPr>
              <a:t>过程留痕</a:t>
            </a:r>
            <a:endParaRPr lang="zh-CN" altLang="en-US" sz="1200" kern="0" dirty="0">
              <a:ln>
                <a:noFill/>
                <a:prstDash val="sysDot"/>
              </a:ln>
              <a:solidFill>
                <a:schemeClr val="tx1">
                  <a:lumMod val="85000"/>
                  <a:lumOff val="15000"/>
                </a:schemeClr>
              </a:solidFill>
              <a:latin typeface="+mn-ea"/>
              <a:sym typeface="+mn-ea"/>
            </a:endParaRPr>
          </a:p>
          <a:p>
            <a:pPr indent="0" algn="ctr" fontAlgn="auto">
              <a:lnSpc>
                <a:spcPct val="100000"/>
              </a:lnSpc>
              <a:spcAft>
                <a:spcPts val="1000"/>
              </a:spcAft>
            </a:pPr>
            <a:r>
              <a:rPr lang="zh-CN" altLang="en-US" sz="1200" kern="0" dirty="0">
                <a:ln>
                  <a:noFill/>
                  <a:prstDash val="sysDot"/>
                </a:ln>
                <a:solidFill>
                  <a:schemeClr val="tx1">
                    <a:lumMod val="85000"/>
                    <a:lumOff val="15000"/>
                  </a:schemeClr>
                </a:solidFill>
                <a:latin typeface="+mn-ea"/>
                <a:sym typeface="+mn-ea"/>
              </a:rPr>
              <a:t>票据合规</a:t>
            </a:r>
            <a:endParaRPr lang="zh-CN" altLang="en-US" sz="1200" kern="0" dirty="0">
              <a:ln>
                <a:noFill/>
                <a:prstDash val="sysDot"/>
              </a:ln>
              <a:solidFill>
                <a:schemeClr val="tx1">
                  <a:lumMod val="85000"/>
                  <a:lumOff val="15000"/>
                </a:schemeClr>
              </a:solidFill>
              <a:latin typeface="+mn-ea"/>
              <a:sym typeface="+mn-ea"/>
            </a:endParaRPr>
          </a:p>
          <a:p>
            <a:pPr indent="0" algn="ctr" fontAlgn="auto">
              <a:lnSpc>
                <a:spcPct val="100000"/>
              </a:lnSpc>
              <a:spcAft>
                <a:spcPts val="1000"/>
              </a:spcAft>
            </a:pPr>
            <a:r>
              <a:rPr lang="zh-CN" altLang="en-US" sz="1200" kern="0" dirty="0">
                <a:ln>
                  <a:noFill/>
                  <a:prstDash val="sysDot"/>
                </a:ln>
                <a:solidFill>
                  <a:schemeClr val="tx1">
                    <a:lumMod val="85000"/>
                    <a:lumOff val="15000"/>
                  </a:schemeClr>
                </a:solidFill>
                <a:latin typeface="+mn-ea"/>
                <a:sym typeface="+mn-ea"/>
              </a:rPr>
              <a:t>督导材料</a:t>
            </a:r>
            <a:endParaRPr lang="zh-CN" altLang="en-US" sz="1200" kern="0" dirty="0">
              <a:ln>
                <a:noFill/>
                <a:prstDash val="sysDot"/>
              </a:ln>
              <a:solidFill>
                <a:schemeClr val="tx1">
                  <a:lumMod val="85000"/>
                  <a:lumOff val="15000"/>
                </a:schemeClr>
              </a:solidFill>
              <a:latin typeface="+mn-ea"/>
              <a:sym typeface="+mn-ea"/>
            </a:endParaRPr>
          </a:p>
          <a:p>
            <a:pPr indent="0" algn="ctr" fontAlgn="auto">
              <a:lnSpc>
                <a:spcPct val="100000"/>
              </a:lnSpc>
              <a:spcAft>
                <a:spcPts val="1000"/>
              </a:spcAft>
            </a:pPr>
            <a:r>
              <a:rPr lang="zh-CN" altLang="en-US" sz="1200" kern="0" dirty="0">
                <a:ln>
                  <a:noFill/>
                  <a:prstDash val="sysDot"/>
                </a:ln>
                <a:solidFill>
                  <a:schemeClr val="tx1">
                    <a:lumMod val="85000"/>
                    <a:lumOff val="15000"/>
                  </a:schemeClr>
                </a:solidFill>
                <a:latin typeface="+mn-ea"/>
                <a:sym typeface="+mn-ea"/>
              </a:rPr>
              <a:t>治理价值</a:t>
            </a:r>
            <a:endParaRPr lang="zh-CN" altLang="en-US" sz="1200" kern="0" dirty="0">
              <a:ln>
                <a:noFill/>
                <a:prstDash val="sysDot"/>
              </a:ln>
              <a:solidFill>
                <a:schemeClr val="tx1">
                  <a:lumMod val="85000"/>
                  <a:lumOff val="15000"/>
                </a:schemeClr>
              </a:solidFill>
              <a:latin typeface="+mn-ea"/>
              <a:sym typeface="+mn-ea"/>
            </a:endParaRPr>
          </a:p>
        </p:txBody>
      </p:sp>
      <p:sp>
        <p:nvSpPr>
          <p:cNvPr id="31" name="标题"/>
          <p:cNvSpPr txBox="1"/>
          <p:nvPr>
            <p:custDataLst>
              <p:tags r:id="rId16"/>
            </p:custDataLst>
          </p:nvPr>
        </p:nvSpPr>
        <p:spPr>
          <a:xfrm>
            <a:off x="3165158" y="2183131"/>
            <a:ext cx="1524000" cy="364490"/>
          </a:xfrm>
          <a:prstGeom prst="rect">
            <a:avLst/>
          </a:prstGeom>
          <a:noFill/>
        </p:spPr>
        <p:txBody>
          <a:bodyPr wrap="square" lIns="0" tIns="0" rIns="0" bIns="0" rtlCol="0" anchor="ctr">
            <a:noAutofit/>
          </a:bodyPr>
          <a:lstStyle/>
          <a:p>
            <a:pPr algn="ctr"/>
            <a:r>
              <a:rPr lang="zh-CN" altLang="en-US" sz="1400" b="1" spc="300" dirty="0">
                <a:solidFill>
                  <a:srgbClr val="254D97"/>
                </a:solidFill>
                <a:latin typeface="+mn-ea"/>
                <a:sym typeface="+mn-ea"/>
              </a:rPr>
              <a:t>学校端</a:t>
            </a:r>
            <a:endParaRPr lang="en-US" altLang="zh-CN" sz="1400" b="1" spc="300" dirty="0">
              <a:solidFill>
                <a:srgbClr val="254D97"/>
              </a:solidFill>
              <a:latin typeface="+mn-ea"/>
              <a:sym typeface="+mn-ea"/>
            </a:endParaRPr>
          </a:p>
          <a:p>
            <a:pPr algn="ctr"/>
            <a:r>
              <a:rPr lang="en-US" altLang="zh-CN" sz="1400" b="1" spc="300" dirty="0">
                <a:solidFill>
                  <a:srgbClr val="254D97"/>
                </a:solidFill>
                <a:latin typeface="+mn-ea"/>
                <a:sym typeface="+mn-ea"/>
              </a:rPr>
              <a:t>(</a:t>
            </a:r>
            <a:r>
              <a:rPr lang="zh-CN" altLang="en-US" sz="1400" b="1" spc="300" dirty="0">
                <a:solidFill>
                  <a:srgbClr val="254D97"/>
                </a:solidFill>
                <a:latin typeface="+mn-ea"/>
                <a:sym typeface="+mn-ea"/>
              </a:rPr>
              <a:t>管理工具箱</a:t>
            </a:r>
            <a:r>
              <a:rPr lang="en-US" altLang="zh-CN" sz="1400" b="1" spc="300" dirty="0">
                <a:solidFill>
                  <a:srgbClr val="254D97"/>
                </a:solidFill>
                <a:latin typeface="+mn-ea"/>
                <a:sym typeface="+mn-ea"/>
              </a:rPr>
              <a:t>)</a:t>
            </a:r>
            <a:endParaRPr lang="zh-CN" altLang="en-US" sz="1400" b="1" spc="300" dirty="0">
              <a:solidFill>
                <a:srgbClr val="254D97"/>
              </a:solidFill>
              <a:latin typeface="+mn-ea"/>
              <a:sym typeface="+mn-ea"/>
            </a:endParaRPr>
          </a:p>
        </p:txBody>
      </p:sp>
      <p:sp>
        <p:nvSpPr>
          <p:cNvPr id="32" name="正文"/>
          <p:cNvSpPr txBox="1"/>
          <p:nvPr>
            <p:custDataLst>
              <p:tags r:id="rId17"/>
            </p:custDataLst>
          </p:nvPr>
        </p:nvSpPr>
        <p:spPr>
          <a:xfrm>
            <a:off x="3165475" y="2734945"/>
            <a:ext cx="1525270" cy="1804035"/>
          </a:xfrm>
          <a:prstGeom prst="rect">
            <a:avLst/>
          </a:prstGeom>
          <a:noFill/>
        </p:spPr>
        <p:txBody>
          <a:bodyPr wrap="square" lIns="0" tIns="0" rIns="0" bIns="0" rtlCol="0" anchor="t" anchorCtr="0">
            <a:noAutofit/>
          </a:bodyPr>
          <a:lstStyle/>
          <a:p>
            <a:pPr indent="0" algn="ctr" fontAlgn="auto">
              <a:lnSpc>
                <a:spcPct val="100000"/>
              </a:lnSpc>
              <a:spcAft>
                <a:spcPts val="1000"/>
              </a:spcAft>
            </a:pPr>
            <a:r>
              <a:rPr lang="zh-CN" altLang="en-US" sz="1200" kern="0" dirty="0">
                <a:ln>
                  <a:noFill/>
                  <a:prstDash val="sysDot"/>
                </a:ln>
                <a:solidFill>
                  <a:schemeClr val="tx1">
                    <a:lumMod val="85000"/>
                    <a:lumOff val="15000"/>
                  </a:schemeClr>
                </a:solidFill>
                <a:uFillTx/>
                <a:latin typeface="+mn-ea"/>
                <a:cs typeface="MiSans Normal" panose="00000500000000000000" charset="-122"/>
                <a:sym typeface="+mn-ea"/>
              </a:rPr>
              <a:t>智能排课</a:t>
            </a:r>
            <a:endParaRPr lang="zh-CN" altLang="en-US" sz="1200" kern="0" dirty="0">
              <a:ln>
                <a:noFill/>
                <a:prstDash val="sysDot"/>
              </a:ln>
              <a:solidFill>
                <a:schemeClr val="tx1">
                  <a:lumMod val="85000"/>
                  <a:lumOff val="15000"/>
                </a:schemeClr>
              </a:solidFill>
              <a:uFillTx/>
              <a:latin typeface="+mn-ea"/>
              <a:cs typeface="MiSans Normal" panose="00000500000000000000" charset="-122"/>
              <a:sym typeface="+mn-ea"/>
            </a:endParaRPr>
          </a:p>
          <a:p>
            <a:pPr indent="0" algn="ctr" fontAlgn="auto">
              <a:lnSpc>
                <a:spcPct val="100000"/>
              </a:lnSpc>
              <a:spcAft>
                <a:spcPts val="1000"/>
              </a:spcAft>
            </a:pPr>
            <a:r>
              <a:rPr lang="zh-CN" altLang="en-US" sz="1200" kern="0" dirty="0">
                <a:ln>
                  <a:noFill/>
                  <a:prstDash val="sysDot"/>
                </a:ln>
                <a:solidFill>
                  <a:schemeClr val="tx1">
                    <a:lumMod val="85000"/>
                    <a:lumOff val="15000"/>
                  </a:schemeClr>
                </a:solidFill>
                <a:uFillTx/>
                <a:latin typeface="+mn-ea"/>
                <a:cs typeface="MiSans Normal" panose="00000500000000000000" charset="-122"/>
                <a:sym typeface="+mn-ea"/>
              </a:rPr>
              <a:t>考勤与看护</a:t>
            </a:r>
            <a:endParaRPr lang="zh-CN" altLang="en-US" sz="1200" kern="0" dirty="0">
              <a:ln>
                <a:noFill/>
                <a:prstDash val="sysDot"/>
              </a:ln>
              <a:solidFill>
                <a:schemeClr val="tx1">
                  <a:lumMod val="85000"/>
                  <a:lumOff val="15000"/>
                </a:schemeClr>
              </a:solidFill>
              <a:uFillTx/>
              <a:latin typeface="+mn-ea"/>
              <a:cs typeface="MiSans Normal" panose="00000500000000000000" charset="-122"/>
              <a:sym typeface="+mn-ea"/>
            </a:endParaRPr>
          </a:p>
          <a:p>
            <a:pPr indent="0" algn="ctr" fontAlgn="auto">
              <a:lnSpc>
                <a:spcPct val="100000"/>
              </a:lnSpc>
              <a:spcAft>
                <a:spcPts val="1000"/>
              </a:spcAft>
            </a:pPr>
            <a:r>
              <a:rPr lang="zh-CN" altLang="en-US" sz="1200" kern="0" dirty="0">
                <a:ln>
                  <a:noFill/>
                  <a:prstDash val="sysDot"/>
                </a:ln>
                <a:solidFill>
                  <a:schemeClr val="tx1">
                    <a:lumMod val="85000"/>
                    <a:lumOff val="15000"/>
                  </a:schemeClr>
                </a:solidFill>
                <a:uFillTx/>
                <a:latin typeface="+mn-ea"/>
                <a:cs typeface="MiSans Normal" panose="00000500000000000000" charset="-122"/>
                <a:sym typeface="+mn-ea"/>
              </a:rPr>
              <a:t>一校一账</a:t>
            </a:r>
            <a:endParaRPr lang="zh-CN" altLang="en-US" sz="1200" kern="0" dirty="0">
              <a:ln>
                <a:noFill/>
                <a:prstDash val="sysDot"/>
              </a:ln>
              <a:solidFill>
                <a:schemeClr val="tx1">
                  <a:lumMod val="85000"/>
                  <a:lumOff val="15000"/>
                </a:schemeClr>
              </a:solidFill>
              <a:uFillTx/>
              <a:latin typeface="+mn-ea"/>
              <a:cs typeface="MiSans Normal" panose="00000500000000000000" charset="-122"/>
              <a:sym typeface="+mn-ea"/>
            </a:endParaRPr>
          </a:p>
          <a:p>
            <a:pPr indent="0" algn="ctr" fontAlgn="auto">
              <a:lnSpc>
                <a:spcPct val="100000"/>
              </a:lnSpc>
              <a:spcAft>
                <a:spcPts val="1000"/>
              </a:spcAft>
            </a:pPr>
            <a:r>
              <a:rPr lang="zh-CN" altLang="en-US" sz="1200" kern="0" dirty="0">
                <a:ln>
                  <a:noFill/>
                  <a:prstDash val="sysDot"/>
                </a:ln>
                <a:solidFill>
                  <a:schemeClr val="tx1">
                    <a:lumMod val="85000"/>
                    <a:lumOff val="15000"/>
                  </a:schemeClr>
                </a:solidFill>
                <a:uFillTx/>
                <a:latin typeface="+mn-ea"/>
                <a:cs typeface="MiSans Normal" panose="00000500000000000000" charset="-122"/>
                <a:sym typeface="+mn-ea"/>
              </a:rPr>
              <a:t>家校沟通</a:t>
            </a:r>
            <a:endParaRPr lang="zh-CN" altLang="en-US" sz="1200" kern="0" dirty="0">
              <a:ln>
                <a:noFill/>
                <a:prstDash val="sysDot"/>
              </a:ln>
              <a:solidFill>
                <a:schemeClr val="tx1">
                  <a:lumMod val="85000"/>
                  <a:lumOff val="15000"/>
                </a:schemeClr>
              </a:solidFill>
              <a:uFillTx/>
              <a:latin typeface="+mn-ea"/>
              <a:cs typeface="MiSans Normal" panose="00000500000000000000" charset="-122"/>
              <a:sym typeface="+mn-ea"/>
            </a:endParaRPr>
          </a:p>
          <a:p>
            <a:pPr indent="0" algn="ctr" fontAlgn="auto">
              <a:lnSpc>
                <a:spcPct val="100000"/>
              </a:lnSpc>
              <a:spcAft>
                <a:spcPts val="1000"/>
              </a:spcAft>
            </a:pPr>
            <a:r>
              <a:rPr lang="zh-CN" altLang="en-US" sz="1200" kern="0" dirty="0">
                <a:ln>
                  <a:noFill/>
                  <a:prstDash val="sysDot"/>
                </a:ln>
                <a:solidFill>
                  <a:schemeClr val="tx1">
                    <a:lumMod val="85000"/>
                    <a:lumOff val="15000"/>
                  </a:schemeClr>
                </a:solidFill>
                <a:uFillTx/>
                <a:latin typeface="+mn-ea"/>
                <a:cs typeface="MiSans Normal" panose="00000500000000000000" charset="-122"/>
                <a:sym typeface="+mn-ea"/>
              </a:rPr>
              <a:t>管理价值</a:t>
            </a:r>
            <a:endParaRPr lang="zh-CN" altLang="en-US" sz="1200" kern="0" dirty="0">
              <a:ln>
                <a:noFill/>
                <a:prstDash val="sysDot"/>
              </a:ln>
              <a:solidFill>
                <a:schemeClr val="tx1">
                  <a:lumMod val="85000"/>
                  <a:lumOff val="15000"/>
                </a:schemeClr>
              </a:solidFill>
              <a:uFillTx/>
              <a:latin typeface="+mn-ea"/>
              <a:cs typeface="MiSans Normal" panose="00000500000000000000" charset="-122"/>
              <a:sym typeface="+mn-ea"/>
            </a:endParaRPr>
          </a:p>
        </p:txBody>
      </p:sp>
      <p:sp>
        <p:nvSpPr>
          <p:cNvPr id="8" name="标题"/>
          <p:cNvSpPr txBox="1"/>
          <p:nvPr>
            <p:custDataLst>
              <p:tags r:id="rId18"/>
            </p:custDataLst>
          </p:nvPr>
        </p:nvSpPr>
        <p:spPr>
          <a:xfrm>
            <a:off x="5297170" y="2186305"/>
            <a:ext cx="1631315" cy="364490"/>
          </a:xfrm>
          <a:prstGeom prst="rect">
            <a:avLst/>
          </a:prstGeom>
          <a:noFill/>
        </p:spPr>
        <p:txBody>
          <a:bodyPr wrap="square" lIns="0" tIns="0" rIns="0" bIns="0" rtlCol="0" anchor="ctr">
            <a:noAutofit/>
          </a:bodyPr>
          <a:lstStyle/>
          <a:p>
            <a:pPr algn="ctr"/>
            <a:r>
              <a:rPr lang="zh-CN" altLang="en-US" sz="1400" b="1" spc="300" dirty="0">
                <a:solidFill>
                  <a:srgbClr val="254D97"/>
                </a:solidFill>
                <a:latin typeface="+mn-ea"/>
                <a:sym typeface="+mn-ea"/>
              </a:rPr>
              <a:t>机构端</a:t>
            </a:r>
            <a:endParaRPr lang="en-US" altLang="zh-CN" sz="1400" b="1" spc="300" dirty="0">
              <a:solidFill>
                <a:srgbClr val="254D97"/>
              </a:solidFill>
              <a:latin typeface="+mn-ea"/>
              <a:sym typeface="+mn-ea"/>
            </a:endParaRPr>
          </a:p>
          <a:p>
            <a:pPr algn="ctr"/>
            <a:r>
              <a:rPr lang="en-US" altLang="zh-CN" sz="1400" b="1" spc="300" dirty="0">
                <a:solidFill>
                  <a:srgbClr val="254D97"/>
                </a:solidFill>
                <a:latin typeface="+mn-ea"/>
                <a:sym typeface="+mn-ea"/>
              </a:rPr>
              <a:t>(</a:t>
            </a:r>
            <a:r>
              <a:rPr lang="zh-CN" altLang="en-US" sz="1400" b="1" spc="300" dirty="0">
                <a:solidFill>
                  <a:srgbClr val="254D97"/>
                </a:solidFill>
                <a:latin typeface="+mn-ea"/>
                <a:sym typeface="+mn-ea"/>
              </a:rPr>
              <a:t>合规接入与运营</a:t>
            </a:r>
            <a:r>
              <a:rPr lang="en-US" altLang="zh-CN" sz="1400" b="1" spc="300" dirty="0">
                <a:solidFill>
                  <a:srgbClr val="254D97"/>
                </a:solidFill>
                <a:latin typeface="+mn-ea"/>
                <a:sym typeface="+mn-ea"/>
              </a:rPr>
              <a:t>)</a:t>
            </a:r>
            <a:endParaRPr lang="en-US" altLang="zh-CN" sz="1400" b="1" spc="300" dirty="0">
              <a:solidFill>
                <a:srgbClr val="254D97"/>
              </a:solidFill>
              <a:latin typeface="+mn-ea"/>
              <a:sym typeface="+mn-ea"/>
            </a:endParaRPr>
          </a:p>
        </p:txBody>
      </p:sp>
      <p:sp>
        <p:nvSpPr>
          <p:cNvPr id="13" name="正文"/>
          <p:cNvSpPr txBox="1"/>
          <p:nvPr>
            <p:custDataLst>
              <p:tags r:id="rId19"/>
            </p:custDataLst>
          </p:nvPr>
        </p:nvSpPr>
        <p:spPr>
          <a:xfrm>
            <a:off x="5351145" y="2734945"/>
            <a:ext cx="1525270" cy="1807210"/>
          </a:xfrm>
          <a:prstGeom prst="rect">
            <a:avLst/>
          </a:prstGeom>
          <a:noFill/>
        </p:spPr>
        <p:txBody>
          <a:bodyPr wrap="square" lIns="0" tIns="0" rIns="0" bIns="0" rtlCol="0" anchor="t" anchorCtr="0">
            <a:noAutofit/>
          </a:bodyPr>
          <a:lstStyle/>
          <a:p>
            <a:pPr indent="0" algn="ctr" fontAlgn="auto">
              <a:lnSpc>
                <a:spcPct val="100000"/>
              </a:lnSpc>
              <a:spcAft>
                <a:spcPts val="1000"/>
              </a:spcAft>
            </a:pPr>
            <a:r>
              <a:rPr lang="zh-CN" altLang="en-US" sz="1200" kern="0" dirty="0">
                <a:ln>
                  <a:noFill/>
                  <a:prstDash val="sysDot"/>
                </a:ln>
                <a:solidFill>
                  <a:schemeClr val="tx1">
                    <a:lumMod val="85000"/>
                    <a:lumOff val="15000"/>
                  </a:schemeClr>
                </a:solidFill>
                <a:uFillTx/>
                <a:latin typeface="+mn-ea"/>
                <a:cs typeface="MiSans Normal" panose="00000500000000000000" charset="-122"/>
                <a:sym typeface="+mn-ea"/>
              </a:rPr>
              <a:t>一站式准入</a:t>
            </a:r>
            <a:endParaRPr lang="zh-CN" altLang="en-US" sz="1200" kern="0" dirty="0">
              <a:ln>
                <a:noFill/>
                <a:prstDash val="sysDot"/>
              </a:ln>
              <a:solidFill>
                <a:schemeClr val="tx1">
                  <a:lumMod val="85000"/>
                  <a:lumOff val="15000"/>
                </a:schemeClr>
              </a:solidFill>
              <a:uFillTx/>
              <a:latin typeface="+mn-ea"/>
              <a:cs typeface="MiSans Normal" panose="00000500000000000000" charset="-122"/>
              <a:sym typeface="+mn-ea"/>
            </a:endParaRPr>
          </a:p>
          <a:p>
            <a:pPr indent="0" algn="ctr" fontAlgn="auto">
              <a:lnSpc>
                <a:spcPct val="100000"/>
              </a:lnSpc>
              <a:spcAft>
                <a:spcPts val="1000"/>
              </a:spcAft>
            </a:pPr>
            <a:r>
              <a:rPr lang="zh-CN" altLang="en-US" sz="1200" kern="0" dirty="0">
                <a:ln>
                  <a:noFill/>
                  <a:prstDash val="sysDot"/>
                </a:ln>
                <a:solidFill>
                  <a:schemeClr val="tx1">
                    <a:lumMod val="85000"/>
                    <a:lumOff val="15000"/>
                  </a:schemeClr>
                </a:solidFill>
                <a:uFillTx/>
                <a:latin typeface="+mn-ea"/>
                <a:cs typeface="MiSans Normal" panose="00000500000000000000" charset="-122"/>
                <a:sym typeface="+mn-ea"/>
              </a:rPr>
              <a:t>服务执行</a:t>
            </a:r>
            <a:endParaRPr lang="zh-CN" altLang="en-US" sz="1200" kern="0" dirty="0">
              <a:ln>
                <a:noFill/>
                <a:prstDash val="sysDot"/>
              </a:ln>
              <a:solidFill>
                <a:schemeClr val="tx1">
                  <a:lumMod val="85000"/>
                  <a:lumOff val="15000"/>
                </a:schemeClr>
              </a:solidFill>
              <a:uFillTx/>
              <a:latin typeface="+mn-ea"/>
              <a:cs typeface="MiSans Normal" panose="00000500000000000000" charset="-122"/>
              <a:sym typeface="+mn-ea"/>
            </a:endParaRPr>
          </a:p>
          <a:p>
            <a:pPr indent="0" algn="ctr" fontAlgn="auto">
              <a:lnSpc>
                <a:spcPct val="100000"/>
              </a:lnSpc>
              <a:spcAft>
                <a:spcPts val="1000"/>
              </a:spcAft>
            </a:pPr>
            <a:r>
              <a:rPr lang="zh-CN" altLang="en-US" sz="1200" kern="0" dirty="0">
                <a:ln>
                  <a:noFill/>
                  <a:prstDash val="sysDot"/>
                </a:ln>
                <a:solidFill>
                  <a:schemeClr val="tx1">
                    <a:lumMod val="85000"/>
                    <a:lumOff val="15000"/>
                  </a:schemeClr>
                </a:solidFill>
                <a:uFillTx/>
                <a:latin typeface="+mn-ea"/>
                <a:cs typeface="MiSans Normal" panose="00000500000000000000" charset="-122"/>
                <a:sym typeface="+mn-ea"/>
              </a:rPr>
              <a:t>结算对账</a:t>
            </a:r>
            <a:endParaRPr lang="zh-CN" altLang="en-US" sz="1200" kern="0" dirty="0">
              <a:ln>
                <a:noFill/>
                <a:prstDash val="sysDot"/>
              </a:ln>
              <a:solidFill>
                <a:schemeClr val="tx1">
                  <a:lumMod val="85000"/>
                  <a:lumOff val="15000"/>
                </a:schemeClr>
              </a:solidFill>
              <a:uFillTx/>
              <a:latin typeface="+mn-ea"/>
              <a:cs typeface="MiSans Normal" panose="00000500000000000000" charset="-122"/>
              <a:sym typeface="+mn-ea"/>
            </a:endParaRPr>
          </a:p>
          <a:p>
            <a:pPr indent="0" algn="ctr" fontAlgn="auto">
              <a:lnSpc>
                <a:spcPct val="100000"/>
              </a:lnSpc>
              <a:spcAft>
                <a:spcPts val="1000"/>
              </a:spcAft>
            </a:pPr>
            <a:r>
              <a:rPr lang="zh-CN" altLang="en-US" sz="1200" kern="0" dirty="0">
                <a:ln>
                  <a:noFill/>
                  <a:prstDash val="sysDot"/>
                </a:ln>
                <a:solidFill>
                  <a:schemeClr val="tx1">
                    <a:lumMod val="85000"/>
                    <a:lumOff val="15000"/>
                  </a:schemeClr>
                </a:solidFill>
                <a:uFillTx/>
                <a:latin typeface="+mn-ea"/>
                <a:cs typeface="MiSans Normal" panose="00000500000000000000" charset="-122"/>
                <a:sym typeface="+mn-ea"/>
              </a:rPr>
              <a:t>绩效画像</a:t>
            </a:r>
            <a:endParaRPr lang="zh-CN" altLang="en-US" sz="1200" kern="0" dirty="0">
              <a:ln>
                <a:noFill/>
                <a:prstDash val="sysDot"/>
              </a:ln>
              <a:solidFill>
                <a:schemeClr val="tx1">
                  <a:lumMod val="85000"/>
                  <a:lumOff val="15000"/>
                </a:schemeClr>
              </a:solidFill>
              <a:uFillTx/>
              <a:latin typeface="+mn-ea"/>
              <a:cs typeface="MiSans Normal" panose="00000500000000000000" charset="-122"/>
              <a:sym typeface="+mn-ea"/>
            </a:endParaRPr>
          </a:p>
          <a:p>
            <a:pPr indent="0" algn="ctr" fontAlgn="auto">
              <a:lnSpc>
                <a:spcPct val="100000"/>
              </a:lnSpc>
              <a:spcAft>
                <a:spcPts val="1000"/>
              </a:spcAft>
            </a:pPr>
            <a:r>
              <a:rPr lang="zh-CN" altLang="en-US" sz="1200" kern="0" dirty="0">
                <a:ln>
                  <a:noFill/>
                  <a:prstDash val="sysDot"/>
                </a:ln>
                <a:solidFill>
                  <a:schemeClr val="tx1">
                    <a:lumMod val="85000"/>
                    <a:lumOff val="15000"/>
                  </a:schemeClr>
                </a:solidFill>
                <a:uFillTx/>
                <a:latin typeface="+mn-ea"/>
                <a:cs typeface="MiSans Normal" panose="00000500000000000000" charset="-122"/>
                <a:sym typeface="+mn-ea"/>
              </a:rPr>
              <a:t>运营价值</a:t>
            </a:r>
            <a:endParaRPr lang="zh-CN" altLang="en-US" sz="1200" kern="0" dirty="0">
              <a:ln>
                <a:noFill/>
                <a:prstDash val="sysDot"/>
              </a:ln>
              <a:solidFill>
                <a:schemeClr val="tx1">
                  <a:lumMod val="85000"/>
                  <a:lumOff val="15000"/>
                </a:schemeClr>
              </a:solidFill>
              <a:uFillTx/>
              <a:latin typeface="+mn-ea"/>
              <a:cs typeface="MiSans Normal" panose="00000500000000000000" charset="-122"/>
              <a:sym typeface="+mn-ea"/>
            </a:endParaRPr>
          </a:p>
          <a:p>
            <a:pPr indent="0" algn="ctr" fontAlgn="auto">
              <a:lnSpc>
                <a:spcPct val="100000"/>
              </a:lnSpc>
              <a:spcAft>
                <a:spcPts val="1000"/>
              </a:spcAft>
            </a:pPr>
            <a:endParaRPr lang="zh-CN" altLang="en-US" sz="1200" kern="0" dirty="0">
              <a:ln>
                <a:noFill/>
                <a:prstDash val="sysDot"/>
              </a:ln>
              <a:solidFill>
                <a:schemeClr val="tx1">
                  <a:lumMod val="85000"/>
                  <a:lumOff val="15000"/>
                </a:schemeClr>
              </a:solidFill>
              <a:uFillTx/>
              <a:latin typeface="+mn-ea"/>
              <a:cs typeface="MiSans Normal" panose="00000500000000000000" charset="-122"/>
              <a:sym typeface="+mn-ea"/>
            </a:endParaRPr>
          </a:p>
          <a:p>
            <a:pPr indent="0" algn="ctr" fontAlgn="auto">
              <a:lnSpc>
                <a:spcPct val="100000"/>
              </a:lnSpc>
              <a:spcAft>
                <a:spcPts val="1000"/>
              </a:spcAft>
            </a:pPr>
            <a:endParaRPr lang="zh-CN" altLang="en-US" sz="1200" kern="0" dirty="0">
              <a:ln>
                <a:noFill/>
                <a:prstDash val="sysDot"/>
              </a:ln>
              <a:solidFill>
                <a:schemeClr val="tx1">
                  <a:lumMod val="85000"/>
                  <a:lumOff val="15000"/>
                </a:schemeClr>
              </a:solidFill>
              <a:uFillTx/>
              <a:latin typeface="+mn-ea"/>
              <a:cs typeface="MiSans Normal" panose="00000500000000000000" charset="-122"/>
              <a:sym typeface="+mn-ea"/>
            </a:endParaRPr>
          </a:p>
        </p:txBody>
      </p:sp>
      <p:sp>
        <p:nvSpPr>
          <p:cNvPr id="19" name="标题"/>
          <p:cNvSpPr txBox="1"/>
          <p:nvPr>
            <p:custDataLst>
              <p:tags r:id="rId20"/>
            </p:custDataLst>
          </p:nvPr>
        </p:nvSpPr>
        <p:spPr>
          <a:xfrm>
            <a:off x="7392670" y="2188210"/>
            <a:ext cx="1812925" cy="364490"/>
          </a:xfrm>
          <a:prstGeom prst="rect">
            <a:avLst/>
          </a:prstGeom>
          <a:noFill/>
        </p:spPr>
        <p:txBody>
          <a:bodyPr wrap="square" lIns="0" tIns="0" rIns="0" bIns="0" rtlCol="0" anchor="ctr">
            <a:noAutofit/>
          </a:bodyPr>
          <a:lstStyle/>
          <a:p>
            <a:pPr algn="ctr"/>
            <a:r>
              <a:rPr lang="zh-CN" altLang="en-US" sz="1400" b="1" spc="300" dirty="0">
                <a:solidFill>
                  <a:srgbClr val="254D97"/>
                </a:solidFill>
                <a:latin typeface="+mn-ea"/>
                <a:sym typeface="+mn-ea"/>
              </a:rPr>
              <a:t>家长端</a:t>
            </a:r>
            <a:endParaRPr lang="zh-CN" altLang="en-US" sz="1400" b="1" spc="300" dirty="0">
              <a:solidFill>
                <a:srgbClr val="254D97"/>
              </a:solidFill>
              <a:latin typeface="+mn-ea"/>
              <a:sym typeface="+mn-ea"/>
            </a:endParaRPr>
          </a:p>
          <a:p>
            <a:pPr algn="ctr"/>
            <a:r>
              <a:rPr lang="en-US" altLang="zh-CN" sz="1400" b="1" spc="300" dirty="0">
                <a:solidFill>
                  <a:srgbClr val="254D97"/>
                </a:solidFill>
                <a:latin typeface="+mn-ea"/>
                <a:sym typeface="+mn-ea"/>
              </a:rPr>
              <a:t>(</a:t>
            </a:r>
            <a:r>
              <a:rPr lang="zh-CN" altLang="en-US" sz="1400" b="1" spc="300" dirty="0">
                <a:solidFill>
                  <a:srgbClr val="254D97"/>
                </a:solidFill>
                <a:latin typeface="+mn-ea"/>
                <a:sym typeface="+mn-ea"/>
              </a:rPr>
              <a:t>透明选择体验</a:t>
            </a:r>
            <a:r>
              <a:rPr lang="en-US" altLang="zh-CN" sz="1400" b="1" spc="300" dirty="0">
                <a:solidFill>
                  <a:srgbClr val="254D97"/>
                </a:solidFill>
                <a:latin typeface="+mn-ea"/>
                <a:sym typeface="+mn-ea"/>
              </a:rPr>
              <a:t>)</a:t>
            </a:r>
            <a:endParaRPr lang="en-US" altLang="zh-CN" sz="1400" b="1" spc="300" dirty="0">
              <a:solidFill>
                <a:srgbClr val="254D97"/>
              </a:solidFill>
              <a:latin typeface="+mn-ea"/>
              <a:sym typeface="+mn-ea"/>
            </a:endParaRPr>
          </a:p>
        </p:txBody>
      </p:sp>
      <p:sp>
        <p:nvSpPr>
          <p:cNvPr id="40" name="正文"/>
          <p:cNvSpPr txBox="1"/>
          <p:nvPr>
            <p:custDataLst>
              <p:tags r:id="rId21"/>
            </p:custDataLst>
          </p:nvPr>
        </p:nvSpPr>
        <p:spPr>
          <a:xfrm>
            <a:off x="7534910" y="2734310"/>
            <a:ext cx="1525270" cy="1809750"/>
          </a:xfrm>
          <a:prstGeom prst="rect">
            <a:avLst/>
          </a:prstGeom>
          <a:noFill/>
        </p:spPr>
        <p:txBody>
          <a:bodyPr wrap="square" lIns="0" tIns="0" rIns="0" bIns="0" rtlCol="0" anchor="t" anchorCtr="0">
            <a:noAutofit/>
          </a:bodyPr>
          <a:lstStyle/>
          <a:p>
            <a:pPr indent="0" algn="ctr" fontAlgn="auto">
              <a:lnSpc>
                <a:spcPct val="100000"/>
              </a:lnSpc>
              <a:spcAft>
                <a:spcPts val="1000"/>
              </a:spcAft>
            </a:pPr>
            <a:r>
              <a:rPr lang="zh-CN" altLang="en-US" sz="1200" kern="0" dirty="0">
                <a:ln>
                  <a:noFill/>
                  <a:prstDash val="sysDot"/>
                </a:ln>
                <a:solidFill>
                  <a:schemeClr val="tx1">
                    <a:lumMod val="85000"/>
                    <a:lumOff val="15000"/>
                  </a:schemeClr>
                </a:solidFill>
                <a:uFillTx/>
                <a:latin typeface="+mn-ea"/>
                <a:cs typeface="MiSans Normal" panose="00000500000000000000" charset="-122"/>
                <a:sym typeface="+mn-ea"/>
              </a:rPr>
              <a:t>选课缴费</a:t>
            </a:r>
            <a:endParaRPr lang="zh-CN" altLang="en-US" sz="1200" kern="0" dirty="0">
              <a:ln>
                <a:noFill/>
                <a:prstDash val="sysDot"/>
              </a:ln>
              <a:solidFill>
                <a:schemeClr val="tx1">
                  <a:lumMod val="85000"/>
                  <a:lumOff val="15000"/>
                </a:schemeClr>
              </a:solidFill>
              <a:uFillTx/>
              <a:latin typeface="+mn-ea"/>
              <a:cs typeface="MiSans Normal" panose="00000500000000000000" charset="-122"/>
              <a:sym typeface="+mn-ea"/>
            </a:endParaRPr>
          </a:p>
          <a:p>
            <a:pPr indent="0" algn="ctr" fontAlgn="auto">
              <a:lnSpc>
                <a:spcPct val="100000"/>
              </a:lnSpc>
              <a:spcAft>
                <a:spcPts val="1000"/>
              </a:spcAft>
            </a:pPr>
            <a:r>
              <a:rPr lang="zh-CN" altLang="en-US" sz="1200" kern="0" dirty="0">
                <a:ln>
                  <a:noFill/>
                  <a:prstDash val="sysDot"/>
                </a:ln>
                <a:solidFill>
                  <a:schemeClr val="tx1">
                    <a:lumMod val="85000"/>
                    <a:lumOff val="15000"/>
                  </a:schemeClr>
                </a:solidFill>
                <a:uFillTx/>
                <a:latin typeface="+mn-ea"/>
                <a:cs typeface="MiSans Normal" panose="00000500000000000000" charset="-122"/>
                <a:sym typeface="+mn-ea"/>
              </a:rPr>
              <a:t>服务可见</a:t>
            </a:r>
            <a:endParaRPr lang="zh-CN" altLang="en-US" sz="1200" kern="0" dirty="0">
              <a:ln>
                <a:noFill/>
                <a:prstDash val="sysDot"/>
              </a:ln>
              <a:solidFill>
                <a:schemeClr val="tx1">
                  <a:lumMod val="85000"/>
                  <a:lumOff val="15000"/>
                </a:schemeClr>
              </a:solidFill>
              <a:uFillTx/>
              <a:latin typeface="+mn-ea"/>
              <a:cs typeface="MiSans Normal" panose="00000500000000000000" charset="-122"/>
              <a:sym typeface="+mn-ea"/>
            </a:endParaRPr>
          </a:p>
          <a:p>
            <a:pPr indent="0" algn="ctr" fontAlgn="auto">
              <a:lnSpc>
                <a:spcPct val="100000"/>
              </a:lnSpc>
              <a:spcAft>
                <a:spcPts val="1000"/>
              </a:spcAft>
            </a:pPr>
            <a:r>
              <a:rPr lang="zh-CN" altLang="en-US" sz="1200" kern="0" dirty="0">
                <a:ln>
                  <a:noFill/>
                  <a:prstDash val="sysDot"/>
                </a:ln>
                <a:solidFill>
                  <a:schemeClr val="tx1">
                    <a:lumMod val="85000"/>
                    <a:lumOff val="15000"/>
                  </a:schemeClr>
                </a:solidFill>
                <a:uFillTx/>
                <a:latin typeface="+mn-ea"/>
                <a:cs typeface="MiSans Normal" panose="00000500000000000000" charset="-122"/>
                <a:sym typeface="+mn-ea"/>
              </a:rPr>
              <a:t>评价与申诉</a:t>
            </a:r>
            <a:endParaRPr lang="zh-CN" altLang="en-US" sz="1200" kern="0" dirty="0">
              <a:ln>
                <a:noFill/>
                <a:prstDash val="sysDot"/>
              </a:ln>
              <a:solidFill>
                <a:schemeClr val="tx1">
                  <a:lumMod val="85000"/>
                  <a:lumOff val="15000"/>
                </a:schemeClr>
              </a:solidFill>
              <a:uFillTx/>
              <a:latin typeface="+mn-ea"/>
              <a:cs typeface="MiSans Normal" panose="00000500000000000000" charset="-122"/>
              <a:sym typeface="+mn-ea"/>
            </a:endParaRPr>
          </a:p>
          <a:p>
            <a:pPr indent="0" algn="ctr" fontAlgn="auto">
              <a:lnSpc>
                <a:spcPct val="100000"/>
              </a:lnSpc>
              <a:spcAft>
                <a:spcPts val="1000"/>
              </a:spcAft>
            </a:pPr>
            <a:r>
              <a:rPr lang="zh-CN" altLang="en-US" sz="1200" kern="0" dirty="0">
                <a:ln>
                  <a:noFill/>
                  <a:prstDash val="sysDot"/>
                </a:ln>
                <a:solidFill>
                  <a:schemeClr val="tx1">
                    <a:lumMod val="85000"/>
                    <a:lumOff val="15000"/>
                  </a:schemeClr>
                </a:solidFill>
                <a:uFillTx/>
                <a:latin typeface="+mn-ea"/>
                <a:cs typeface="MiSans Normal" panose="00000500000000000000" charset="-122"/>
                <a:sym typeface="+mn-ea"/>
              </a:rPr>
              <a:t>优惠与托管</a:t>
            </a:r>
            <a:endParaRPr lang="zh-CN" altLang="en-US" sz="1200" kern="0" dirty="0">
              <a:ln>
                <a:noFill/>
                <a:prstDash val="sysDot"/>
              </a:ln>
              <a:solidFill>
                <a:schemeClr val="tx1">
                  <a:lumMod val="85000"/>
                  <a:lumOff val="15000"/>
                </a:schemeClr>
              </a:solidFill>
              <a:uFillTx/>
              <a:latin typeface="+mn-ea"/>
              <a:cs typeface="MiSans Normal" panose="00000500000000000000" charset="-122"/>
              <a:sym typeface="+mn-ea"/>
            </a:endParaRPr>
          </a:p>
          <a:p>
            <a:pPr indent="0" algn="ctr" fontAlgn="auto">
              <a:lnSpc>
                <a:spcPct val="100000"/>
              </a:lnSpc>
              <a:spcAft>
                <a:spcPts val="1000"/>
              </a:spcAft>
            </a:pPr>
            <a:r>
              <a:rPr lang="zh-CN" altLang="en-US" sz="1200" kern="0" dirty="0">
                <a:ln>
                  <a:noFill/>
                  <a:prstDash val="sysDot"/>
                </a:ln>
                <a:solidFill>
                  <a:schemeClr val="tx1">
                    <a:lumMod val="85000"/>
                    <a:lumOff val="15000"/>
                  </a:schemeClr>
                </a:solidFill>
                <a:uFillTx/>
                <a:latin typeface="+mn-ea"/>
                <a:cs typeface="MiSans Normal" panose="00000500000000000000" charset="-122"/>
                <a:sym typeface="+mn-ea"/>
              </a:rPr>
              <a:t>民生价值</a:t>
            </a:r>
            <a:endParaRPr lang="zh-CN" altLang="en-US" sz="1200" kern="0" dirty="0">
              <a:ln>
                <a:noFill/>
                <a:prstDash val="sysDot"/>
              </a:ln>
              <a:solidFill>
                <a:schemeClr val="tx1">
                  <a:lumMod val="85000"/>
                  <a:lumOff val="15000"/>
                </a:schemeClr>
              </a:solidFill>
              <a:uFillTx/>
              <a:latin typeface="+mn-ea"/>
              <a:cs typeface="MiSans Normal" panose="00000500000000000000" charset="-122"/>
              <a:sym typeface="+mn-ea"/>
            </a:endParaRPr>
          </a:p>
          <a:p>
            <a:pPr indent="0" algn="ctr" fontAlgn="auto">
              <a:lnSpc>
                <a:spcPct val="100000"/>
              </a:lnSpc>
              <a:spcAft>
                <a:spcPts val="1000"/>
              </a:spcAft>
            </a:pPr>
            <a:endParaRPr lang="zh-CN" altLang="en-US" sz="1200" kern="0" dirty="0">
              <a:ln>
                <a:noFill/>
                <a:prstDash val="sysDot"/>
              </a:ln>
              <a:solidFill>
                <a:schemeClr val="tx1">
                  <a:lumMod val="85000"/>
                  <a:lumOff val="15000"/>
                </a:schemeClr>
              </a:solidFill>
              <a:uFillTx/>
              <a:latin typeface="+mn-ea"/>
              <a:cs typeface="MiSans Normal" panose="00000500000000000000" charset="-122"/>
              <a:sym typeface="+mn-ea"/>
            </a:endParaRPr>
          </a:p>
        </p:txBody>
      </p:sp>
      <p:sp>
        <p:nvSpPr>
          <p:cNvPr id="41" name="标题"/>
          <p:cNvSpPr txBox="1"/>
          <p:nvPr>
            <p:custDataLst>
              <p:tags r:id="rId22"/>
            </p:custDataLst>
          </p:nvPr>
        </p:nvSpPr>
        <p:spPr>
          <a:xfrm>
            <a:off x="9669780" y="2192020"/>
            <a:ext cx="1632585" cy="364490"/>
          </a:xfrm>
          <a:prstGeom prst="rect">
            <a:avLst/>
          </a:prstGeom>
          <a:noFill/>
        </p:spPr>
        <p:txBody>
          <a:bodyPr wrap="square" lIns="0" tIns="0" rIns="0" bIns="0" rtlCol="0" anchor="ctr">
            <a:noAutofit/>
          </a:bodyPr>
          <a:lstStyle/>
          <a:p>
            <a:pPr algn="ctr"/>
            <a:r>
              <a:rPr lang="zh-CN" altLang="en-US" sz="1400" b="1" spc="300" dirty="0">
                <a:solidFill>
                  <a:srgbClr val="254D97"/>
                </a:solidFill>
                <a:latin typeface="+mn-ea"/>
                <a:sym typeface="+mn-ea"/>
              </a:rPr>
              <a:t>机构端</a:t>
            </a:r>
            <a:endParaRPr lang="en-US" altLang="zh-CN" sz="1400" b="1" spc="300" dirty="0">
              <a:solidFill>
                <a:srgbClr val="254D97"/>
              </a:solidFill>
              <a:latin typeface="+mn-ea"/>
              <a:sym typeface="+mn-ea"/>
            </a:endParaRPr>
          </a:p>
          <a:p>
            <a:pPr algn="ctr"/>
            <a:r>
              <a:rPr lang="en-US" altLang="zh-CN" sz="1400" b="1" spc="300" dirty="0">
                <a:solidFill>
                  <a:srgbClr val="254D97"/>
                </a:solidFill>
                <a:latin typeface="+mn-ea"/>
                <a:sym typeface="+mn-ea"/>
              </a:rPr>
              <a:t>(</a:t>
            </a:r>
            <a:r>
              <a:rPr lang="zh-CN" altLang="en-US" sz="1400" b="1" spc="300" dirty="0">
                <a:solidFill>
                  <a:srgbClr val="254D97"/>
                </a:solidFill>
                <a:latin typeface="+mn-ea"/>
                <a:sym typeface="+mn-ea"/>
              </a:rPr>
              <a:t>合规接入与运营</a:t>
            </a:r>
            <a:r>
              <a:rPr lang="en-US" altLang="zh-CN" sz="1400" b="1" spc="300" dirty="0">
                <a:solidFill>
                  <a:srgbClr val="254D97"/>
                </a:solidFill>
                <a:latin typeface="+mn-ea"/>
                <a:sym typeface="+mn-ea"/>
              </a:rPr>
              <a:t>)</a:t>
            </a:r>
            <a:endParaRPr lang="en-US" altLang="zh-CN" sz="1400" b="1" spc="300" dirty="0">
              <a:solidFill>
                <a:srgbClr val="254D97"/>
              </a:solidFill>
              <a:latin typeface="+mn-ea"/>
              <a:sym typeface="+mn-ea"/>
            </a:endParaRPr>
          </a:p>
        </p:txBody>
      </p:sp>
      <p:sp>
        <p:nvSpPr>
          <p:cNvPr id="42" name="正文"/>
          <p:cNvSpPr txBox="1"/>
          <p:nvPr>
            <p:custDataLst>
              <p:tags r:id="rId23"/>
            </p:custDataLst>
          </p:nvPr>
        </p:nvSpPr>
        <p:spPr>
          <a:xfrm>
            <a:off x="9723755" y="2734310"/>
            <a:ext cx="1525270" cy="1813560"/>
          </a:xfrm>
          <a:prstGeom prst="rect">
            <a:avLst/>
          </a:prstGeom>
          <a:noFill/>
        </p:spPr>
        <p:txBody>
          <a:bodyPr wrap="square" lIns="0" tIns="0" rIns="0" bIns="0" rtlCol="0" anchor="t" anchorCtr="0">
            <a:noAutofit/>
          </a:bodyPr>
          <a:lstStyle/>
          <a:p>
            <a:pPr indent="0" algn="ctr" fontAlgn="auto">
              <a:lnSpc>
                <a:spcPct val="100000"/>
              </a:lnSpc>
              <a:spcAft>
                <a:spcPts val="1000"/>
              </a:spcAft>
            </a:pPr>
            <a:r>
              <a:rPr lang="zh-CN" altLang="en-US" sz="1200" kern="0" dirty="0">
                <a:ln>
                  <a:noFill/>
                  <a:prstDash val="sysDot"/>
                </a:ln>
                <a:solidFill>
                  <a:schemeClr val="tx1">
                    <a:lumMod val="85000"/>
                    <a:lumOff val="15000"/>
                  </a:schemeClr>
                </a:solidFill>
                <a:uFillTx/>
                <a:latin typeface="+mn-ea"/>
                <a:cs typeface="MiSans Normal" panose="00000500000000000000" charset="-122"/>
                <a:sym typeface="+mn-ea"/>
              </a:rPr>
              <a:t>个人排班</a:t>
            </a:r>
            <a:endParaRPr lang="zh-CN" altLang="en-US" sz="1200" kern="0" dirty="0">
              <a:ln>
                <a:noFill/>
                <a:prstDash val="sysDot"/>
              </a:ln>
              <a:solidFill>
                <a:schemeClr val="tx1">
                  <a:lumMod val="85000"/>
                  <a:lumOff val="15000"/>
                </a:schemeClr>
              </a:solidFill>
              <a:uFillTx/>
              <a:latin typeface="+mn-ea"/>
              <a:cs typeface="MiSans Normal" panose="00000500000000000000" charset="-122"/>
              <a:sym typeface="+mn-ea"/>
            </a:endParaRPr>
          </a:p>
          <a:p>
            <a:pPr indent="0" algn="ctr" fontAlgn="auto">
              <a:lnSpc>
                <a:spcPct val="100000"/>
              </a:lnSpc>
              <a:spcAft>
                <a:spcPts val="1000"/>
              </a:spcAft>
            </a:pPr>
            <a:r>
              <a:rPr lang="zh-CN" altLang="en-US" sz="1200" kern="0" dirty="0">
                <a:ln>
                  <a:noFill/>
                  <a:prstDash val="sysDot"/>
                </a:ln>
                <a:solidFill>
                  <a:schemeClr val="tx1">
                    <a:lumMod val="85000"/>
                    <a:lumOff val="15000"/>
                  </a:schemeClr>
                </a:solidFill>
                <a:uFillTx/>
                <a:latin typeface="+mn-ea"/>
                <a:cs typeface="MiSans Normal" panose="00000500000000000000" charset="-122"/>
                <a:sym typeface="+mn-ea"/>
              </a:rPr>
              <a:t>授课留痕</a:t>
            </a:r>
            <a:endParaRPr lang="zh-CN" altLang="en-US" sz="1200" kern="0" dirty="0">
              <a:ln>
                <a:noFill/>
                <a:prstDash val="sysDot"/>
              </a:ln>
              <a:solidFill>
                <a:schemeClr val="tx1">
                  <a:lumMod val="85000"/>
                  <a:lumOff val="15000"/>
                </a:schemeClr>
              </a:solidFill>
              <a:uFillTx/>
              <a:latin typeface="+mn-ea"/>
              <a:cs typeface="MiSans Normal" panose="00000500000000000000" charset="-122"/>
              <a:sym typeface="+mn-ea"/>
            </a:endParaRPr>
          </a:p>
          <a:p>
            <a:pPr indent="0" algn="ctr" fontAlgn="auto">
              <a:lnSpc>
                <a:spcPct val="100000"/>
              </a:lnSpc>
              <a:spcAft>
                <a:spcPts val="1000"/>
              </a:spcAft>
            </a:pPr>
            <a:r>
              <a:rPr lang="zh-CN" altLang="en-US" sz="1200" kern="0" dirty="0">
                <a:ln>
                  <a:noFill/>
                  <a:prstDash val="sysDot"/>
                </a:ln>
                <a:solidFill>
                  <a:schemeClr val="tx1">
                    <a:lumMod val="85000"/>
                    <a:lumOff val="15000"/>
                  </a:schemeClr>
                </a:solidFill>
                <a:uFillTx/>
                <a:latin typeface="+mn-ea"/>
                <a:cs typeface="MiSans Normal" panose="00000500000000000000" charset="-122"/>
                <a:sym typeface="+mn-ea"/>
              </a:rPr>
              <a:t>绩效关联</a:t>
            </a:r>
            <a:endParaRPr lang="zh-CN" altLang="en-US" sz="1200" kern="0" dirty="0">
              <a:ln>
                <a:noFill/>
                <a:prstDash val="sysDot"/>
              </a:ln>
              <a:solidFill>
                <a:schemeClr val="tx1">
                  <a:lumMod val="85000"/>
                  <a:lumOff val="15000"/>
                </a:schemeClr>
              </a:solidFill>
              <a:uFillTx/>
              <a:latin typeface="+mn-ea"/>
              <a:cs typeface="MiSans Normal" panose="00000500000000000000" charset="-122"/>
              <a:sym typeface="+mn-ea"/>
            </a:endParaRPr>
          </a:p>
          <a:p>
            <a:pPr indent="0" algn="ctr" fontAlgn="auto">
              <a:lnSpc>
                <a:spcPct val="100000"/>
              </a:lnSpc>
              <a:spcAft>
                <a:spcPts val="1000"/>
              </a:spcAft>
            </a:pPr>
            <a:r>
              <a:rPr lang="zh-CN" altLang="en-US" sz="1200" kern="0" dirty="0">
                <a:ln>
                  <a:noFill/>
                  <a:prstDash val="sysDot"/>
                </a:ln>
                <a:solidFill>
                  <a:schemeClr val="tx1">
                    <a:lumMod val="85000"/>
                    <a:lumOff val="15000"/>
                  </a:schemeClr>
                </a:solidFill>
                <a:uFillTx/>
                <a:latin typeface="+mn-ea"/>
                <a:cs typeface="MiSans Normal" panose="00000500000000000000" charset="-122"/>
                <a:sym typeface="+mn-ea"/>
              </a:rPr>
              <a:t>培训合规</a:t>
            </a:r>
            <a:endParaRPr lang="zh-CN" altLang="en-US" sz="1200" kern="0" dirty="0">
              <a:ln>
                <a:noFill/>
                <a:prstDash val="sysDot"/>
              </a:ln>
              <a:solidFill>
                <a:schemeClr val="tx1">
                  <a:lumMod val="85000"/>
                  <a:lumOff val="15000"/>
                </a:schemeClr>
              </a:solidFill>
              <a:uFillTx/>
              <a:latin typeface="+mn-ea"/>
              <a:cs typeface="MiSans Normal" panose="00000500000000000000" charset="-122"/>
              <a:sym typeface="+mn-ea"/>
            </a:endParaRPr>
          </a:p>
          <a:p>
            <a:pPr indent="0" algn="ctr" fontAlgn="auto">
              <a:lnSpc>
                <a:spcPct val="100000"/>
              </a:lnSpc>
              <a:spcAft>
                <a:spcPts val="1000"/>
              </a:spcAft>
            </a:pPr>
            <a:r>
              <a:rPr lang="zh-CN" altLang="en-US" sz="1200" kern="0" dirty="0">
                <a:ln>
                  <a:noFill/>
                  <a:prstDash val="sysDot"/>
                </a:ln>
                <a:solidFill>
                  <a:schemeClr val="tx1">
                    <a:lumMod val="85000"/>
                    <a:lumOff val="15000"/>
                  </a:schemeClr>
                </a:solidFill>
                <a:uFillTx/>
                <a:latin typeface="+mn-ea"/>
                <a:cs typeface="MiSans Normal" panose="00000500000000000000" charset="-122"/>
                <a:sym typeface="+mn-ea"/>
              </a:rPr>
              <a:t>质量价值</a:t>
            </a:r>
            <a:endParaRPr lang="zh-CN" altLang="en-US" sz="1200" kern="0" dirty="0">
              <a:ln>
                <a:noFill/>
                <a:prstDash val="sysDot"/>
              </a:ln>
              <a:solidFill>
                <a:schemeClr val="tx1">
                  <a:lumMod val="85000"/>
                  <a:lumOff val="15000"/>
                </a:schemeClr>
              </a:solidFill>
              <a:uFillTx/>
              <a:latin typeface="+mn-ea"/>
              <a:cs typeface="MiSans Normal" panose="00000500000000000000" charset="-122"/>
              <a:sym typeface="+mn-ea"/>
            </a:endParaRPr>
          </a:p>
        </p:txBody>
      </p:sp>
      <p:sp>
        <p:nvSpPr>
          <p:cNvPr id="48" name="任意多边形: 形状 23"/>
          <p:cNvSpPr/>
          <p:nvPr>
            <p:custDataLst>
              <p:tags r:id="rId24"/>
            </p:custDataLst>
          </p:nvPr>
        </p:nvSpPr>
        <p:spPr>
          <a:xfrm>
            <a:off x="10672763" y="4594226"/>
            <a:ext cx="850265" cy="283210"/>
          </a:xfrm>
          <a:custGeom>
            <a:avLst/>
            <a:gdLst>
              <a:gd name="connsiteX0" fmla="*/ 277747 w 277844"/>
              <a:gd name="connsiteY0" fmla="*/ 39725 h 92868"/>
              <a:gd name="connsiteX1" fmla="*/ 277747 w 277844"/>
              <a:gd name="connsiteY1" fmla="*/ 92684 h 92868"/>
              <a:gd name="connsiteX2" fmla="*/ -97 w 277844"/>
              <a:gd name="connsiteY2" fmla="*/ 53727 h 92868"/>
              <a:gd name="connsiteX3" fmla="*/ -97 w 277844"/>
              <a:gd name="connsiteY3" fmla="*/ -184 h 92868"/>
            </a:gdLst>
            <a:ahLst/>
            <a:cxnLst>
              <a:cxn ang="0">
                <a:pos x="connsiteX0" y="connsiteY0"/>
              </a:cxn>
              <a:cxn ang="0">
                <a:pos x="connsiteX1" y="connsiteY1"/>
              </a:cxn>
              <a:cxn ang="0">
                <a:pos x="connsiteX2" y="connsiteY2"/>
              </a:cxn>
              <a:cxn ang="0">
                <a:pos x="connsiteX3" y="connsiteY3"/>
              </a:cxn>
            </a:cxnLst>
            <a:rect l="l" t="t" r="r" b="b"/>
            <a:pathLst>
              <a:path w="277844" h="92868">
                <a:moveTo>
                  <a:pt x="277747" y="39725"/>
                </a:moveTo>
                <a:lnTo>
                  <a:pt x="277747" y="92684"/>
                </a:lnTo>
                <a:cubicBezTo>
                  <a:pt x="277747" y="92684"/>
                  <a:pt x="50099" y="59252"/>
                  <a:pt x="-97" y="53727"/>
                </a:cubicBezTo>
                <a:lnTo>
                  <a:pt x="-97" y="-184"/>
                </a:lnTo>
                <a:close/>
              </a:path>
            </a:pathLst>
          </a:custGeom>
          <a:gradFill>
            <a:gsLst>
              <a:gs pos="12000">
                <a:schemeClr val="accent1">
                  <a:alpha val="0"/>
                </a:schemeClr>
              </a:gs>
              <a:gs pos="100000">
                <a:schemeClr val="accent1">
                  <a:alpha val="44000"/>
                </a:schemeClr>
              </a:gs>
            </a:gsLst>
            <a:lin ang="0" scaled="0"/>
          </a:gradFill>
          <a:ln w="9525" cap="flat">
            <a:noFill/>
            <a:prstDash val="solid"/>
            <a:miter/>
          </a:ln>
        </p:spPr>
        <p:txBody>
          <a:bodyPr rot="0" spcFirstLastPara="0" vertOverflow="overflow" horzOverflow="overflow"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solidFill>
                <a:schemeClr val="tx1"/>
              </a:solidFill>
            </a:endParaRPr>
          </a:p>
        </p:txBody>
      </p:sp>
      <p:sp>
        <p:nvSpPr>
          <p:cNvPr id="49" name="任意多边形: 形状 23"/>
          <p:cNvSpPr/>
          <p:nvPr>
            <p:custDataLst>
              <p:tags r:id="rId25"/>
            </p:custDataLst>
          </p:nvPr>
        </p:nvSpPr>
        <p:spPr>
          <a:xfrm flipH="1">
            <a:off x="710883" y="4609466"/>
            <a:ext cx="850265" cy="283210"/>
          </a:xfrm>
          <a:custGeom>
            <a:avLst/>
            <a:gdLst>
              <a:gd name="connsiteX0" fmla="*/ 277747 w 277844"/>
              <a:gd name="connsiteY0" fmla="*/ 39725 h 92868"/>
              <a:gd name="connsiteX1" fmla="*/ 277747 w 277844"/>
              <a:gd name="connsiteY1" fmla="*/ 92684 h 92868"/>
              <a:gd name="connsiteX2" fmla="*/ -97 w 277844"/>
              <a:gd name="connsiteY2" fmla="*/ 53727 h 92868"/>
              <a:gd name="connsiteX3" fmla="*/ -97 w 277844"/>
              <a:gd name="connsiteY3" fmla="*/ -184 h 92868"/>
            </a:gdLst>
            <a:ahLst/>
            <a:cxnLst>
              <a:cxn ang="0">
                <a:pos x="connsiteX0" y="connsiteY0"/>
              </a:cxn>
              <a:cxn ang="0">
                <a:pos x="connsiteX1" y="connsiteY1"/>
              </a:cxn>
              <a:cxn ang="0">
                <a:pos x="connsiteX2" y="connsiteY2"/>
              </a:cxn>
              <a:cxn ang="0">
                <a:pos x="connsiteX3" y="connsiteY3"/>
              </a:cxn>
            </a:cxnLst>
            <a:rect l="l" t="t" r="r" b="b"/>
            <a:pathLst>
              <a:path w="277844" h="92868">
                <a:moveTo>
                  <a:pt x="277747" y="39725"/>
                </a:moveTo>
                <a:lnTo>
                  <a:pt x="277747" y="92684"/>
                </a:lnTo>
                <a:cubicBezTo>
                  <a:pt x="277747" y="92684"/>
                  <a:pt x="50099" y="59252"/>
                  <a:pt x="-97" y="53727"/>
                </a:cubicBezTo>
                <a:lnTo>
                  <a:pt x="-97" y="-184"/>
                </a:lnTo>
                <a:close/>
              </a:path>
            </a:pathLst>
          </a:custGeom>
          <a:gradFill>
            <a:gsLst>
              <a:gs pos="12000">
                <a:schemeClr val="accent1">
                  <a:alpha val="0"/>
                </a:schemeClr>
              </a:gs>
              <a:gs pos="100000">
                <a:schemeClr val="accent1">
                  <a:alpha val="44000"/>
                </a:schemeClr>
              </a:gs>
            </a:gsLst>
            <a:lin ang="0" scaled="0"/>
          </a:gradFill>
          <a:ln w="9525" cap="flat">
            <a:noFill/>
            <a:prstDash val="solid"/>
            <a:miter/>
          </a:ln>
        </p:spPr>
        <p:txBody>
          <a:bodyPr rot="0" spcFirstLastPara="0" vertOverflow="overflow" horzOverflow="overflow"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solidFill>
                <a:schemeClr val="tx1"/>
              </a:solidFill>
            </a:endParaRPr>
          </a:p>
        </p:txBody>
      </p:sp>
    </p:spTree>
    <p:custDataLst>
      <p:tags r:id="rId26"/>
    </p:custDataLst>
  </p:cSld>
  <p:clrMapOvr>
    <a:masterClrMapping/>
  </p:clrMapOvr>
  <p:transition/>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矩形 15"/>
          <p:cNvSpPr/>
          <p:nvPr/>
        </p:nvSpPr>
        <p:spPr>
          <a:xfrm>
            <a:off x="8552180" y="5934075"/>
            <a:ext cx="3529330" cy="822960"/>
          </a:xfrm>
          <a:prstGeom prst="rect">
            <a:avLst/>
          </a:prstGeom>
          <a:solidFill>
            <a:schemeClr val="bg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9" name="标题 8"/>
          <p:cNvSpPr>
            <a:spLocks noGrp="1"/>
          </p:cNvSpPr>
          <p:nvPr>
            <p:custDataLst>
              <p:tags r:id="rId1"/>
            </p:custDataLst>
          </p:nvPr>
        </p:nvSpPr>
        <p:spPr>
          <a:xfrm>
            <a:off x="937260" y="0"/>
            <a:ext cx="3878580" cy="799465"/>
          </a:xfrm>
          <a:prstGeom prst="rect">
            <a:avLst/>
          </a:prstGeom>
        </p:spPr>
        <p:txBody>
          <a:bodyPr vert="horz" lIns="90170" tIns="46990" rIns="90170" bIns="46990" rtlCol="0" anchor="ctr" anchorCtr="0">
            <a:noAutofit/>
          </a:bodyPr>
          <a:lstStyle>
            <a:lvl1pPr>
              <a:defRPr sz="6000">
                <a:solidFill>
                  <a:srgbClr val="1D43F3"/>
                </a:solidFill>
              </a:defRPr>
            </a:lvl1pPr>
          </a:lstStyle>
          <a:p>
            <a:r>
              <a:rPr lang="zh-CN" altLang="en-US" sz="3600" b="1">
                <a:solidFill>
                  <a:srgbClr val="254D97"/>
                </a:solidFill>
                <a:cs typeface="微软雅黑 Light" panose="020B0502040204020203" charset="-122"/>
              </a:rPr>
              <a:t>服务与</a:t>
            </a:r>
            <a:r>
              <a:rPr lang="zh-CN" altLang="en-US" sz="3600" b="1">
                <a:solidFill>
                  <a:srgbClr val="254D97"/>
                </a:solidFill>
                <a:cs typeface="微软雅黑 Light" panose="020B0502040204020203" charset="-122"/>
                <a:sym typeface="+mn-ea"/>
              </a:rPr>
              <a:t>运营</a:t>
            </a:r>
            <a:r>
              <a:rPr lang="zh-CN" altLang="en-US" sz="3600" b="1">
                <a:solidFill>
                  <a:srgbClr val="254D97"/>
                </a:solidFill>
                <a:cs typeface="微软雅黑 Light" panose="020B0502040204020203" charset="-122"/>
              </a:rPr>
              <a:t>能力</a:t>
            </a:r>
            <a:endParaRPr lang="zh-CN" altLang="en-US" sz="3600" b="1">
              <a:solidFill>
                <a:srgbClr val="254D97"/>
              </a:solidFill>
              <a:cs typeface="微软雅黑 Light" panose="020B0502040204020203" charset="-122"/>
            </a:endParaRPr>
          </a:p>
        </p:txBody>
      </p:sp>
      <p:grpSp>
        <p:nvGrpSpPr>
          <p:cNvPr id="3" name="组合 2"/>
          <p:cNvGrpSpPr/>
          <p:nvPr/>
        </p:nvGrpSpPr>
        <p:grpSpPr>
          <a:xfrm>
            <a:off x="673735" y="1191260"/>
            <a:ext cx="3336290" cy="354330"/>
            <a:chOff x="1814" y="1567"/>
            <a:chExt cx="5254" cy="558"/>
          </a:xfrm>
        </p:grpSpPr>
        <p:sp>
          <p:nvSpPr>
            <p:cNvPr id="5" name="文本框 4"/>
            <p:cNvSpPr txBox="1"/>
            <p:nvPr/>
          </p:nvSpPr>
          <p:spPr>
            <a:xfrm>
              <a:off x="2213" y="1567"/>
              <a:ext cx="4855" cy="558"/>
            </a:xfrm>
            <a:prstGeom prst="rect">
              <a:avLst/>
            </a:prstGeom>
            <a:noFill/>
          </p:spPr>
          <p:txBody>
            <a:bodyPr wrap="square" rtlCol="0">
              <a:noAutofit/>
            </a:bodyPr>
            <a:p>
              <a:pPr algn="l"/>
              <a:r>
                <a:rPr lang="zh-CN" altLang="en-US" sz="1600" b="1">
                  <a:solidFill>
                    <a:srgbClr val="285AA1"/>
                  </a:solidFill>
                </a:rPr>
                <a:t>服务能力：标准化支撑保障机制</a:t>
              </a:r>
              <a:endParaRPr lang="zh-CN" altLang="en-US" sz="1600" b="1">
                <a:solidFill>
                  <a:srgbClr val="285AA1"/>
                </a:solidFill>
              </a:endParaRPr>
            </a:p>
          </p:txBody>
        </p:sp>
        <p:pic>
          <p:nvPicPr>
            <p:cNvPr id="6" name="图片 5" descr="资源 19"/>
            <p:cNvPicPr>
              <a:picLocks noChangeAspect="1"/>
            </p:cNvPicPr>
            <p:nvPr>
              <p:custDataLst>
                <p:tags r:id="rId2"/>
              </p:custDataLst>
            </p:nvPr>
          </p:nvPicPr>
          <p:blipFill>
            <a:blip r:embed="rId3"/>
            <a:stretch>
              <a:fillRect/>
            </a:stretch>
          </p:blipFill>
          <p:spPr>
            <a:xfrm>
              <a:off x="1814" y="1606"/>
              <a:ext cx="439" cy="440"/>
            </a:xfrm>
            <a:prstGeom prst="rect">
              <a:avLst/>
            </a:prstGeom>
          </p:spPr>
        </p:pic>
      </p:grpSp>
      <p:sp>
        <p:nvSpPr>
          <p:cNvPr id="7" name="文本框 6"/>
          <p:cNvSpPr txBox="1"/>
          <p:nvPr/>
        </p:nvSpPr>
        <p:spPr>
          <a:xfrm>
            <a:off x="577215" y="5688965"/>
            <a:ext cx="5262880" cy="899795"/>
          </a:xfrm>
          <a:prstGeom prst="rect">
            <a:avLst/>
          </a:prstGeom>
          <a:noFill/>
        </p:spPr>
        <p:txBody>
          <a:bodyPr wrap="square" rtlCol="0" anchor="t">
            <a:noAutofit/>
          </a:bodyPr>
          <a:p>
            <a:pPr algn="l">
              <a:lnSpc>
                <a:spcPct val="150000"/>
              </a:lnSpc>
            </a:pPr>
            <a:r>
              <a:rPr lang="zh-CN" altLang="en-US" sz="1400">
                <a:sym typeface="+mn-ea"/>
              </a:rPr>
              <a:t>目标：制定并规范课后服务标准流程，减轻校端压力、提升机构效率、保障局端监管。</a:t>
            </a:r>
            <a:endParaRPr lang="zh-CN" altLang="en-US" sz="1400">
              <a:sym typeface="+mn-ea"/>
            </a:endParaRPr>
          </a:p>
        </p:txBody>
      </p:sp>
      <p:cxnSp>
        <p:nvCxnSpPr>
          <p:cNvPr id="57" name="直接连接符 56"/>
          <p:cNvCxnSpPr/>
          <p:nvPr>
            <p:custDataLst>
              <p:tags r:id="rId4"/>
            </p:custDataLst>
          </p:nvPr>
        </p:nvCxnSpPr>
        <p:spPr>
          <a:xfrm flipV="1">
            <a:off x="2316459" y="2611041"/>
            <a:ext cx="0" cy="575531"/>
          </a:xfrm>
          <a:prstGeom prst="line">
            <a:avLst/>
          </a:prstGeom>
          <a:ln w="12700" cap="rnd">
            <a:gradFill flip="none" rotWithShape="1">
              <a:gsLst>
                <a:gs pos="0">
                  <a:schemeClr val="accent1">
                    <a:alpha val="100000"/>
                  </a:schemeClr>
                </a:gs>
                <a:gs pos="100000">
                  <a:schemeClr val="accent1">
                    <a:alpha val="0"/>
                  </a:schemeClr>
                </a:gs>
              </a:gsLst>
              <a:lin ang="5400000" scaled="1"/>
              <a:tileRect/>
            </a:gradFill>
          </a:ln>
        </p:spPr>
        <p:style>
          <a:lnRef idx="1">
            <a:schemeClr val="accent1"/>
          </a:lnRef>
          <a:fillRef idx="0">
            <a:schemeClr val="accent1"/>
          </a:fillRef>
          <a:effectRef idx="0">
            <a:schemeClr val="accent1"/>
          </a:effectRef>
          <a:fontRef idx="minor">
            <a:schemeClr val="tx1"/>
          </a:fontRef>
        </p:style>
      </p:cxnSp>
      <p:sp>
        <p:nvSpPr>
          <p:cNvPr id="8" name="椭圆 7"/>
          <p:cNvSpPr/>
          <p:nvPr>
            <p:custDataLst>
              <p:tags r:id="rId5"/>
            </p:custDataLst>
          </p:nvPr>
        </p:nvSpPr>
        <p:spPr>
          <a:xfrm>
            <a:off x="1876394" y="2928796"/>
            <a:ext cx="2805347" cy="782012"/>
          </a:xfrm>
          <a:prstGeom prst="ellipse">
            <a:avLst/>
          </a:prstGeom>
          <a:gradFill flip="none" rotWithShape="1">
            <a:gsLst>
              <a:gs pos="32000">
                <a:schemeClr val="accent1">
                  <a:alpha val="20000"/>
                </a:schemeClr>
              </a:gs>
              <a:gs pos="100000">
                <a:schemeClr val="accent1">
                  <a:alpha val="0"/>
                </a:schemeClr>
              </a:gs>
            </a:gsLst>
            <a:lin ang="5400000" scaled="1"/>
            <a:tileRect/>
          </a:gradFill>
          <a:ln w="952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srgbClr val="FFFFFF"/>
              </a:solidFill>
              <a:effectLst/>
              <a:uLnTx/>
              <a:uFillTx/>
              <a:latin typeface="Arial" panose="020B0604020202020204"/>
              <a:ea typeface="微软雅黑" panose="020B0503020204020204" charset="-122"/>
              <a:cs typeface="+mn-cs"/>
            </a:endParaRPr>
          </a:p>
        </p:txBody>
      </p:sp>
      <p:sp>
        <p:nvSpPr>
          <p:cNvPr id="10" name="椭圆 9"/>
          <p:cNvSpPr/>
          <p:nvPr>
            <p:custDataLst>
              <p:tags r:id="rId6"/>
            </p:custDataLst>
          </p:nvPr>
        </p:nvSpPr>
        <p:spPr>
          <a:xfrm>
            <a:off x="2368998" y="3003191"/>
            <a:ext cx="1823923" cy="486652"/>
          </a:xfrm>
          <a:prstGeom prst="ellipse">
            <a:avLst/>
          </a:prstGeom>
          <a:noFill/>
          <a:ln w="9525">
            <a:gradFill>
              <a:gsLst>
                <a:gs pos="0">
                  <a:schemeClr val="accent1">
                    <a:alpha val="0"/>
                  </a:schemeClr>
                </a:gs>
                <a:gs pos="100000">
                  <a:schemeClr val="accent1">
                    <a:alpha val="40000"/>
                  </a:schemeClr>
                </a:gs>
              </a:gsLst>
              <a:lin ang="5400000" scaled="1"/>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srgbClr val="FFFFFF"/>
              </a:solidFill>
              <a:effectLst/>
              <a:uLnTx/>
              <a:uFillTx/>
              <a:latin typeface="Arial" panose="020B0604020202020204"/>
              <a:ea typeface="微软雅黑" panose="020B0503020204020204" charset="-122"/>
              <a:cs typeface="+mn-cs"/>
            </a:endParaRPr>
          </a:p>
        </p:txBody>
      </p:sp>
      <p:sp>
        <p:nvSpPr>
          <p:cNvPr id="13" name="椭圆 12"/>
          <p:cNvSpPr/>
          <p:nvPr>
            <p:custDataLst>
              <p:tags r:id="rId7"/>
            </p:custDataLst>
          </p:nvPr>
        </p:nvSpPr>
        <p:spPr>
          <a:xfrm>
            <a:off x="2368998" y="2880880"/>
            <a:ext cx="1823923" cy="486652"/>
          </a:xfrm>
          <a:prstGeom prst="ellipse">
            <a:avLst/>
          </a:prstGeom>
          <a:noFill/>
          <a:ln w="9525">
            <a:gradFill>
              <a:gsLst>
                <a:gs pos="0">
                  <a:schemeClr val="accent1">
                    <a:alpha val="0"/>
                  </a:schemeClr>
                </a:gs>
                <a:gs pos="100000">
                  <a:schemeClr val="accent1">
                    <a:alpha val="40000"/>
                  </a:schemeClr>
                </a:gs>
              </a:gsLst>
              <a:lin ang="5400000" scaled="1"/>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srgbClr val="FFFFFF"/>
              </a:solidFill>
              <a:effectLst/>
              <a:uLnTx/>
              <a:uFillTx/>
              <a:latin typeface="Arial" panose="020B0604020202020204"/>
              <a:ea typeface="微软雅黑" panose="020B0503020204020204" charset="-122"/>
              <a:cs typeface="+mn-cs"/>
            </a:endParaRPr>
          </a:p>
        </p:txBody>
      </p:sp>
      <p:sp>
        <p:nvSpPr>
          <p:cNvPr id="17" name="椭圆 16"/>
          <p:cNvSpPr/>
          <p:nvPr>
            <p:custDataLst>
              <p:tags r:id="rId8"/>
            </p:custDataLst>
          </p:nvPr>
        </p:nvSpPr>
        <p:spPr>
          <a:xfrm>
            <a:off x="2368998" y="2758149"/>
            <a:ext cx="1823923" cy="486652"/>
          </a:xfrm>
          <a:prstGeom prst="ellipse">
            <a:avLst/>
          </a:prstGeom>
          <a:gradFill flip="none" rotWithShape="1">
            <a:gsLst>
              <a:gs pos="0">
                <a:srgbClr val="254D97"/>
              </a:gs>
              <a:gs pos="100000">
                <a:schemeClr val="accent1">
                  <a:alpha val="0"/>
                </a:schemeClr>
              </a:gs>
            </a:gsLst>
            <a:lin ang="16200000" scaled="1"/>
            <a:tileRect/>
          </a:gradFill>
          <a:ln w="9525">
            <a:gradFill>
              <a:gsLst>
                <a:gs pos="0">
                  <a:schemeClr val="accent1">
                    <a:alpha val="0"/>
                  </a:schemeClr>
                </a:gs>
                <a:gs pos="100000">
                  <a:schemeClr val="accent1">
                    <a:alpha val="100000"/>
                  </a:schemeClr>
                </a:gs>
              </a:gsLst>
              <a:lin ang="5400000" scaled="1"/>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srgbClr val="FFFFFF"/>
              </a:solidFill>
              <a:effectLst/>
              <a:uLnTx/>
              <a:uFillTx/>
              <a:latin typeface="Arial" panose="020B0604020202020204"/>
              <a:ea typeface="微软雅黑" panose="020B0503020204020204" charset="-122"/>
              <a:cs typeface="+mn-cs"/>
            </a:endParaRPr>
          </a:p>
        </p:txBody>
      </p:sp>
      <p:sp>
        <p:nvSpPr>
          <p:cNvPr id="18" name="椭圆 17"/>
          <p:cNvSpPr/>
          <p:nvPr>
            <p:custDataLst>
              <p:tags r:id="rId9"/>
            </p:custDataLst>
          </p:nvPr>
        </p:nvSpPr>
        <p:spPr>
          <a:xfrm>
            <a:off x="751840" y="2658110"/>
            <a:ext cx="5095240" cy="1508125"/>
          </a:xfrm>
          <a:prstGeom prst="ellipse">
            <a:avLst/>
          </a:prstGeom>
          <a:noFill/>
          <a:ln w="9525">
            <a:gradFill>
              <a:gsLst>
                <a:gs pos="0">
                  <a:schemeClr val="accent1">
                    <a:alpha val="0"/>
                  </a:schemeClr>
                </a:gs>
                <a:gs pos="100000">
                  <a:schemeClr val="accent1">
                    <a:alpha val="100000"/>
                  </a:schemeClr>
                </a:gs>
              </a:gsLst>
              <a:lin ang="5400000" scaled="1"/>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srgbClr val="FFFFFF"/>
              </a:solidFill>
              <a:effectLst/>
              <a:uLnTx/>
              <a:uFillTx/>
              <a:latin typeface="Arial" panose="020B0604020202020204"/>
              <a:ea typeface="微软雅黑" panose="020B0503020204020204" charset="-122"/>
              <a:cs typeface="+mn-cs"/>
            </a:endParaRPr>
          </a:p>
        </p:txBody>
      </p:sp>
      <p:sp>
        <p:nvSpPr>
          <p:cNvPr id="31" name="任意多边形: 形状 30"/>
          <p:cNvSpPr/>
          <p:nvPr>
            <p:custDataLst>
              <p:tags r:id="rId10"/>
            </p:custDataLst>
          </p:nvPr>
        </p:nvSpPr>
        <p:spPr>
          <a:xfrm>
            <a:off x="1876394" y="3319265"/>
            <a:ext cx="2805347" cy="2104756"/>
          </a:xfrm>
          <a:custGeom>
            <a:avLst/>
            <a:gdLst>
              <a:gd name="connsiteX0" fmla="*/ 0 w 4238278"/>
              <a:gd name="connsiteY0" fmla="*/ 419 h 2571928"/>
              <a:gd name="connsiteX1" fmla="*/ 2119139 w 4238278"/>
              <a:gd name="connsiteY1" fmla="*/ 591146 h 2571928"/>
              <a:gd name="connsiteX2" fmla="*/ 4238278 w 4238278"/>
              <a:gd name="connsiteY2" fmla="*/ 419 h 2571928"/>
              <a:gd name="connsiteX3" fmla="*/ 4238278 w 4238278"/>
              <a:gd name="connsiteY3" fmla="*/ 1981201 h 2571928"/>
              <a:gd name="connsiteX4" fmla="*/ 4238278 w 4238278"/>
              <a:gd name="connsiteY4" fmla="*/ 1981619 h 2571928"/>
              <a:gd name="connsiteX5" fmla="*/ 4238203 w 4238278"/>
              <a:gd name="connsiteY5" fmla="*/ 1981619 h 2571928"/>
              <a:gd name="connsiteX6" fmla="*/ 4227337 w 4238278"/>
              <a:gd name="connsiteY6" fmla="*/ 2041600 h 2571928"/>
              <a:gd name="connsiteX7" fmla="*/ 2119139 w 4238278"/>
              <a:gd name="connsiteY7" fmla="*/ 2571928 h 2571928"/>
              <a:gd name="connsiteX8" fmla="*/ 10941 w 4238278"/>
              <a:gd name="connsiteY8" fmla="*/ 2041600 h 2571928"/>
              <a:gd name="connsiteX9" fmla="*/ 76 w 4238278"/>
              <a:gd name="connsiteY9" fmla="*/ 1981619 h 2571928"/>
              <a:gd name="connsiteX10" fmla="*/ 0 w 4238278"/>
              <a:gd name="connsiteY10" fmla="*/ 1981619 h 2571928"/>
              <a:gd name="connsiteX11" fmla="*/ 0 w 4238278"/>
              <a:gd name="connsiteY11" fmla="*/ 1981201 h 2571928"/>
              <a:gd name="connsiteX12" fmla="*/ 4238202 w 4238278"/>
              <a:gd name="connsiteY12" fmla="*/ 0 h 2571928"/>
              <a:gd name="connsiteX13" fmla="*/ 4238278 w 4238278"/>
              <a:gd name="connsiteY13" fmla="*/ 0 h 2571928"/>
              <a:gd name="connsiteX14" fmla="*/ 4238278 w 4238278"/>
              <a:gd name="connsiteY14" fmla="*/ 419 h 2571928"/>
              <a:gd name="connsiteX15" fmla="*/ 0 w 4238278"/>
              <a:gd name="connsiteY15" fmla="*/ 0 h 2571928"/>
              <a:gd name="connsiteX16" fmla="*/ 76 w 4238278"/>
              <a:gd name="connsiteY16" fmla="*/ 0 h 2571928"/>
              <a:gd name="connsiteX17" fmla="*/ 0 w 4238278"/>
              <a:gd name="connsiteY17" fmla="*/ 419 h 25719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4238278" h="2571928">
                <a:moveTo>
                  <a:pt x="0" y="419"/>
                </a:moveTo>
                <a:cubicBezTo>
                  <a:pt x="0" y="326669"/>
                  <a:pt x="948771" y="591146"/>
                  <a:pt x="2119139" y="591146"/>
                </a:cubicBezTo>
                <a:cubicBezTo>
                  <a:pt x="3289507" y="591146"/>
                  <a:pt x="4238278" y="326669"/>
                  <a:pt x="4238278" y="419"/>
                </a:cubicBezTo>
                <a:lnTo>
                  <a:pt x="4238278" y="1981201"/>
                </a:lnTo>
                <a:lnTo>
                  <a:pt x="4238278" y="1981619"/>
                </a:lnTo>
                <a:lnTo>
                  <a:pt x="4238203" y="1981619"/>
                </a:lnTo>
                <a:lnTo>
                  <a:pt x="4227337" y="2041600"/>
                </a:lnTo>
                <a:cubicBezTo>
                  <a:pt x="4118816" y="2339478"/>
                  <a:pt x="3216359" y="2571928"/>
                  <a:pt x="2119139" y="2571928"/>
                </a:cubicBezTo>
                <a:cubicBezTo>
                  <a:pt x="1021919" y="2571928"/>
                  <a:pt x="119462" y="2339478"/>
                  <a:pt x="10941" y="2041600"/>
                </a:cubicBezTo>
                <a:lnTo>
                  <a:pt x="76" y="1981619"/>
                </a:lnTo>
                <a:lnTo>
                  <a:pt x="0" y="1981619"/>
                </a:lnTo>
                <a:lnTo>
                  <a:pt x="0" y="1981201"/>
                </a:lnTo>
                <a:close/>
                <a:moveTo>
                  <a:pt x="4238202" y="0"/>
                </a:moveTo>
                <a:lnTo>
                  <a:pt x="4238278" y="0"/>
                </a:lnTo>
                <a:lnTo>
                  <a:pt x="4238278" y="419"/>
                </a:lnTo>
                <a:close/>
                <a:moveTo>
                  <a:pt x="0" y="0"/>
                </a:moveTo>
                <a:lnTo>
                  <a:pt x="76" y="0"/>
                </a:lnTo>
                <a:lnTo>
                  <a:pt x="0" y="419"/>
                </a:lnTo>
                <a:close/>
              </a:path>
            </a:pathLst>
          </a:custGeom>
          <a:gradFill flip="none" rotWithShape="1">
            <a:gsLst>
              <a:gs pos="18000">
                <a:schemeClr val="accent1">
                  <a:alpha val="0"/>
                </a:schemeClr>
              </a:gs>
              <a:gs pos="100000">
                <a:schemeClr val="accent1">
                  <a:alpha val="20000"/>
                </a:schemeClr>
              </a:gs>
            </a:gsLst>
            <a:lin ang="162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solidFill>
                <a:schemeClr val="lt1"/>
              </a:solidFill>
            </a:endParaRPr>
          </a:p>
        </p:txBody>
      </p:sp>
      <p:sp>
        <p:nvSpPr>
          <p:cNvPr id="51" name="任意多边形: 形状 50"/>
          <p:cNvSpPr/>
          <p:nvPr>
            <p:custDataLst>
              <p:tags r:id="rId11"/>
            </p:custDataLst>
          </p:nvPr>
        </p:nvSpPr>
        <p:spPr>
          <a:xfrm>
            <a:off x="711291" y="3125081"/>
            <a:ext cx="5135939" cy="1277836"/>
          </a:xfrm>
          <a:custGeom>
            <a:avLst/>
            <a:gdLst>
              <a:gd name="connsiteX0" fmla="*/ 3879650 w 7759302"/>
              <a:gd name="connsiteY0" fmla="*/ 260003 h 1930536"/>
              <a:gd name="connsiteX1" fmla="*/ 392593 w 7759302"/>
              <a:gd name="connsiteY1" fmla="*/ 965267 h 1930536"/>
              <a:gd name="connsiteX2" fmla="*/ 3879650 w 7759302"/>
              <a:gd name="connsiteY2" fmla="*/ 1670531 h 1930536"/>
              <a:gd name="connsiteX3" fmla="*/ 7366707 w 7759302"/>
              <a:gd name="connsiteY3" fmla="*/ 965267 h 1930536"/>
              <a:gd name="connsiteX4" fmla="*/ 3879650 w 7759302"/>
              <a:gd name="connsiteY4" fmla="*/ 260003 h 1930536"/>
              <a:gd name="connsiteX5" fmla="*/ 3879651 w 7759302"/>
              <a:gd name="connsiteY5" fmla="*/ 0 h 1930536"/>
              <a:gd name="connsiteX6" fmla="*/ 7759302 w 7759302"/>
              <a:gd name="connsiteY6" fmla="*/ 965268 h 1930536"/>
              <a:gd name="connsiteX7" fmla="*/ 3879651 w 7759302"/>
              <a:gd name="connsiteY7" fmla="*/ 1930536 h 1930536"/>
              <a:gd name="connsiteX8" fmla="*/ 0 w 7759302"/>
              <a:gd name="connsiteY8" fmla="*/ 965268 h 1930536"/>
              <a:gd name="connsiteX9" fmla="*/ 3879651 w 7759302"/>
              <a:gd name="connsiteY9" fmla="*/ 0 h 19305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7759302" h="1930536">
                <a:moveTo>
                  <a:pt x="3879650" y="260003"/>
                </a:moveTo>
                <a:cubicBezTo>
                  <a:pt x="1953802" y="260003"/>
                  <a:pt x="392593" y="575760"/>
                  <a:pt x="392593" y="965267"/>
                </a:cubicBezTo>
                <a:cubicBezTo>
                  <a:pt x="392593" y="1354774"/>
                  <a:pt x="1953802" y="1670531"/>
                  <a:pt x="3879650" y="1670531"/>
                </a:cubicBezTo>
                <a:cubicBezTo>
                  <a:pt x="5805498" y="1670531"/>
                  <a:pt x="7366707" y="1354774"/>
                  <a:pt x="7366707" y="965267"/>
                </a:cubicBezTo>
                <a:cubicBezTo>
                  <a:pt x="7366707" y="575760"/>
                  <a:pt x="5805498" y="260003"/>
                  <a:pt x="3879650" y="260003"/>
                </a:cubicBezTo>
                <a:close/>
                <a:moveTo>
                  <a:pt x="3879651" y="0"/>
                </a:moveTo>
                <a:cubicBezTo>
                  <a:pt x="6022323" y="0"/>
                  <a:pt x="7759302" y="432165"/>
                  <a:pt x="7759302" y="965268"/>
                </a:cubicBezTo>
                <a:cubicBezTo>
                  <a:pt x="7759302" y="1498371"/>
                  <a:pt x="6022323" y="1930536"/>
                  <a:pt x="3879651" y="1930536"/>
                </a:cubicBezTo>
                <a:cubicBezTo>
                  <a:pt x="1736979" y="1930536"/>
                  <a:pt x="0" y="1498371"/>
                  <a:pt x="0" y="965268"/>
                </a:cubicBezTo>
                <a:cubicBezTo>
                  <a:pt x="0" y="432165"/>
                  <a:pt x="1736979" y="0"/>
                  <a:pt x="3879651" y="0"/>
                </a:cubicBezTo>
                <a:close/>
              </a:path>
            </a:pathLst>
          </a:custGeom>
          <a:gradFill>
            <a:gsLst>
              <a:gs pos="14000">
                <a:schemeClr val="accent1">
                  <a:alpha val="0"/>
                </a:schemeClr>
              </a:gs>
              <a:gs pos="100000">
                <a:schemeClr val="accent1">
                  <a:alpha val="18000"/>
                </a:schemeClr>
              </a:gs>
            </a:gsLst>
            <a:lin ang="5400000" scaled="1"/>
          </a:gradFill>
          <a:ln w="15875">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srgbClr val="FFFFFF"/>
              </a:solidFill>
              <a:effectLst/>
              <a:uLnTx/>
              <a:uFillTx/>
              <a:latin typeface="Arial" panose="020B0604020202020204"/>
              <a:ea typeface="微软雅黑" panose="020B0503020204020204" charset="-122"/>
              <a:cs typeface="+mn-cs"/>
            </a:endParaRPr>
          </a:p>
        </p:txBody>
      </p:sp>
      <p:cxnSp>
        <p:nvCxnSpPr>
          <p:cNvPr id="53" name="直接连接符 52"/>
          <p:cNvCxnSpPr/>
          <p:nvPr>
            <p:custDataLst>
              <p:tags r:id="rId12"/>
            </p:custDataLst>
          </p:nvPr>
        </p:nvCxnSpPr>
        <p:spPr>
          <a:xfrm flipV="1">
            <a:off x="2123116" y="2880880"/>
            <a:ext cx="0" cy="475034"/>
          </a:xfrm>
          <a:prstGeom prst="line">
            <a:avLst/>
          </a:prstGeom>
          <a:ln w="34925" cap="rnd">
            <a:gradFill flip="none" rotWithShape="1">
              <a:gsLst>
                <a:gs pos="0">
                  <a:schemeClr val="accent1">
                    <a:alpha val="40000"/>
                  </a:schemeClr>
                </a:gs>
                <a:gs pos="100000">
                  <a:schemeClr val="accent1">
                    <a:alpha val="0"/>
                  </a:schemeClr>
                </a:gs>
              </a:gsLst>
              <a:lin ang="5400000" scaled="1"/>
              <a:tileRect/>
            </a:gradFill>
          </a:ln>
        </p:spPr>
        <p:style>
          <a:lnRef idx="1">
            <a:schemeClr val="accent1"/>
          </a:lnRef>
          <a:fillRef idx="0">
            <a:schemeClr val="accent1"/>
          </a:fillRef>
          <a:effectRef idx="0">
            <a:schemeClr val="accent1"/>
          </a:effectRef>
          <a:fontRef idx="minor">
            <a:schemeClr val="tx1"/>
          </a:fontRef>
        </p:style>
      </p:cxnSp>
      <p:cxnSp>
        <p:nvCxnSpPr>
          <p:cNvPr id="54" name="直接连接符 53"/>
          <p:cNvCxnSpPr/>
          <p:nvPr>
            <p:custDataLst>
              <p:tags r:id="rId13"/>
            </p:custDataLst>
          </p:nvPr>
        </p:nvCxnSpPr>
        <p:spPr>
          <a:xfrm flipV="1">
            <a:off x="4470134" y="2611041"/>
            <a:ext cx="0" cy="575531"/>
          </a:xfrm>
          <a:prstGeom prst="line">
            <a:avLst/>
          </a:prstGeom>
          <a:ln w="19050" cap="rnd">
            <a:gradFill flip="none" rotWithShape="1">
              <a:gsLst>
                <a:gs pos="0">
                  <a:schemeClr val="accent1">
                    <a:alpha val="100000"/>
                  </a:schemeClr>
                </a:gs>
                <a:gs pos="100000">
                  <a:schemeClr val="accent1">
                    <a:alpha val="0"/>
                  </a:schemeClr>
                </a:gs>
              </a:gsLst>
              <a:lin ang="5400000" scaled="1"/>
              <a:tileRect/>
            </a:gradFill>
          </a:ln>
        </p:spPr>
        <p:style>
          <a:lnRef idx="1">
            <a:schemeClr val="accent1"/>
          </a:lnRef>
          <a:fillRef idx="0">
            <a:schemeClr val="accent1"/>
          </a:fillRef>
          <a:effectRef idx="0">
            <a:schemeClr val="accent1"/>
          </a:effectRef>
          <a:fontRef idx="minor">
            <a:schemeClr val="tx1"/>
          </a:fontRef>
        </p:style>
      </p:cxnSp>
      <p:cxnSp>
        <p:nvCxnSpPr>
          <p:cNvPr id="56" name="直接连接符 55"/>
          <p:cNvCxnSpPr/>
          <p:nvPr>
            <p:custDataLst>
              <p:tags r:id="rId14"/>
            </p:custDataLst>
          </p:nvPr>
        </p:nvCxnSpPr>
        <p:spPr>
          <a:xfrm flipV="1">
            <a:off x="4309995" y="2843473"/>
            <a:ext cx="0" cy="575531"/>
          </a:xfrm>
          <a:prstGeom prst="line">
            <a:avLst/>
          </a:prstGeom>
          <a:ln w="15875" cap="rnd">
            <a:gradFill flip="none" rotWithShape="1">
              <a:gsLst>
                <a:gs pos="0">
                  <a:schemeClr val="accent1">
                    <a:alpha val="50000"/>
                  </a:schemeClr>
                </a:gs>
                <a:gs pos="100000">
                  <a:schemeClr val="accent1">
                    <a:alpha val="0"/>
                  </a:schemeClr>
                </a:gs>
              </a:gsLst>
              <a:lin ang="5400000" scaled="1"/>
              <a:tileRect/>
            </a:gradFill>
            <a:prstDash val="dash"/>
          </a:ln>
        </p:spPr>
        <p:style>
          <a:lnRef idx="1">
            <a:schemeClr val="accent1"/>
          </a:lnRef>
          <a:fillRef idx="0">
            <a:schemeClr val="accent1"/>
          </a:fillRef>
          <a:effectRef idx="0">
            <a:schemeClr val="accent1"/>
          </a:effectRef>
          <a:fontRef idx="minor">
            <a:schemeClr val="tx1"/>
          </a:fontRef>
        </p:style>
      </p:cxnSp>
      <p:cxnSp>
        <p:nvCxnSpPr>
          <p:cNvPr id="58" name="直接连接符 57"/>
          <p:cNvCxnSpPr/>
          <p:nvPr>
            <p:custDataLst>
              <p:tags r:id="rId15"/>
            </p:custDataLst>
          </p:nvPr>
        </p:nvCxnSpPr>
        <p:spPr>
          <a:xfrm flipV="1">
            <a:off x="2529137" y="3066237"/>
            <a:ext cx="0" cy="475034"/>
          </a:xfrm>
          <a:prstGeom prst="line">
            <a:avLst/>
          </a:prstGeom>
          <a:ln w="44450" cap="rnd">
            <a:gradFill flip="none" rotWithShape="1">
              <a:gsLst>
                <a:gs pos="0">
                  <a:schemeClr val="accent1">
                    <a:alpha val="20000"/>
                  </a:schemeClr>
                </a:gs>
                <a:gs pos="100000">
                  <a:schemeClr val="accent1">
                    <a:alpha val="0"/>
                  </a:schemeClr>
                </a:gs>
              </a:gsLst>
              <a:lin ang="5400000" scaled="1"/>
              <a:tileRect/>
            </a:gradFill>
          </a:ln>
        </p:spPr>
        <p:style>
          <a:lnRef idx="1">
            <a:schemeClr val="accent1"/>
          </a:lnRef>
          <a:fillRef idx="0">
            <a:schemeClr val="accent1"/>
          </a:fillRef>
          <a:effectRef idx="0">
            <a:schemeClr val="accent1"/>
          </a:effectRef>
          <a:fontRef idx="minor">
            <a:schemeClr val="tx1"/>
          </a:fontRef>
        </p:style>
      </p:cxnSp>
      <p:sp useBgFill="1">
        <p:nvSpPr>
          <p:cNvPr id="60" name="矩形: 圆角 59"/>
          <p:cNvSpPr/>
          <p:nvPr>
            <p:custDataLst>
              <p:tags r:id="rId16"/>
            </p:custDataLst>
          </p:nvPr>
        </p:nvSpPr>
        <p:spPr>
          <a:xfrm>
            <a:off x="623779" y="3700145"/>
            <a:ext cx="1006475" cy="948690"/>
          </a:xfrm>
          <a:prstGeom prst="roundRect">
            <a:avLst>
              <a:gd name="adj" fmla="val 7184"/>
            </a:avLst>
          </a:prstGeom>
          <a:ln w="15875">
            <a:noFill/>
          </a:ln>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tIns="252095" numCol="1" spcCol="0" rtlCol="0" fromWordArt="0" anchor="t" anchorCtr="0" forceAA="0" compatLnSpc="1">
            <a:noAutofit/>
          </a:bodyPr>
          <a:lstStyle/>
          <a:p>
            <a:pPr lvl="0" algn="ctr">
              <a:buClrTx/>
              <a:buSzTx/>
              <a:buFontTx/>
            </a:pPr>
            <a:endParaRPr lang="zh-CN" altLang="en-US" sz="1400" spc="150" noProof="0" dirty="0">
              <a:ln>
                <a:noFill/>
              </a:ln>
              <a:solidFill>
                <a:srgbClr val="262626"/>
              </a:solidFill>
              <a:effectLst/>
              <a:uLnTx/>
              <a:uFillTx/>
              <a:latin typeface="+mn-ea"/>
              <a:sym typeface="+mn-ea"/>
            </a:endParaRPr>
          </a:p>
        </p:txBody>
      </p:sp>
      <p:sp>
        <p:nvSpPr>
          <p:cNvPr id="43" name="序号"/>
          <p:cNvSpPr txBox="1">
            <a:spLocks noChangeAspect="1"/>
          </p:cNvSpPr>
          <p:nvPr>
            <p:custDataLst>
              <p:tags r:id="rId17"/>
            </p:custDataLst>
          </p:nvPr>
        </p:nvSpPr>
        <p:spPr>
          <a:xfrm>
            <a:off x="929857" y="3277403"/>
            <a:ext cx="394318" cy="394318"/>
          </a:xfrm>
          <a:prstGeom prst="rect">
            <a:avLst/>
          </a:prstGeom>
          <a:noFill/>
          <a:effectLst>
            <a:outerShdw blurRad="127000" sx="102000" sy="102000" algn="ctr" rotWithShape="0">
              <a:schemeClr val="accent1">
                <a:alpha val="31000"/>
              </a:schemeClr>
            </a:outerShdw>
          </a:effectLst>
        </p:spPr>
        <p:txBody>
          <a:bodyPr wrap="none" lIns="0" tIns="0" rIns="0" bIns="0" rtlCol="0" anchor="ctr">
            <a:normAutofit fontScale="60000"/>
          </a:bodyPr>
          <a:lstStyle/>
          <a:p>
            <a:pPr marL="0" marR="0" lvl="0" indent="0" algn="ctr" defTabSz="914400" rtl="0" eaLnBrk="1" fontAlgn="auto" latinLnBrk="0" hangingPunct="1">
              <a:lnSpc>
                <a:spcPct val="100000"/>
              </a:lnSpc>
              <a:spcBef>
                <a:spcPts val="0"/>
              </a:spcBef>
              <a:spcAft>
                <a:spcPts val="0"/>
              </a:spcAft>
              <a:buClrTx/>
              <a:buSzTx/>
              <a:buFontTx/>
              <a:buNone/>
            </a:pPr>
            <a:r>
              <a:rPr kumimoji="0" lang="en-US" sz="3600" b="1" i="0" u="none" strike="noStrike" kern="1200" cap="none" normalizeH="0" baseline="0" noProof="0" dirty="0">
                <a:ln>
                  <a:noFill/>
                </a:ln>
                <a:gradFill>
                  <a:gsLst>
                    <a:gs pos="49000">
                      <a:schemeClr val="accent1">
                        <a:alpha val="100000"/>
                      </a:schemeClr>
                    </a:gs>
                    <a:gs pos="77000">
                      <a:schemeClr val="accent1">
                        <a:alpha val="0"/>
                      </a:schemeClr>
                    </a:gs>
                  </a:gsLst>
                  <a:lin ang="5400000" scaled="0"/>
                </a:gradFill>
                <a:uLnTx/>
                <a:uFillTx/>
                <a:ea typeface="微软雅黑" panose="020B0503020204020204" charset="-122"/>
                <a:cs typeface="+mn-cs"/>
              </a:rPr>
              <a:t>01</a:t>
            </a:r>
            <a:endParaRPr kumimoji="0" lang="en-US" sz="3600" b="1" i="0" u="none" strike="noStrike" kern="1200" cap="none" normalizeH="0" baseline="0" noProof="0" dirty="0">
              <a:ln>
                <a:noFill/>
              </a:ln>
              <a:gradFill>
                <a:gsLst>
                  <a:gs pos="49000">
                    <a:schemeClr val="accent1">
                      <a:alpha val="100000"/>
                    </a:schemeClr>
                  </a:gs>
                  <a:gs pos="77000">
                    <a:schemeClr val="accent1">
                      <a:alpha val="0"/>
                    </a:schemeClr>
                  </a:gs>
                </a:gsLst>
                <a:lin ang="5400000" scaled="0"/>
              </a:gradFill>
              <a:uLnTx/>
              <a:uFillTx/>
              <a:ea typeface="微软雅黑" panose="020B0503020204020204" charset="-122"/>
              <a:cs typeface="+mn-cs"/>
            </a:endParaRPr>
          </a:p>
        </p:txBody>
      </p:sp>
      <p:sp useBgFill="1">
        <p:nvSpPr>
          <p:cNvPr id="69" name="矩形: 圆角 68"/>
          <p:cNvSpPr/>
          <p:nvPr>
            <p:custDataLst>
              <p:tags r:id="rId18"/>
            </p:custDataLst>
          </p:nvPr>
        </p:nvSpPr>
        <p:spPr>
          <a:xfrm>
            <a:off x="2788285" y="4215130"/>
            <a:ext cx="1013460" cy="948690"/>
          </a:xfrm>
          <a:prstGeom prst="roundRect">
            <a:avLst>
              <a:gd name="adj" fmla="val 7184"/>
            </a:avLst>
          </a:prstGeom>
          <a:ln w="15875">
            <a:noFill/>
          </a:ln>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tIns="252095" numCol="1" spcCol="0" rtlCol="0" fromWordArt="0" anchor="t" anchorCtr="0" forceAA="0" compatLnSpc="1">
            <a:noAutofit/>
          </a:bodyPr>
          <a:lstStyle/>
          <a:p>
            <a:pPr lvl="0" algn="ctr">
              <a:buClrTx/>
              <a:buSzTx/>
              <a:buFontTx/>
            </a:pPr>
            <a:endParaRPr lang="zh-CN" altLang="en-US" sz="1400" spc="150" noProof="0" dirty="0">
              <a:ln>
                <a:noFill/>
              </a:ln>
              <a:solidFill>
                <a:srgbClr val="262626"/>
              </a:solidFill>
              <a:effectLst/>
              <a:uLnTx/>
              <a:uFillTx/>
              <a:latin typeface="+mn-ea"/>
              <a:sym typeface="+mn-ea"/>
            </a:endParaRPr>
          </a:p>
        </p:txBody>
      </p:sp>
      <p:sp>
        <p:nvSpPr>
          <p:cNvPr id="70" name="序号"/>
          <p:cNvSpPr txBox="1">
            <a:spLocks noChangeAspect="1"/>
          </p:cNvSpPr>
          <p:nvPr>
            <p:custDataLst>
              <p:tags r:id="rId19"/>
            </p:custDataLst>
          </p:nvPr>
        </p:nvSpPr>
        <p:spPr>
          <a:xfrm>
            <a:off x="3097856" y="3710154"/>
            <a:ext cx="394318" cy="394318"/>
          </a:xfrm>
          <a:prstGeom prst="rect">
            <a:avLst/>
          </a:prstGeom>
          <a:noFill/>
          <a:effectLst>
            <a:outerShdw blurRad="127000" sx="102000" sy="102000" algn="ctr" rotWithShape="0">
              <a:schemeClr val="accent1">
                <a:alpha val="31000"/>
              </a:schemeClr>
            </a:outerShdw>
          </a:effectLst>
        </p:spPr>
        <p:txBody>
          <a:bodyPr wrap="none" lIns="0" tIns="0" rIns="0" bIns="0" rtlCol="0" anchor="ctr">
            <a:normAutofit fontScale="60000"/>
          </a:bodyPr>
          <a:lstStyle>
            <a:defPPr>
              <a:defRPr lang="zh-CN"/>
            </a:defPPr>
            <a:lvl1pPr marR="0" lvl="0" indent="0" algn="ctr" fontAlgn="auto">
              <a:lnSpc>
                <a:spcPct val="100000"/>
              </a:lnSpc>
              <a:spcBef>
                <a:spcPts val="0"/>
              </a:spcBef>
              <a:spcAft>
                <a:spcPts val="0"/>
              </a:spcAft>
              <a:buClrTx/>
              <a:buSzTx/>
              <a:buFontTx/>
              <a:buNone/>
              <a:defRPr kumimoji="0" sz="3600" b="1" i="0" u="none" strike="noStrike" cap="none" spc="0" normalizeH="0" baseline="0">
                <a:ln>
                  <a:noFill/>
                </a:ln>
                <a:gradFill>
                  <a:gsLst>
                    <a:gs pos="49000">
                      <a:schemeClr val="accent1"/>
                    </a:gs>
                    <a:gs pos="77000">
                      <a:schemeClr val="accent1">
                        <a:alpha val="0"/>
                      </a:schemeClr>
                    </a:gs>
                  </a:gsLst>
                  <a:lin ang="5400000" scaled="0"/>
                </a:gradFill>
                <a:uLnTx/>
                <a:uFillTx/>
                <a:latin typeface="+mj-lt"/>
                <a:ea typeface="微软雅黑" panose="020B0503020204020204" charset="-122"/>
              </a:defRPr>
            </a:lvl1pPr>
          </a:lstStyle>
          <a:p>
            <a:r>
              <a:rPr lang="en-US">
                <a:gradFill>
                  <a:gsLst>
                    <a:gs pos="49000">
                      <a:schemeClr val="accent1">
                        <a:alpha val="100000"/>
                      </a:schemeClr>
                    </a:gs>
                    <a:gs pos="77000">
                      <a:schemeClr val="accent1">
                        <a:alpha val="0"/>
                      </a:schemeClr>
                    </a:gs>
                  </a:gsLst>
                  <a:lin ang="5400000" scaled="0"/>
                </a:gradFill>
                <a:latin typeface="+mn-lt"/>
              </a:rPr>
              <a:t>03</a:t>
            </a:r>
            <a:endParaRPr lang="en-US" dirty="0">
              <a:gradFill>
                <a:gsLst>
                  <a:gs pos="49000">
                    <a:schemeClr val="accent1">
                      <a:alpha val="100000"/>
                    </a:schemeClr>
                  </a:gs>
                  <a:gs pos="77000">
                    <a:schemeClr val="accent1">
                      <a:alpha val="0"/>
                    </a:schemeClr>
                  </a:gs>
                </a:gsLst>
                <a:lin ang="5400000" scaled="0"/>
              </a:gradFill>
              <a:latin typeface="+mn-lt"/>
            </a:endParaRPr>
          </a:p>
        </p:txBody>
      </p:sp>
      <p:sp useBgFill="1">
        <p:nvSpPr>
          <p:cNvPr id="74" name="矩形: 圆角 73"/>
          <p:cNvSpPr/>
          <p:nvPr>
            <p:custDataLst>
              <p:tags r:id="rId20"/>
            </p:custDataLst>
          </p:nvPr>
        </p:nvSpPr>
        <p:spPr>
          <a:xfrm>
            <a:off x="4955692" y="3731895"/>
            <a:ext cx="951865" cy="948690"/>
          </a:xfrm>
          <a:prstGeom prst="roundRect">
            <a:avLst>
              <a:gd name="adj" fmla="val 7184"/>
            </a:avLst>
          </a:prstGeom>
          <a:ln w="15875">
            <a:noFill/>
          </a:ln>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tIns="252095" numCol="1" spcCol="0" rtlCol="0" fromWordArt="0" anchor="t" anchorCtr="0" forceAA="0" compatLnSpc="1">
            <a:noAutofit/>
          </a:bodyPr>
          <a:lstStyle/>
          <a:p>
            <a:pPr lvl="0" algn="ctr">
              <a:buClrTx/>
              <a:buSzTx/>
              <a:buFontTx/>
            </a:pPr>
            <a:endParaRPr lang="zh-CN" altLang="en-US" sz="1400" spc="150" noProof="0" dirty="0">
              <a:ln>
                <a:noFill/>
              </a:ln>
              <a:solidFill>
                <a:srgbClr val="262626"/>
              </a:solidFill>
              <a:effectLst/>
              <a:uLnTx/>
              <a:uFillTx/>
              <a:latin typeface="+mn-ea"/>
              <a:sym typeface="+mn-ea"/>
            </a:endParaRPr>
          </a:p>
        </p:txBody>
      </p:sp>
      <p:sp>
        <p:nvSpPr>
          <p:cNvPr id="75" name="序号"/>
          <p:cNvSpPr txBox="1">
            <a:spLocks noChangeAspect="1"/>
          </p:cNvSpPr>
          <p:nvPr>
            <p:custDataLst>
              <p:tags r:id="rId21"/>
            </p:custDataLst>
          </p:nvPr>
        </p:nvSpPr>
        <p:spPr>
          <a:xfrm>
            <a:off x="5234465" y="3226603"/>
            <a:ext cx="394318" cy="394318"/>
          </a:xfrm>
          <a:prstGeom prst="rect">
            <a:avLst/>
          </a:prstGeom>
          <a:noFill/>
          <a:effectLst>
            <a:outerShdw blurRad="127000" sx="102000" sy="102000" algn="ctr" rotWithShape="0">
              <a:schemeClr val="accent1">
                <a:alpha val="31000"/>
              </a:schemeClr>
            </a:outerShdw>
          </a:effectLst>
        </p:spPr>
        <p:txBody>
          <a:bodyPr wrap="none" lIns="0" tIns="0" rIns="0" bIns="0" rtlCol="0" anchor="ctr">
            <a:normAutofit fontScale="60000"/>
          </a:bodyPr>
          <a:lstStyle>
            <a:defPPr>
              <a:defRPr lang="zh-CN"/>
            </a:defPPr>
            <a:lvl1pPr marR="0" lvl="0" indent="0" algn="ctr" fontAlgn="auto">
              <a:lnSpc>
                <a:spcPct val="100000"/>
              </a:lnSpc>
              <a:spcBef>
                <a:spcPts val="0"/>
              </a:spcBef>
              <a:spcAft>
                <a:spcPts val="0"/>
              </a:spcAft>
              <a:buClrTx/>
              <a:buSzTx/>
              <a:buFontTx/>
              <a:buNone/>
              <a:defRPr kumimoji="0" sz="3600" b="1" i="0" u="none" strike="noStrike" cap="none" spc="0" normalizeH="0" baseline="0">
                <a:ln>
                  <a:noFill/>
                </a:ln>
                <a:gradFill>
                  <a:gsLst>
                    <a:gs pos="49000">
                      <a:schemeClr val="accent1"/>
                    </a:gs>
                    <a:gs pos="77000">
                      <a:schemeClr val="accent1">
                        <a:alpha val="0"/>
                      </a:schemeClr>
                    </a:gs>
                  </a:gsLst>
                  <a:lin ang="5400000" scaled="0"/>
                </a:gradFill>
                <a:uLnTx/>
                <a:uFillTx/>
                <a:latin typeface="+mj-lt"/>
                <a:ea typeface="微软雅黑" panose="020B0503020204020204" charset="-122"/>
              </a:defRPr>
            </a:lvl1pPr>
          </a:lstStyle>
          <a:p>
            <a:r>
              <a:rPr lang="en-US">
                <a:gradFill>
                  <a:gsLst>
                    <a:gs pos="49000">
                      <a:schemeClr val="accent1">
                        <a:alpha val="100000"/>
                      </a:schemeClr>
                    </a:gs>
                    <a:gs pos="77000">
                      <a:schemeClr val="accent1">
                        <a:alpha val="0"/>
                      </a:schemeClr>
                    </a:gs>
                  </a:gsLst>
                  <a:lin ang="5400000" scaled="0"/>
                </a:gradFill>
                <a:latin typeface="+mn-lt"/>
              </a:rPr>
              <a:t>05</a:t>
            </a:r>
            <a:endParaRPr lang="en-US" dirty="0">
              <a:gradFill>
                <a:gsLst>
                  <a:gs pos="49000">
                    <a:schemeClr val="accent1">
                      <a:alpha val="100000"/>
                    </a:schemeClr>
                  </a:gs>
                  <a:gs pos="77000">
                    <a:schemeClr val="accent1">
                      <a:alpha val="0"/>
                    </a:schemeClr>
                  </a:gs>
                </a:gsLst>
                <a:lin ang="5400000" scaled="0"/>
              </a:gradFill>
              <a:latin typeface="+mn-lt"/>
            </a:endParaRPr>
          </a:p>
        </p:txBody>
      </p:sp>
      <p:sp useBgFill="1">
        <p:nvSpPr>
          <p:cNvPr id="79" name="矩形: 圆角 78"/>
          <p:cNvSpPr/>
          <p:nvPr>
            <p:custDataLst>
              <p:tags r:id="rId22"/>
            </p:custDataLst>
          </p:nvPr>
        </p:nvSpPr>
        <p:spPr>
          <a:xfrm>
            <a:off x="1759704" y="4092637"/>
            <a:ext cx="903192" cy="948444"/>
          </a:xfrm>
          <a:prstGeom prst="roundRect">
            <a:avLst>
              <a:gd name="adj" fmla="val 7184"/>
            </a:avLst>
          </a:prstGeom>
          <a:ln w="15875">
            <a:noFill/>
          </a:ln>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tIns="252095" numCol="1" spcCol="0" rtlCol="0" fromWordArt="0" anchor="t" anchorCtr="0" forceAA="0" compatLnSpc="1">
            <a:noAutofit/>
          </a:bodyPr>
          <a:lstStyle/>
          <a:p>
            <a:pPr lvl="0" algn="ctr">
              <a:buClrTx/>
              <a:buSzTx/>
              <a:buFontTx/>
            </a:pPr>
            <a:endParaRPr lang="zh-CN" altLang="en-US" sz="1400" spc="150" noProof="0" dirty="0">
              <a:ln>
                <a:noFill/>
              </a:ln>
              <a:solidFill>
                <a:srgbClr val="262626"/>
              </a:solidFill>
              <a:effectLst/>
              <a:uLnTx/>
              <a:uFillTx/>
              <a:latin typeface="+mn-ea"/>
              <a:sym typeface="+mn-ea"/>
            </a:endParaRPr>
          </a:p>
        </p:txBody>
      </p:sp>
      <p:sp>
        <p:nvSpPr>
          <p:cNvPr id="80" name="序号"/>
          <p:cNvSpPr txBox="1">
            <a:spLocks noChangeAspect="1"/>
          </p:cNvSpPr>
          <p:nvPr>
            <p:custDataLst>
              <p:tags r:id="rId23"/>
            </p:custDataLst>
          </p:nvPr>
        </p:nvSpPr>
        <p:spPr>
          <a:xfrm>
            <a:off x="2013992" y="3587423"/>
            <a:ext cx="394318" cy="394318"/>
          </a:xfrm>
          <a:prstGeom prst="rect">
            <a:avLst/>
          </a:prstGeom>
          <a:noFill/>
          <a:effectLst>
            <a:outerShdw blurRad="127000" sx="102000" sy="102000" algn="ctr" rotWithShape="0">
              <a:schemeClr val="accent1">
                <a:alpha val="31000"/>
              </a:schemeClr>
            </a:outerShdw>
          </a:effectLst>
        </p:spPr>
        <p:txBody>
          <a:bodyPr wrap="none" lIns="0" tIns="0" rIns="0" bIns="0" rtlCol="0" anchor="ctr">
            <a:normAutofit fontScale="60000"/>
          </a:bodyPr>
          <a:lstStyle>
            <a:defPPr>
              <a:defRPr lang="zh-CN"/>
            </a:defPPr>
            <a:lvl1pPr marR="0" lvl="0" indent="0" algn="ctr" fontAlgn="auto">
              <a:lnSpc>
                <a:spcPct val="100000"/>
              </a:lnSpc>
              <a:spcBef>
                <a:spcPts val="0"/>
              </a:spcBef>
              <a:spcAft>
                <a:spcPts val="0"/>
              </a:spcAft>
              <a:buClrTx/>
              <a:buSzTx/>
              <a:buFontTx/>
              <a:buNone/>
              <a:defRPr kumimoji="0" sz="3600" b="1" i="0" u="none" strike="noStrike" cap="none" spc="0" normalizeH="0" baseline="0">
                <a:ln>
                  <a:noFill/>
                </a:ln>
                <a:gradFill>
                  <a:gsLst>
                    <a:gs pos="49000">
                      <a:schemeClr val="accent1"/>
                    </a:gs>
                    <a:gs pos="77000">
                      <a:schemeClr val="accent1">
                        <a:alpha val="0"/>
                      </a:schemeClr>
                    </a:gs>
                  </a:gsLst>
                  <a:lin ang="5400000" scaled="0"/>
                </a:gradFill>
                <a:uLnTx/>
                <a:uFillTx/>
                <a:latin typeface="+mj-lt"/>
                <a:ea typeface="微软雅黑" panose="020B0503020204020204" charset="-122"/>
              </a:defRPr>
            </a:lvl1pPr>
          </a:lstStyle>
          <a:p>
            <a:pPr lvl="0" algn="ctr"/>
            <a:r>
              <a:rPr lang="en-US" dirty="0">
                <a:gradFill>
                  <a:gsLst>
                    <a:gs pos="49000">
                      <a:schemeClr val="accent1">
                        <a:alpha val="100000"/>
                      </a:schemeClr>
                    </a:gs>
                    <a:gs pos="77000">
                      <a:schemeClr val="accent1">
                        <a:alpha val="0"/>
                      </a:schemeClr>
                    </a:gs>
                  </a:gsLst>
                  <a:lin ang="5400000" scaled="0"/>
                </a:gradFill>
                <a:latin typeface="+mn-lt"/>
                <a:sym typeface="+mn-ea"/>
              </a:rPr>
              <a:t>02</a:t>
            </a:r>
            <a:endParaRPr lang="en-US" dirty="0">
              <a:gradFill>
                <a:gsLst>
                  <a:gs pos="49000">
                    <a:schemeClr val="accent1">
                      <a:alpha val="100000"/>
                    </a:schemeClr>
                  </a:gs>
                  <a:gs pos="77000">
                    <a:schemeClr val="accent1">
                      <a:alpha val="0"/>
                    </a:schemeClr>
                  </a:gs>
                </a:gsLst>
                <a:lin ang="5400000" scaled="0"/>
              </a:gradFill>
              <a:latin typeface="+mn-lt"/>
              <a:sym typeface="+mn-ea"/>
            </a:endParaRPr>
          </a:p>
        </p:txBody>
      </p:sp>
      <p:sp useBgFill="1">
        <p:nvSpPr>
          <p:cNvPr id="84" name="矩形: 圆角 83"/>
          <p:cNvSpPr/>
          <p:nvPr>
            <p:custDataLst>
              <p:tags r:id="rId24"/>
            </p:custDataLst>
          </p:nvPr>
        </p:nvSpPr>
        <p:spPr>
          <a:xfrm>
            <a:off x="3911894" y="4092637"/>
            <a:ext cx="903192" cy="948444"/>
          </a:xfrm>
          <a:prstGeom prst="roundRect">
            <a:avLst>
              <a:gd name="adj" fmla="val 7184"/>
            </a:avLst>
          </a:prstGeom>
          <a:ln w="15875">
            <a:noFill/>
          </a:ln>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tIns="252095" numCol="1" spcCol="0" rtlCol="0" fromWordArt="0" anchor="t" anchorCtr="0" forceAA="0" compatLnSpc="1">
            <a:noAutofit/>
          </a:bodyPr>
          <a:lstStyle/>
          <a:p>
            <a:pPr lvl="0" algn="ctr">
              <a:buClrTx/>
              <a:buSzTx/>
              <a:buFontTx/>
            </a:pPr>
            <a:endParaRPr lang="zh-CN" altLang="en-US" sz="1400" spc="150" noProof="0" dirty="0">
              <a:ln>
                <a:noFill/>
              </a:ln>
              <a:solidFill>
                <a:srgbClr val="262626"/>
              </a:solidFill>
              <a:effectLst/>
              <a:uLnTx/>
              <a:uFillTx/>
              <a:latin typeface="+mn-ea"/>
              <a:sym typeface="+mn-ea"/>
            </a:endParaRPr>
          </a:p>
        </p:txBody>
      </p:sp>
      <p:sp>
        <p:nvSpPr>
          <p:cNvPr id="85" name="序号"/>
          <p:cNvSpPr txBox="1">
            <a:spLocks noChangeAspect="1"/>
          </p:cNvSpPr>
          <p:nvPr>
            <p:custDataLst>
              <p:tags r:id="rId25"/>
            </p:custDataLst>
          </p:nvPr>
        </p:nvSpPr>
        <p:spPr>
          <a:xfrm>
            <a:off x="4166183" y="3587423"/>
            <a:ext cx="394318" cy="394318"/>
          </a:xfrm>
          <a:prstGeom prst="rect">
            <a:avLst/>
          </a:prstGeom>
          <a:noFill/>
          <a:effectLst>
            <a:outerShdw blurRad="127000" sx="102000" sy="102000" algn="ctr" rotWithShape="0">
              <a:schemeClr val="accent1">
                <a:alpha val="31000"/>
              </a:schemeClr>
            </a:outerShdw>
          </a:effectLst>
        </p:spPr>
        <p:txBody>
          <a:bodyPr wrap="none" lIns="0" tIns="0" rIns="0" bIns="0" rtlCol="0" anchor="ctr">
            <a:normAutofit fontScale="60000"/>
          </a:bodyPr>
          <a:lstStyle>
            <a:defPPr>
              <a:defRPr lang="zh-CN"/>
            </a:defPPr>
            <a:lvl1pPr marR="0" lvl="0" indent="0" algn="ctr" fontAlgn="auto">
              <a:lnSpc>
                <a:spcPct val="100000"/>
              </a:lnSpc>
              <a:spcBef>
                <a:spcPts val="0"/>
              </a:spcBef>
              <a:spcAft>
                <a:spcPts val="0"/>
              </a:spcAft>
              <a:buClrTx/>
              <a:buSzTx/>
              <a:buFontTx/>
              <a:buNone/>
              <a:defRPr kumimoji="0" sz="3600" b="1" i="0" u="none" strike="noStrike" cap="none" spc="0" normalizeH="0" baseline="0">
                <a:ln>
                  <a:noFill/>
                </a:ln>
                <a:gradFill>
                  <a:gsLst>
                    <a:gs pos="49000">
                      <a:schemeClr val="accent1"/>
                    </a:gs>
                    <a:gs pos="77000">
                      <a:schemeClr val="accent1">
                        <a:alpha val="0"/>
                      </a:schemeClr>
                    </a:gs>
                  </a:gsLst>
                  <a:lin ang="5400000" scaled="0"/>
                </a:gradFill>
                <a:uLnTx/>
                <a:uFillTx/>
                <a:latin typeface="+mj-lt"/>
                <a:ea typeface="微软雅黑" panose="020B0503020204020204" charset="-122"/>
              </a:defRPr>
            </a:lvl1pPr>
          </a:lstStyle>
          <a:p>
            <a:pPr lvl="0" algn="ctr"/>
            <a:r>
              <a:rPr lang="en-US" dirty="0">
                <a:gradFill>
                  <a:gsLst>
                    <a:gs pos="49000">
                      <a:schemeClr val="accent1">
                        <a:alpha val="100000"/>
                      </a:schemeClr>
                    </a:gs>
                    <a:gs pos="77000">
                      <a:schemeClr val="accent1">
                        <a:alpha val="0"/>
                      </a:schemeClr>
                    </a:gs>
                  </a:gsLst>
                  <a:lin ang="5400000" scaled="0"/>
                </a:gradFill>
                <a:latin typeface="+mn-lt"/>
                <a:sym typeface="+mn-ea"/>
              </a:rPr>
              <a:t>04</a:t>
            </a:r>
            <a:endParaRPr lang="en-US" dirty="0">
              <a:gradFill>
                <a:gsLst>
                  <a:gs pos="49000">
                    <a:schemeClr val="accent1">
                      <a:alpha val="100000"/>
                    </a:schemeClr>
                  </a:gs>
                  <a:gs pos="77000">
                    <a:schemeClr val="accent1">
                      <a:alpha val="0"/>
                    </a:schemeClr>
                  </a:gs>
                </a:gsLst>
                <a:lin ang="5400000" scaled="0"/>
              </a:gradFill>
              <a:latin typeface="+mn-lt"/>
              <a:sym typeface="+mn-ea"/>
            </a:endParaRPr>
          </a:p>
        </p:txBody>
      </p:sp>
      <p:sp>
        <p:nvSpPr>
          <p:cNvPr id="19" name="矩形: 圆角 59"/>
          <p:cNvSpPr/>
          <p:nvPr>
            <p:custDataLst>
              <p:tags r:id="rId26"/>
            </p:custDataLst>
          </p:nvPr>
        </p:nvSpPr>
        <p:spPr>
          <a:xfrm>
            <a:off x="624096" y="3792855"/>
            <a:ext cx="1005840" cy="1323340"/>
          </a:xfrm>
          <a:prstGeom prst="roundRect">
            <a:avLst>
              <a:gd name="adj" fmla="val 7184"/>
            </a:avLst>
          </a:prstGeom>
          <a:gradFill>
            <a:gsLst>
              <a:gs pos="0">
                <a:srgbClr val="FFFFFF">
                  <a:alpha val="10000"/>
                </a:srgbClr>
              </a:gs>
              <a:gs pos="100000">
                <a:srgbClr val="FFFFFF">
                  <a:alpha val="0"/>
                </a:srgbClr>
              </a:gs>
            </a:gsLst>
            <a:lin ang="5400000" scaled="0"/>
          </a:gradFill>
          <a:ln w="15875">
            <a:gradFill flip="none" rotWithShape="1">
              <a:gsLst>
                <a:gs pos="0">
                  <a:schemeClr val="accent1">
                    <a:lumMod val="60000"/>
                    <a:lumOff val="40000"/>
                    <a:alpha val="60000"/>
                  </a:schemeClr>
                </a:gs>
                <a:gs pos="100000">
                  <a:schemeClr val="accent1">
                    <a:lumMod val="60000"/>
                    <a:lumOff val="40000"/>
                    <a:alpha val="0"/>
                  </a:schemeClr>
                </a:gs>
              </a:gsLst>
              <a:lin ang="5400000" scaled="1"/>
              <a:tileRect/>
            </a:gradFill>
          </a:ln>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lIns="0" tIns="0" rIns="0" bIns="0" numCol="1" spcCol="0" rtlCol="0" fromWordArt="0" anchor="t" anchorCtr="0" forceAA="0" compatLnSpc="1">
            <a:noAutofit/>
          </a:bodyPr>
          <a:lstStyle/>
          <a:p>
            <a:pPr lvl="0" indent="0" algn="ctr" fontAlgn="auto">
              <a:lnSpc>
                <a:spcPct val="120000"/>
              </a:lnSpc>
              <a:buClrTx/>
              <a:buSzTx/>
              <a:buFontTx/>
            </a:pPr>
            <a:endParaRPr lang="zh-CN" altLang="en-US" sz="1000" spc="150" noProof="0" dirty="0">
              <a:ln>
                <a:noFill/>
              </a:ln>
              <a:solidFill>
                <a:schemeClr val="tx1">
                  <a:lumMod val="85000"/>
                  <a:lumOff val="15000"/>
                </a:schemeClr>
              </a:solidFill>
              <a:effectLst/>
              <a:uLnTx/>
              <a:uFillTx/>
              <a:latin typeface="+mn-ea"/>
              <a:sym typeface="+mn-ea"/>
            </a:endParaRPr>
          </a:p>
          <a:p>
            <a:pPr lvl="0" indent="0" algn="ctr" fontAlgn="auto">
              <a:lnSpc>
                <a:spcPct val="120000"/>
              </a:lnSpc>
              <a:buClrTx/>
              <a:buSzTx/>
              <a:buFontTx/>
            </a:pPr>
            <a:r>
              <a:rPr lang="zh-CN" altLang="en-US" sz="1000" spc="150" noProof="0" dirty="0">
                <a:ln>
                  <a:noFill/>
                </a:ln>
                <a:solidFill>
                  <a:schemeClr val="tx1">
                    <a:lumMod val="85000"/>
                    <a:lumOff val="15000"/>
                  </a:schemeClr>
                </a:solidFill>
                <a:effectLst/>
                <a:uLnTx/>
                <a:uFillTx/>
                <a:latin typeface="+mn-ea"/>
                <a:sym typeface="+mn-ea"/>
              </a:rPr>
              <a:t>部署系统</a:t>
            </a:r>
            <a:endParaRPr lang="zh-CN" altLang="en-US" sz="1000" spc="150" noProof="0" dirty="0">
              <a:ln>
                <a:noFill/>
              </a:ln>
              <a:solidFill>
                <a:schemeClr val="tx1">
                  <a:lumMod val="85000"/>
                  <a:lumOff val="15000"/>
                </a:schemeClr>
              </a:solidFill>
              <a:effectLst/>
              <a:uLnTx/>
              <a:uFillTx/>
              <a:latin typeface="+mn-ea"/>
              <a:sym typeface="+mn-ea"/>
            </a:endParaRPr>
          </a:p>
          <a:p>
            <a:pPr lvl="0" indent="0" algn="ctr" fontAlgn="auto">
              <a:lnSpc>
                <a:spcPct val="120000"/>
              </a:lnSpc>
              <a:buClrTx/>
              <a:buSzTx/>
              <a:buFontTx/>
            </a:pPr>
            <a:r>
              <a:rPr lang="zh-CN" altLang="en-US" sz="1000" spc="150" noProof="0" dirty="0">
                <a:ln>
                  <a:noFill/>
                </a:ln>
                <a:solidFill>
                  <a:srgbClr val="254D97"/>
                </a:solidFill>
                <a:effectLst/>
                <a:uLnTx/>
                <a:uFillTx/>
                <a:latin typeface="+mn-ea"/>
                <a:sym typeface="+mn-ea"/>
              </a:rPr>
              <a:t>录入账号</a:t>
            </a:r>
            <a:endParaRPr lang="zh-CN" altLang="en-US" sz="1000" spc="150" noProof="0" dirty="0">
              <a:ln>
                <a:noFill/>
              </a:ln>
              <a:solidFill>
                <a:schemeClr val="tx1">
                  <a:lumMod val="85000"/>
                  <a:lumOff val="15000"/>
                </a:schemeClr>
              </a:solidFill>
              <a:effectLst/>
              <a:uLnTx/>
              <a:uFillTx/>
              <a:latin typeface="+mn-ea"/>
              <a:sym typeface="+mn-ea"/>
            </a:endParaRPr>
          </a:p>
          <a:p>
            <a:pPr lvl="0" indent="0" algn="ctr" fontAlgn="auto">
              <a:lnSpc>
                <a:spcPct val="120000"/>
              </a:lnSpc>
              <a:buClrTx/>
              <a:buSzTx/>
              <a:buFontTx/>
            </a:pPr>
            <a:r>
              <a:rPr lang="zh-CN" altLang="en-US" sz="1000" spc="150" noProof="0" dirty="0">
                <a:ln>
                  <a:noFill/>
                </a:ln>
                <a:solidFill>
                  <a:schemeClr val="tx1">
                    <a:lumMod val="85000"/>
                    <a:lumOff val="15000"/>
                  </a:schemeClr>
                </a:solidFill>
                <a:effectLst/>
                <a:uLnTx/>
                <a:uFillTx/>
                <a:latin typeface="+mn-ea"/>
                <a:sym typeface="+mn-ea"/>
              </a:rPr>
              <a:t>配置权限</a:t>
            </a:r>
            <a:endParaRPr lang="zh-CN" altLang="en-US" sz="1000" spc="150" noProof="0" dirty="0">
              <a:ln>
                <a:noFill/>
              </a:ln>
              <a:solidFill>
                <a:schemeClr val="tx1">
                  <a:lumMod val="85000"/>
                  <a:lumOff val="15000"/>
                </a:schemeClr>
              </a:solidFill>
              <a:effectLst/>
              <a:uLnTx/>
              <a:uFillTx/>
              <a:latin typeface="+mn-ea"/>
              <a:sym typeface="+mn-ea"/>
            </a:endParaRPr>
          </a:p>
          <a:p>
            <a:pPr lvl="0" indent="0" algn="ctr" fontAlgn="auto">
              <a:lnSpc>
                <a:spcPct val="120000"/>
              </a:lnSpc>
              <a:buClrTx/>
              <a:buSzTx/>
              <a:buFontTx/>
            </a:pPr>
            <a:r>
              <a:rPr lang="zh-CN" altLang="en-US" sz="1000" spc="150" noProof="0" dirty="0">
                <a:ln>
                  <a:noFill/>
                </a:ln>
                <a:solidFill>
                  <a:srgbClr val="254D97"/>
                </a:solidFill>
                <a:effectLst/>
                <a:uLnTx/>
                <a:uFillTx/>
                <a:latin typeface="+mn-ea"/>
                <a:sym typeface="+mn-ea"/>
              </a:rPr>
              <a:t>搭建监管看板</a:t>
            </a:r>
            <a:endParaRPr lang="zh-CN" altLang="en-US" sz="1000" spc="150" noProof="0" dirty="0">
              <a:ln>
                <a:noFill/>
              </a:ln>
              <a:solidFill>
                <a:srgbClr val="254D97"/>
              </a:solidFill>
              <a:effectLst/>
              <a:uLnTx/>
              <a:uFillTx/>
              <a:latin typeface="+mn-ea"/>
              <a:sym typeface="+mn-ea"/>
            </a:endParaRPr>
          </a:p>
        </p:txBody>
      </p:sp>
      <p:sp>
        <p:nvSpPr>
          <p:cNvPr id="20" name="矩形: 圆角 68"/>
          <p:cNvSpPr/>
          <p:nvPr>
            <p:custDataLst>
              <p:tags r:id="rId27"/>
            </p:custDataLst>
          </p:nvPr>
        </p:nvSpPr>
        <p:spPr>
          <a:xfrm>
            <a:off x="2792095" y="4225290"/>
            <a:ext cx="1006475" cy="1141730"/>
          </a:xfrm>
          <a:prstGeom prst="roundRect">
            <a:avLst>
              <a:gd name="adj" fmla="val 7184"/>
            </a:avLst>
          </a:prstGeom>
          <a:gradFill>
            <a:gsLst>
              <a:gs pos="0">
                <a:srgbClr val="FFFFFF">
                  <a:alpha val="10000"/>
                </a:srgbClr>
              </a:gs>
              <a:gs pos="100000">
                <a:srgbClr val="FFFFFF">
                  <a:alpha val="0"/>
                </a:srgbClr>
              </a:gs>
            </a:gsLst>
            <a:lin ang="5400000" scaled="0"/>
          </a:gradFill>
          <a:ln w="15875">
            <a:gradFill flip="none" rotWithShape="1">
              <a:gsLst>
                <a:gs pos="0">
                  <a:schemeClr val="accent1">
                    <a:lumMod val="60000"/>
                    <a:lumOff val="40000"/>
                    <a:alpha val="60000"/>
                  </a:schemeClr>
                </a:gs>
                <a:gs pos="100000">
                  <a:schemeClr val="accent1">
                    <a:lumMod val="60000"/>
                    <a:lumOff val="40000"/>
                    <a:alpha val="0"/>
                  </a:schemeClr>
                </a:gs>
              </a:gsLst>
              <a:lin ang="5400000" scaled="1"/>
              <a:tileRect/>
            </a:gradFill>
          </a:ln>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tIns="252095" numCol="1" spcCol="0" rtlCol="0" fromWordArt="0" anchor="t" anchorCtr="0" forceAA="0" compatLnSpc="1">
            <a:noAutofit/>
          </a:bodyPr>
          <a:lstStyle/>
          <a:p>
            <a:pPr lvl="0" indent="0" algn="ctr" fontAlgn="auto">
              <a:lnSpc>
                <a:spcPct val="120000"/>
              </a:lnSpc>
              <a:buClrTx/>
              <a:buSzTx/>
              <a:buFontTx/>
            </a:pPr>
            <a:r>
              <a:rPr lang="zh-CN" altLang="en-US" sz="1000" spc="150" noProof="0" dirty="0">
                <a:ln>
                  <a:noFill/>
                </a:ln>
                <a:solidFill>
                  <a:schemeClr val="tx1">
                    <a:lumMod val="85000"/>
                    <a:lumOff val="15000"/>
                  </a:schemeClr>
                </a:solidFill>
                <a:effectLst/>
                <a:uLnTx/>
                <a:uFillTx/>
                <a:latin typeface="+mn-ea"/>
                <a:sym typeface="+mn-ea"/>
              </a:rPr>
              <a:t>对接机构整</a:t>
            </a:r>
            <a:r>
              <a:rPr lang="zh-CN" altLang="en-US" sz="1000" spc="150" noProof="0" dirty="0">
                <a:ln>
                  <a:noFill/>
                </a:ln>
                <a:solidFill>
                  <a:srgbClr val="254D97"/>
                </a:solidFill>
                <a:effectLst/>
                <a:uLnTx/>
                <a:uFillTx/>
                <a:latin typeface="+mn-ea"/>
                <a:sym typeface="+mn-ea"/>
              </a:rPr>
              <a:t>理师资信息</a:t>
            </a:r>
            <a:endParaRPr lang="zh-CN" altLang="en-US" sz="1000" spc="150" noProof="0" dirty="0">
              <a:ln>
                <a:noFill/>
              </a:ln>
              <a:solidFill>
                <a:schemeClr val="tx1">
                  <a:lumMod val="85000"/>
                  <a:lumOff val="15000"/>
                </a:schemeClr>
              </a:solidFill>
              <a:effectLst/>
              <a:uLnTx/>
              <a:uFillTx/>
              <a:latin typeface="+mn-ea"/>
              <a:sym typeface="+mn-ea"/>
            </a:endParaRPr>
          </a:p>
          <a:p>
            <a:pPr lvl="0" indent="0" algn="ctr" fontAlgn="auto">
              <a:lnSpc>
                <a:spcPct val="120000"/>
              </a:lnSpc>
              <a:buClrTx/>
              <a:buSzTx/>
              <a:buFontTx/>
            </a:pPr>
            <a:r>
              <a:rPr lang="zh-CN" altLang="en-US" sz="1000" spc="150" noProof="0" dirty="0">
                <a:ln>
                  <a:noFill/>
                </a:ln>
                <a:solidFill>
                  <a:schemeClr val="tx1">
                    <a:lumMod val="85000"/>
                    <a:lumOff val="15000"/>
                  </a:schemeClr>
                </a:solidFill>
                <a:effectLst/>
                <a:uLnTx/>
                <a:uFillTx/>
                <a:latin typeface="+mn-ea"/>
                <a:sym typeface="+mn-ea"/>
              </a:rPr>
              <a:t>备案和排班</a:t>
            </a:r>
            <a:endParaRPr lang="zh-CN" altLang="en-US" sz="1000" spc="150" noProof="0" dirty="0">
              <a:ln>
                <a:noFill/>
              </a:ln>
              <a:solidFill>
                <a:schemeClr val="tx1">
                  <a:lumMod val="85000"/>
                  <a:lumOff val="15000"/>
                </a:schemeClr>
              </a:solidFill>
              <a:effectLst/>
              <a:uLnTx/>
              <a:uFillTx/>
              <a:latin typeface="+mn-ea"/>
              <a:sym typeface="+mn-ea"/>
            </a:endParaRPr>
          </a:p>
        </p:txBody>
      </p:sp>
      <p:sp>
        <p:nvSpPr>
          <p:cNvPr id="21" name="矩形: 圆角 73"/>
          <p:cNvSpPr/>
          <p:nvPr>
            <p:custDataLst>
              <p:tags r:id="rId28"/>
            </p:custDataLst>
          </p:nvPr>
        </p:nvSpPr>
        <p:spPr>
          <a:xfrm>
            <a:off x="4956175" y="3742055"/>
            <a:ext cx="951230" cy="1100455"/>
          </a:xfrm>
          <a:prstGeom prst="roundRect">
            <a:avLst>
              <a:gd name="adj" fmla="val 7184"/>
            </a:avLst>
          </a:prstGeom>
          <a:gradFill>
            <a:gsLst>
              <a:gs pos="0">
                <a:srgbClr val="FFFFFF">
                  <a:alpha val="10000"/>
                </a:srgbClr>
              </a:gs>
              <a:gs pos="100000">
                <a:srgbClr val="FFFFFF">
                  <a:alpha val="0"/>
                </a:srgbClr>
              </a:gs>
            </a:gsLst>
            <a:lin ang="5400000" scaled="0"/>
          </a:gradFill>
          <a:ln w="15875">
            <a:gradFill flip="none" rotWithShape="1">
              <a:gsLst>
                <a:gs pos="0">
                  <a:schemeClr val="accent1">
                    <a:lumMod val="60000"/>
                    <a:lumOff val="40000"/>
                    <a:alpha val="60000"/>
                  </a:schemeClr>
                </a:gs>
                <a:gs pos="100000">
                  <a:schemeClr val="accent1">
                    <a:lumMod val="60000"/>
                    <a:lumOff val="40000"/>
                    <a:alpha val="0"/>
                  </a:schemeClr>
                </a:gs>
              </a:gsLst>
              <a:lin ang="5400000" scaled="1"/>
              <a:tileRect/>
            </a:gradFill>
          </a:ln>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lIns="0" tIns="0" rIns="0" bIns="0" numCol="1" spcCol="0" rtlCol="0" fromWordArt="0" anchor="t" anchorCtr="0" forceAA="0" compatLnSpc="1">
            <a:noAutofit/>
          </a:bodyPr>
          <a:lstStyle/>
          <a:p>
            <a:pPr lvl="0" indent="0" algn="ctr" fontAlgn="auto">
              <a:lnSpc>
                <a:spcPct val="120000"/>
              </a:lnSpc>
              <a:buClrTx/>
              <a:buSzTx/>
              <a:buFontTx/>
            </a:pPr>
            <a:endParaRPr lang="zh-CN" altLang="en-US" sz="1000" spc="150" noProof="0" dirty="0">
              <a:ln>
                <a:noFill/>
              </a:ln>
              <a:solidFill>
                <a:schemeClr val="tx1">
                  <a:lumMod val="85000"/>
                  <a:lumOff val="15000"/>
                </a:schemeClr>
              </a:solidFill>
              <a:effectLst/>
              <a:uLnTx/>
              <a:uFillTx/>
              <a:latin typeface="+mn-ea"/>
              <a:sym typeface="+mn-ea"/>
            </a:endParaRPr>
          </a:p>
          <a:p>
            <a:pPr lvl="0" indent="0" algn="ctr" fontAlgn="auto">
              <a:lnSpc>
                <a:spcPct val="120000"/>
              </a:lnSpc>
              <a:buClrTx/>
              <a:buSzTx/>
              <a:buFontTx/>
            </a:pPr>
            <a:r>
              <a:rPr lang="zh-CN" altLang="en-US" sz="1000" spc="150" noProof="0" dirty="0">
                <a:ln>
                  <a:noFill/>
                </a:ln>
                <a:solidFill>
                  <a:schemeClr val="tx1">
                    <a:lumMod val="85000"/>
                    <a:lumOff val="15000"/>
                  </a:schemeClr>
                </a:solidFill>
                <a:effectLst/>
                <a:uLnTx/>
                <a:uFillTx/>
                <a:latin typeface="+mn-ea"/>
                <a:sym typeface="+mn-ea"/>
              </a:rPr>
              <a:t>监管数据</a:t>
            </a:r>
            <a:endParaRPr lang="zh-CN" altLang="en-US" sz="1000" spc="150" noProof="0" dirty="0">
              <a:ln>
                <a:noFill/>
              </a:ln>
              <a:solidFill>
                <a:schemeClr val="tx1">
                  <a:lumMod val="85000"/>
                  <a:lumOff val="15000"/>
                </a:schemeClr>
              </a:solidFill>
              <a:effectLst/>
              <a:uLnTx/>
              <a:uFillTx/>
              <a:latin typeface="+mn-ea"/>
              <a:sym typeface="+mn-ea"/>
            </a:endParaRPr>
          </a:p>
          <a:p>
            <a:pPr lvl="0" indent="0" algn="ctr" fontAlgn="auto">
              <a:lnSpc>
                <a:spcPct val="120000"/>
              </a:lnSpc>
              <a:buClrTx/>
              <a:buSzTx/>
              <a:buFontTx/>
            </a:pPr>
            <a:r>
              <a:rPr lang="zh-CN" altLang="en-US" sz="1000" spc="150" noProof="0" dirty="0">
                <a:ln>
                  <a:noFill/>
                </a:ln>
                <a:solidFill>
                  <a:srgbClr val="254D97"/>
                </a:solidFill>
                <a:effectLst/>
                <a:uLnTx/>
                <a:uFillTx/>
                <a:latin typeface="+mn-ea"/>
                <a:sym typeface="+mn-ea"/>
              </a:rPr>
              <a:t>家长满意度</a:t>
            </a:r>
            <a:endParaRPr lang="zh-CN" altLang="en-US" sz="1000" spc="150" noProof="0" dirty="0">
              <a:ln>
                <a:noFill/>
              </a:ln>
              <a:solidFill>
                <a:schemeClr val="tx1">
                  <a:lumMod val="85000"/>
                  <a:lumOff val="15000"/>
                </a:schemeClr>
              </a:solidFill>
              <a:effectLst/>
              <a:uLnTx/>
              <a:uFillTx/>
              <a:latin typeface="+mn-ea"/>
              <a:sym typeface="+mn-ea"/>
            </a:endParaRPr>
          </a:p>
          <a:p>
            <a:pPr lvl="0" indent="0" algn="ctr" fontAlgn="auto">
              <a:lnSpc>
                <a:spcPct val="120000"/>
              </a:lnSpc>
              <a:buClrTx/>
              <a:buSzTx/>
              <a:buFontTx/>
            </a:pPr>
            <a:r>
              <a:rPr lang="zh-CN" altLang="en-US" sz="1000" spc="150" noProof="0" dirty="0">
                <a:ln>
                  <a:noFill/>
                </a:ln>
                <a:solidFill>
                  <a:schemeClr val="tx1">
                    <a:lumMod val="85000"/>
                    <a:lumOff val="15000"/>
                  </a:schemeClr>
                </a:solidFill>
                <a:effectLst/>
                <a:uLnTx/>
                <a:uFillTx/>
                <a:latin typeface="+mn-ea"/>
                <a:sym typeface="+mn-ea"/>
              </a:rPr>
              <a:t>机构服务评估</a:t>
            </a:r>
            <a:endParaRPr lang="zh-CN" altLang="en-US" sz="1000" spc="150" noProof="0" dirty="0">
              <a:ln>
                <a:noFill/>
              </a:ln>
              <a:solidFill>
                <a:schemeClr val="tx1">
                  <a:lumMod val="85000"/>
                  <a:lumOff val="15000"/>
                </a:schemeClr>
              </a:solidFill>
              <a:effectLst/>
              <a:uLnTx/>
              <a:uFillTx/>
              <a:latin typeface="+mn-ea"/>
              <a:sym typeface="+mn-ea"/>
            </a:endParaRPr>
          </a:p>
        </p:txBody>
      </p:sp>
      <p:sp>
        <p:nvSpPr>
          <p:cNvPr id="22" name="矩形: 圆角 78"/>
          <p:cNvSpPr/>
          <p:nvPr>
            <p:custDataLst>
              <p:tags r:id="rId29"/>
            </p:custDataLst>
          </p:nvPr>
        </p:nvSpPr>
        <p:spPr>
          <a:xfrm>
            <a:off x="1759585" y="4102735"/>
            <a:ext cx="902970" cy="1193165"/>
          </a:xfrm>
          <a:prstGeom prst="roundRect">
            <a:avLst>
              <a:gd name="adj" fmla="val 7184"/>
            </a:avLst>
          </a:prstGeom>
          <a:gradFill>
            <a:gsLst>
              <a:gs pos="0">
                <a:srgbClr val="FFFFFF">
                  <a:alpha val="10000"/>
                </a:srgbClr>
              </a:gs>
              <a:gs pos="100000">
                <a:srgbClr val="FFFFFF">
                  <a:alpha val="0"/>
                </a:srgbClr>
              </a:gs>
            </a:gsLst>
            <a:lin ang="5400000" scaled="0"/>
          </a:gradFill>
          <a:ln w="15875">
            <a:gradFill flip="none" rotWithShape="1">
              <a:gsLst>
                <a:gs pos="0">
                  <a:schemeClr val="accent1">
                    <a:lumMod val="60000"/>
                    <a:lumOff val="40000"/>
                    <a:alpha val="60000"/>
                  </a:schemeClr>
                </a:gs>
                <a:gs pos="100000">
                  <a:schemeClr val="accent1">
                    <a:lumMod val="60000"/>
                    <a:lumOff val="40000"/>
                    <a:alpha val="0"/>
                  </a:schemeClr>
                </a:gs>
              </a:gsLst>
              <a:lin ang="5400000" scaled="1"/>
              <a:tileRect/>
            </a:gradFill>
          </a:ln>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tIns="252095" numCol="1" spcCol="0" rtlCol="0" fromWordArt="0" anchor="t" anchorCtr="0" forceAA="0" compatLnSpc="1">
            <a:noAutofit/>
          </a:bodyPr>
          <a:lstStyle/>
          <a:p>
            <a:pPr lvl="0" indent="0" algn="ctr" fontAlgn="auto">
              <a:lnSpc>
                <a:spcPct val="120000"/>
              </a:lnSpc>
              <a:buClrTx/>
              <a:buSzTx/>
              <a:buFontTx/>
            </a:pPr>
            <a:r>
              <a:rPr lang="zh-CN" altLang="en-US" sz="1000" spc="150" noProof="0" dirty="0">
                <a:ln>
                  <a:noFill/>
                </a:ln>
                <a:solidFill>
                  <a:schemeClr val="tx1">
                    <a:lumMod val="85000"/>
                    <a:lumOff val="15000"/>
                  </a:schemeClr>
                </a:solidFill>
                <a:effectLst/>
                <a:uLnTx/>
                <a:uFillTx/>
                <a:latin typeface="+mn-ea"/>
                <a:sym typeface="+mn-ea"/>
              </a:rPr>
              <a:t>代为排课</a:t>
            </a:r>
            <a:endParaRPr lang="zh-CN" altLang="en-US" sz="1000" spc="150" noProof="0" dirty="0">
              <a:ln>
                <a:noFill/>
              </a:ln>
              <a:solidFill>
                <a:schemeClr val="tx1">
                  <a:lumMod val="85000"/>
                  <a:lumOff val="15000"/>
                </a:schemeClr>
              </a:solidFill>
              <a:effectLst/>
              <a:uLnTx/>
              <a:uFillTx/>
              <a:latin typeface="+mn-ea"/>
              <a:sym typeface="+mn-ea"/>
            </a:endParaRPr>
          </a:p>
          <a:p>
            <a:pPr lvl="0" indent="0" algn="ctr" fontAlgn="auto">
              <a:lnSpc>
                <a:spcPct val="120000"/>
              </a:lnSpc>
              <a:buClrTx/>
              <a:buSzTx/>
              <a:buFontTx/>
            </a:pPr>
            <a:r>
              <a:rPr lang="zh-CN" altLang="en-US" sz="1000" spc="150" noProof="0" dirty="0">
                <a:ln>
                  <a:noFill/>
                </a:ln>
                <a:solidFill>
                  <a:srgbClr val="254D97"/>
                </a:solidFill>
                <a:effectLst/>
                <a:uLnTx/>
                <a:uFillTx/>
                <a:latin typeface="+mn-ea"/>
                <a:sym typeface="+mn-ea"/>
              </a:rPr>
              <a:t>生成班级</a:t>
            </a:r>
            <a:endParaRPr lang="zh-CN" altLang="en-US" sz="1000" spc="150" noProof="0" dirty="0">
              <a:ln>
                <a:noFill/>
              </a:ln>
              <a:solidFill>
                <a:schemeClr val="tx1">
                  <a:lumMod val="85000"/>
                  <a:lumOff val="15000"/>
                </a:schemeClr>
              </a:solidFill>
              <a:effectLst/>
              <a:uLnTx/>
              <a:uFillTx/>
              <a:latin typeface="+mn-ea"/>
              <a:sym typeface="+mn-ea"/>
            </a:endParaRPr>
          </a:p>
          <a:p>
            <a:pPr lvl="0" indent="0" algn="ctr" fontAlgn="auto">
              <a:lnSpc>
                <a:spcPct val="120000"/>
              </a:lnSpc>
              <a:buClrTx/>
              <a:buSzTx/>
              <a:buFontTx/>
            </a:pPr>
            <a:r>
              <a:rPr lang="zh-CN" altLang="en-US" sz="1000" spc="150" noProof="0" dirty="0">
                <a:ln>
                  <a:noFill/>
                </a:ln>
                <a:solidFill>
                  <a:schemeClr val="tx1">
                    <a:lumMod val="85000"/>
                    <a:lumOff val="15000"/>
                  </a:schemeClr>
                </a:solidFill>
                <a:effectLst/>
                <a:uLnTx/>
                <a:uFillTx/>
                <a:latin typeface="+mn-ea"/>
                <a:sym typeface="+mn-ea"/>
              </a:rPr>
              <a:t>导入名单</a:t>
            </a:r>
            <a:endParaRPr lang="zh-CN" altLang="en-US" sz="1000" spc="150" noProof="0" dirty="0">
              <a:ln>
                <a:noFill/>
              </a:ln>
              <a:solidFill>
                <a:schemeClr val="tx1">
                  <a:lumMod val="85000"/>
                  <a:lumOff val="15000"/>
                </a:schemeClr>
              </a:solidFill>
              <a:effectLst/>
              <a:uLnTx/>
              <a:uFillTx/>
              <a:latin typeface="+mn-ea"/>
              <a:sym typeface="+mn-ea"/>
            </a:endParaRPr>
          </a:p>
          <a:p>
            <a:pPr lvl="0" indent="0" algn="ctr" fontAlgn="auto">
              <a:lnSpc>
                <a:spcPct val="120000"/>
              </a:lnSpc>
              <a:buClrTx/>
              <a:buSzTx/>
              <a:buFontTx/>
            </a:pPr>
            <a:r>
              <a:rPr lang="zh-CN" altLang="en-US" sz="1000" spc="150" noProof="0" dirty="0">
                <a:ln>
                  <a:noFill/>
                </a:ln>
                <a:solidFill>
                  <a:srgbClr val="254D97"/>
                </a:solidFill>
                <a:effectLst/>
                <a:uLnTx/>
                <a:uFillTx/>
                <a:latin typeface="+mn-ea"/>
                <a:sym typeface="+mn-ea"/>
              </a:rPr>
              <a:t>发布通知</a:t>
            </a:r>
            <a:endParaRPr lang="zh-CN" altLang="en-US" sz="1000" spc="150" noProof="0" dirty="0">
              <a:ln>
                <a:noFill/>
              </a:ln>
              <a:solidFill>
                <a:srgbClr val="254D97"/>
              </a:solidFill>
              <a:effectLst/>
              <a:uLnTx/>
              <a:uFillTx/>
              <a:latin typeface="+mn-ea"/>
              <a:sym typeface="+mn-ea"/>
            </a:endParaRPr>
          </a:p>
        </p:txBody>
      </p:sp>
      <p:sp>
        <p:nvSpPr>
          <p:cNvPr id="23" name="矩形: 圆角 83"/>
          <p:cNvSpPr/>
          <p:nvPr>
            <p:custDataLst>
              <p:tags r:id="rId30"/>
            </p:custDataLst>
          </p:nvPr>
        </p:nvSpPr>
        <p:spPr>
          <a:xfrm>
            <a:off x="3911894" y="4102725"/>
            <a:ext cx="903192" cy="948444"/>
          </a:xfrm>
          <a:prstGeom prst="roundRect">
            <a:avLst>
              <a:gd name="adj" fmla="val 7184"/>
            </a:avLst>
          </a:prstGeom>
          <a:gradFill>
            <a:gsLst>
              <a:gs pos="0">
                <a:srgbClr val="FFFFFF">
                  <a:alpha val="10000"/>
                </a:srgbClr>
              </a:gs>
              <a:gs pos="100000">
                <a:srgbClr val="FFFFFF">
                  <a:alpha val="0"/>
                </a:srgbClr>
              </a:gs>
            </a:gsLst>
            <a:lin ang="5400000" scaled="0"/>
          </a:gradFill>
          <a:ln w="15875">
            <a:gradFill flip="none" rotWithShape="1">
              <a:gsLst>
                <a:gs pos="0">
                  <a:schemeClr val="accent1">
                    <a:lumMod val="60000"/>
                    <a:lumOff val="40000"/>
                    <a:alpha val="60000"/>
                  </a:schemeClr>
                </a:gs>
                <a:gs pos="100000">
                  <a:schemeClr val="accent1">
                    <a:lumMod val="60000"/>
                    <a:lumOff val="40000"/>
                    <a:alpha val="0"/>
                  </a:schemeClr>
                </a:gs>
              </a:gsLst>
              <a:lin ang="5400000" scaled="1"/>
              <a:tileRect/>
            </a:gradFill>
          </a:ln>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tIns="252095" numCol="1" spcCol="0" rtlCol="0" fromWordArt="0" anchor="t" anchorCtr="0" forceAA="0" compatLnSpc="1">
            <a:noAutofit/>
          </a:bodyPr>
          <a:lstStyle/>
          <a:p>
            <a:pPr lvl="0" indent="0" algn="ctr" fontAlgn="auto">
              <a:lnSpc>
                <a:spcPct val="120000"/>
              </a:lnSpc>
              <a:buClrTx/>
              <a:buSzTx/>
              <a:buFontTx/>
            </a:pPr>
            <a:r>
              <a:rPr lang="zh-CN" altLang="en-US" sz="1000" spc="150" noProof="0" dirty="0">
                <a:ln>
                  <a:noFill/>
                </a:ln>
                <a:solidFill>
                  <a:schemeClr val="tx1">
                    <a:lumMod val="85000"/>
                    <a:lumOff val="15000"/>
                  </a:schemeClr>
                </a:solidFill>
                <a:effectLst/>
                <a:uLnTx/>
                <a:uFillTx/>
                <a:latin typeface="+mn-ea"/>
                <a:sym typeface="+mn-ea"/>
              </a:rPr>
              <a:t>整理课时</a:t>
            </a:r>
            <a:r>
              <a:rPr lang="zh-CN" altLang="en-US" sz="1000" spc="150" noProof="0" dirty="0">
                <a:ln>
                  <a:noFill/>
                </a:ln>
                <a:solidFill>
                  <a:srgbClr val="254D97"/>
                </a:solidFill>
                <a:effectLst/>
                <a:uLnTx/>
                <a:uFillTx/>
                <a:latin typeface="+mn-ea"/>
                <a:sym typeface="+mn-ea"/>
              </a:rPr>
              <a:t>对账结算</a:t>
            </a:r>
            <a:r>
              <a:rPr lang="zh-CN" altLang="en-US" sz="1000" spc="150" noProof="0" dirty="0">
                <a:ln>
                  <a:noFill/>
                </a:ln>
                <a:solidFill>
                  <a:schemeClr val="tx1">
                    <a:lumMod val="85000"/>
                    <a:lumOff val="15000"/>
                  </a:schemeClr>
                </a:solidFill>
                <a:effectLst/>
                <a:uLnTx/>
                <a:uFillTx/>
                <a:latin typeface="+mn-ea"/>
                <a:sym typeface="+mn-ea"/>
              </a:rPr>
              <a:t>生成报表</a:t>
            </a:r>
            <a:endParaRPr lang="zh-CN" altLang="en-US" sz="1000" spc="150" noProof="0" dirty="0">
              <a:ln>
                <a:noFill/>
              </a:ln>
              <a:solidFill>
                <a:schemeClr val="tx1">
                  <a:lumMod val="85000"/>
                  <a:lumOff val="15000"/>
                </a:schemeClr>
              </a:solidFill>
              <a:effectLst/>
              <a:uLnTx/>
              <a:uFillTx/>
              <a:latin typeface="+mn-ea"/>
              <a:sym typeface="+mn-ea"/>
            </a:endParaRPr>
          </a:p>
        </p:txBody>
      </p:sp>
      <p:sp>
        <p:nvSpPr>
          <p:cNvPr id="46" name="标题"/>
          <p:cNvSpPr txBox="1"/>
          <p:nvPr>
            <p:custDataLst>
              <p:tags r:id="rId31"/>
            </p:custDataLst>
          </p:nvPr>
        </p:nvSpPr>
        <p:spPr>
          <a:xfrm>
            <a:off x="690439" y="3630044"/>
            <a:ext cx="873154" cy="238428"/>
          </a:xfrm>
          <a:prstGeom prst="roundRect">
            <a:avLst>
              <a:gd name="adj" fmla="val 50000"/>
            </a:avLst>
          </a:prstGeom>
          <a:gradFill flip="none" rotWithShape="1">
            <a:gsLst>
              <a:gs pos="49000">
                <a:srgbClr val="2564A8"/>
              </a:gs>
              <a:gs pos="97902">
                <a:schemeClr val="accent1">
                  <a:lumMod val="60000"/>
                  <a:lumOff val="40000"/>
                  <a:alpha val="100000"/>
                </a:schemeClr>
              </a:gs>
              <a:gs pos="0">
                <a:schemeClr val="accent1">
                  <a:alpha val="100000"/>
                </a:schemeClr>
              </a:gs>
            </a:gsLst>
            <a:lin ang="13500000" scaled="1"/>
            <a:tileRect/>
          </a:gradFill>
          <a:effectLst>
            <a:outerShdw blurRad="63500" sx="102000" sy="102000" algn="ctr" rotWithShape="0">
              <a:schemeClr val="accent1">
                <a:alpha val="40000"/>
              </a:schemeClr>
            </a:outerShdw>
          </a:effectLst>
        </p:spPr>
        <p:txBody>
          <a:bodyPr wrap="square" lIns="0" tIns="0" rIns="0" bIns="0" rtlCol="0" anchor="ctr" anchorCtr="1">
            <a:noAutofit/>
          </a:bodyPr>
          <a:lstStyle/>
          <a:p>
            <a:pPr marL="0" marR="0" lvl="0" indent="0" algn="ctr" defTabSz="914400" rtl="0" eaLnBrk="1" fontAlgn="auto" latinLnBrk="0" hangingPunct="1">
              <a:lnSpc>
                <a:spcPct val="100000"/>
              </a:lnSpc>
              <a:spcBef>
                <a:spcPts val="0"/>
              </a:spcBef>
              <a:spcAft>
                <a:spcPts val="0"/>
              </a:spcAft>
              <a:buClrTx/>
              <a:buSzTx/>
              <a:buFontTx/>
              <a:buNone/>
            </a:pPr>
            <a:r>
              <a:rPr kumimoji="0" lang="zh-CN" altLang="en-US" sz="1200" b="1" i="0" u="none" strike="noStrike" kern="1200" cap="none" spc="300" normalizeH="0" baseline="0" noProof="0" dirty="0">
                <a:ln>
                  <a:noFill/>
                </a:ln>
                <a:solidFill>
                  <a:srgbClr val="FFFFFF"/>
                </a:solidFill>
                <a:effectLst/>
                <a:uLnTx/>
                <a:uFillTx/>
                <a:latin typeface="+mn-ea"/>
                <a:cs typeface="+mn-cs"/>
              </a:rPr>
              <a:t>系统上线</a:t>
            </a:r>
            <a:endParaRPr kumimoji="0" lang="zh-CN" altLang="en-US" sz="1200" b="1" i="0" u="none" strike="noStrike" kern="1200" cap="none" spc="300" normalizeH="0" baseline="0" noProof="0" dirty="0">
              <a:ln>
                <a:noFill/>
              </a:ln>
              <a:solidFill>
                <a:srgbClr val="FFFFFF"/>
              </a:solidFill>
              <a:effectLst/>
              <a:uLnTx/>
              <a:uFillTx/>
              <a:latin typeface="+mn-ea"/>
              <a:cs typeface="+mn-cs"/>
            </a:endParaRPr>
          </a:p>
        </p:txBody>
      </p:sp>
      <p:sp>
        <p:nvSpPr>
          <p:cNvPr id="71" name="标题"/>
          <p:cNvSpPr txBox="1"/>
          <p:nvPr>
            <p:custDataLst>
              <p:tags r:id="rId32"/>
            </p:custDataLst>
          </p:nvPr>
        </p:nvSpPr>
        <p:spPr>
          <a:xfrm>
            <a:off x="2858438" y="4063215"/>
            <a:ext cx="873154" cy="238428"/>
          </a:xfrm>
          <a:prstGeom prst="roundRect">
            <a:avLst>
              <a:gd name="adj" fmla="val 50000"/>
            </a:avLst>
          </a:prstGeom>
          <a:gradFill flip="none" rotWithShape="1">
            <a:gsLst>
              <a:gs pos="49000">
                <a:srgbClr val="2564A8"/>
              </a:gs>
              <a:gs pos="97902">
                <a:schemeClr val="accent1">
                  <a:lumMod val="60000"/>
                  <a:lumOff val="40000"/>
                  <a:alpha val="100000"/>
                </a:schemeClr>
              </a:gs>
              <a:gs pos="0">
                <a:schemeClr val="accent1">
                  <a:alpha val="100000"/>
                </a:schemeClr>
              </a:gs>
            </a:gsLst>
            <a:lin ang="13500000" scaled="1"/>
            <a:tileRect/>
          </a:gradFill>
          <a:effectLst>
            <a:outerShdw blurRad="63500" sx="102000" sy="102000" algn="ctr" rotWithShape="0">
              <a:schemeClr val="accent1">
                <a:alpha val="40000"/>
              </a:schemeClr>
            </a:outerShdw>
          </a:effectLst>
        </p:spPr>
        <p:txBody>
          <a:bodyPr wrap="square" lIns="0" tIns="0" rIns="0" bIns="0" rtlCol="0" anchor="ctr" anchorCtr="1">
            <a:noAutofit/>
          </a:bodyPr>
          <a:lstStyle>
            <a:defPPr>
              <a:defRPr lang="zh-CN"/>
            </a:defPPr>
            <a:lvl1pPr marR="0" lvl="0" indent="0" algn="ctr" fontAlgn="auto">
              <a:lnSpc>
                <a:spcPct val="100000"/>
              </a:lnSpc>
              <a:spcBef>
                <a:spcPts val="0"/>
              </a:spcBef>
              <a:spcAft>
                <a:spcPts val="0"/>
              </a:spcAft>
              <a:buClrTx/>
              <a:buSzTx/>
              <a:buFontTx/>
              <a:buNone/>
              <a:defRPr kumimoji="0" sz="1600" b="1" i="0" u="none" strike="noStrike" cap="none" spc="300" normalizeH="0" baseline="0">
                <a:ln>
                  <a:noFill/>
                </a:ln>
                <a:solidFill>
                  <a:srgbClr val="FFFFFF"/>
                </a:solidFill>
                <a:effectLst/>
                <a:uLnTx/>
                <a:uFillTx/>
                <a:latin typeface="+mj-ea"/>
                <a:ea typeface="+mj-ea"/>
              </a:defRPr>
            </a:lvl1pPr>
          </a:lstStyle>
          <a:p>
            <a:pPr algn="ctr"/>
            <a:r>
              <a:rPr lang="zh-CN" altLang="en-US" sz="1200">
                <a:sym typeface="+mn-ea"/>
              </a:rPr>
              <a:t>教师协同</a:t>
            </a:r>
            <a:endParaRPr lang="zh-CN" altLang="en-US" sz="1200" dirty="0">
              <a:solidFill>
                <a:srgbClr val="FFFFFF"/>
              </a:solidFill>
              <a:latin typeface="+mn-ea"/>
              <a:ea typeface="+mn-ea"/>
            </a:endParaRPr>
          </a:p>
        </p:txBody>
      </p:sp>
      <p:sp>
        <p:nvSpPr>
          <p:cNvPr id="76" name="标题"/>
          <p:cNvSpPr txBox="1"/>
          <p:nvPr>
            <p:custDataLst>
              <p:tags r:id="rId33"/>
            </p:custDataLst>
          </p:nvPr>
        </p:nvSpPr>
        <p:spPr>
          <a:xfrm>
            <a:off x="4995047" y="3579244"/>
            <a:ext cx="873154" cy="238428"/>
          </a:xfrm>
          <a:prstGeom prst="roundRect">
            <a:avLst>
              <a:gd name="adj" fmla="val 50000"/>
            </a:avLst>
          </a:prstGeom>
          <a:gradFill flip="none" rotWithShape="1">
            <a:gsLst>
              <a:gs pos="49000">
                <a:srgbClr val="2564A8"/>
              </a:gs>
              <a:gs pos="97902">
                <a:schemeClr val="accent1">
                  <a:lumMod val="60000"/>
                  <a:lumOff val="40000"/>
                  <a:alpha val="100000"/>
                </a:schemeClr>
              </a:gs>
              <a:gs pos="0">
                <a:schemeClr val="accent1">
                  <a:alpha val="100000"/>
                </a:schemeClr>
              </a:gs>
            </a:gsLst>
            <a:lin ang="13500000" scaled="1"/>
            <a:tileRect/>
          </a:gradFill>
          <a:effectLst>
            <a:outerShdw blurRad="63500" sx="102000" sy="102000" algn="ctr" rotWithShape="0">
              <a:schemeClr val="accent1">
                <a:alpha val="40000"/>
              </a:schemeClr>
            </a:outerShdw>
          </a:effectLst>
        </p:spPr>
        <p:txBody>
          <a:bodyPr wrap="square" lIns="0" tIns="0" rIns="0" bIns="0" rtlCol="0" anchor="ctr" anchorCtr="1">
            <a:noAutofit/>
          </a:bodyPr>
          <a:lstStyle>
            <a:defPPr>
              <a:defRPr lang="zh-CN"/>
            </a:defPPr>
            <a:lvl1pPr marR="0" lvl="0" indent="0" algn="ctr" fontAlgn="auto">
              <a:lnSpc>
                <a:spcPct val="100000"/>
              </a:lnSpc>
              <a:spcBef>
                <a:spcPts val="0"/>
              </a:spcBef>
              <a:spcAft>
                <a:spcPts val="0"/>
              </a:spcAft>
              <a:buClrTx/>
              <a:buSzTx/>
              <a:buFontTx/>
              <a:buNone/>
              <a:defRPr kumimoji="0" sz="1600" b="1" i="0" u="none" strike="noStrike" cap="none" spc="300" normalizeH="0" baseline="0">
                <a:ln>
                  <a:noFill/>
                </a:ln>
                <a:solidFill>
                  <a:srgbClr val="FFFFFF"/>
                </a:solidFill>
                <a:effectLst/>
                <a:uLnTx/>
                <a:uFillTx/>
                <a:latin typeface="+mj-ea"/>
                <a:ea typeface="+mj-ea"/>
              </a:defRPr>
            </a:lvl1pPr>
          </a:lstStyle>
          <a:p>
            <a:pPr algn="ctr"/>
            <a:r>
              <a:rPr lang="zh-CN" altLang="en-US" sz="1200">
                <a:sym typeface="+mn-ea"/>
              </a:rPr>
              <a:t>数据反馈</a:t>
            </a:r>
            <a:endParaRPr lang="zh-CN" altLang="en-US" sz="1200">
              <a:solidFill>
                <a:srgbClr val="FFFFFF"/>
              </a:solidFill>
              <a:latin typeface="+mn-ea"/>
              <a:ea typeface="+mn-ea"/>
            </a:endParaRPr>
          </a:p>
        </p:txBody>
      </p:sp>
      <p:sp>
        <p:nvSpPr>
          <p:cNvPr id="81" name="标题"/>
          <p:cNvSpPr txBox="1"/>
          <p:nvPr>
            <p:custDataLst>
              <p:tags r:id="rId34"/>
            </p:custDataLst>
          </p:nvPr>
        </p:nvSpPr>
        <p:spPr>
          <a:xfrm>
            <a:off x="1774835" y="3940485"/>
            <a:ext cx="873154" cy="238428"/>
          </a:xfrm>
          <a:prstGeom prst="roundRect">
            <a:avLst>
              <a:gd name="adj" fmla="val 50000"/>
            </a:avLst>
          </a:prstGeom>
          <a:gradFill flip="none" rotWithShape="1">
            <a:gsLst>
              <a:gs pos="49000">
                <a:srgbClr val="2564A8"/>
              </a:gs>
              <a:gs pos="97902">
                <a:schemeClr val="accent1">
                  <a:lumMod val="60000"/>
                  <a:lumOff val="40000"/>
                  <a:alpha val="100000"/>
                </a:schemeClr>
              </a:gs>
              <a:gs pos="0">
                <a:schemeClr val="accent1">
                  <a:alpha val="100000"/>
                </a:schemeClr>
              </a:gs>
            </a:gsLst>
            <a:lin ang="13500000" scaled="1"/>
            <a:tileRect/>
          </a:gradFill>
          <a:effectLst>
            <a:outerShdw blurRad="63500" sx="102000" sy="102000" algn="ctr" rotWithShape="0">
              <a:schemeClr val="accent1">
                <a:alpha val="40000"/>
              </a:schemeClr>
            </a:outerShdw>
          </a:effectLst>
        </p:spPr>
        <p:txBody>
          <a:bodyPr wrap="square" lIns="0" tIns="0" rIns="0" bIns="0" rtlCol="0" anchor="ctr" anchorCtr="1">
            <a:noAutofit/>
          </a:bodyPr>
          <a:lstStyle>
            <a:defPPr>
              <a:defRPr lang="zh-CN"/>
            </a:defPPr>
            <a:lvl1pPr marR="0" lvl="0" indent="0" algn="ctr" fontAlgn="auto">
              <a:lnSpc>
                <a:spcPct val="100000"/>
              </a:lnSpc>
              <a:spcBef>
                <a:spcPts val="0"/>
              </a:spcBef>
              <a:spcAft>
                <a:spcPts val="0"/>
              </a:spcAft>
              <a:buClrTx/>
              <a:buSzTx/>
              <a:buFontTx/>
              <a:buNone/>
              <a:defRPr kumimoji="0" sz="1600" b="1" i="0" u="none" strike="noStrike" cap="none" spc="300" normalizeH="0" baseline="0">
                <a:ln>
                  <a:noFill/>
                </a:ln>
                <a:solidFill>
                  <a:srgbClr val="FFFFFF"/>
                </a:solidFill>
                <a:effectLst/>
                <a:uLnTx/>
                <a:uFillTx/>
                <a:latin typeface="+mj-ea"/>
                <a:ea typeface="+mj-ea"/>
              </a:defRPr>
            </a:lvl1pPr>
          </a:lstStyle>
          <a:p>
            <a:pPr lvl="0" algn="ctr"/>
            <a:r>
              <a:rPr lang="zh-CN" altLang="en-US" sz="1200">
                <a:sym typeface="+mn-ea"/>
              </a:rPr>
              <a:t>排课报名</a:t>
            </a:r>
            <a:endParaRPr lang="zh-CN" altLang="en-US" sz="1200" dirty="0">
              <a:solidFill>
                <a:srgbClr val="FFFFFF"/>
              </a:solidFill>
              <a:latin typeface="+mn-ea"/>
              <a:ea typeface="+mn-ea"/>
              <a:sym typeface="+mn-ea"/>
            </a:endParaRPr>
          </a:p>
        </p:txBody>
      </p:sp>
      <p:sp>
        <p:nvSpPr>
          <p:cNvPr id="86" name="标题"/>
          <p:cNvSpPr txBox="1"/>
          <p:nvPr>
            <p:custDataLst>
              <p:tags r:id="rId35"/>
            </p:custDataLst>
          </p:nvPr>
        </p:nvSpPr>
        <p:spPr>
          <a:xfrm>
            <a:off x="3927026" y="3940485"/>
            <a:ext cx="873154" cy="238428"/>
          </a:xfrm>
          <a:prstGeom prst="roundRect">
            <a:avLst>
              <a:gd name="adj" fmla="val 50000"/>
            </a:avLst>
          </a:prstGeom>
          <a:gradFill flip="none" rotWithShape="1">
            <a:gsLst>
              <a:gs pos="49000">
                <a:srgbClr val="2564A8"/>
              </a:gs>
              <a:gs pos="97902">
                <a:schemeClr val="accent1">
                  <a:lumMod val="60000"/>
                  <a:lumOff val="40000"/>
                  <a:alpha val="100000"/>
                </a:schemeClr>
              </a:gs>
              <a:gs pos="0">
                <a:schemeClr val="accent1">
                  <a:alpha val="100000"/>
                </a:schemeClr>
              </a:gs>
            </a:gsLst>
            <a:lin ang="13500000" scaled="1"/>
            <a:tileRect/>
          </a:gradFill>
          <a:effectLst>
            <a:outerShdw blurRad="63500" sx="102000" sy="102000" algn="ctr" rotWithShape="0">
              <a:schemeClr val="accent1">
                <a:alpha val="40000"/>
              </a:schemeClr>
            </a:outerShdw>
          </a:effectLst>
        </p:spPr>
        <p:txBody>
          <a:bodyPr wrap="square" lIns="0" tIns="0" rIns="0" bIns="0" rtlCol="0" anchor="ctr" anchorCtr="1">
            <a:noAutofit/>
          </a:bodyPr>
          <a:lstStyle>
            <a:defPPr>
              <a:defRPr lang="zh-CN"/>
            </a:defPPr>
            <a:lvl1pPr marR="0" lvl="0" indent="0" algn="ctr" fontAlgn="auto">
              <a:lnSpc>
                <a:spcPct val="100000"/>
              </a:lnSpc>
              <a:spcBef>
                <a:spcPts val="0"/>
              </a:spcBef>
              <a:spcAft>
                <a:spcPts val="0"/>
              </a:spcAft>
              <a:buClrTx/>
              <a:buSzTx/>
              <a:buFontTx/>
              <a:buNone/>
              <a:defRPr kumimoji="0" sz="1600" b="1" i="0" u="none" strike="noStrike" cap="none" spc="300" normalizeH="0" baseline="0">
                <a:ln>
                  <a:noFill/>
                </a:ln>
                <a:solidFill>
                  <a:srgbClr val="FFFFFF"/>
                </a:solidFill>
                <a:effectLst/>
                <a:uLnTx/>
                <a:uFillTx/>
                <a:latin typeface="+mj-ea"/>
                <a:ea typeface="+mj-ea"/>
              </a:defRPr>
            </a:lvl1pPr>
          </a:lstStyle>
          <a:p>
            <a:pPr lvl="0" algn="ctr"/>
            <a:r>
              <a:rPr lang="zh-CN" altLang="en-US" sz="1200">
                <a:sym typeface="+mn-ea"/>
              </a:rPr>
              <a:t>结算流程</a:t>
            </a:r>
            <a:endParaRPr lang="zh-CN" altLang="en-US" sz="1200" dirty="0">
              <a:solidFill>
                <a:srgbClr val="FFFFFF"/>
              </a:solidFill>
              <a:latin typeface="+mn-ea"/>
              <a:ea typeface="+mn-ea"/>
              <a:sym typeface="+mn-ea"/>
            </a:endParaRPr>
          </a:p>
        </p:txBody>
      </p:sp>
      <p:pic>
        <p:nvPicPr>
          <p:cNvPr id="24" name="图形 11" descr="343439383331313b343532303033323bd3a6d3c3b9dcc0ed"/>
          <p:cNvPicPr>
            <a:picLocks noChangeAspect="1"/>
          </p:cNvPicPr>
          <p:nvPr>
            <p:custDataLst>
              <p:tags r:id="rId36"/>
            </p:custDataLst>
          </p:nvPr>
        </p:nvPicPr>
        <p:blipFill>
          <a:blip r:embed="rId37">
            <a:extLst>
              <a:ext uri="{96DAC541-7B7A-43D3-8B79-37D633B846F1}">
                <asvg:svgBlip xmlns:asvg="http://schemas.microsoft.com/office/drawing/2016/SVG/main" r:embed="rId38"/>
              </a:ext>
            </a:extLst>
          </a:blip>
          <a:stretch>
            <a:fillRect/>
          </a:stretch>
        </p:blipFill>
        <p:spPr>
          <a:xfrm>
            <a:off x="3038554" y="2583720"/>
            <a:ext cx="484125" cy="484125"/>
          </a:xfrm>
          <a:prstGeom prst="rect">
            <a:avLst/>
          </a:prstGeom>
        </p:spPr>
      </p:pic>
      <p:sp>
        <p:nvSpPr>
          <p:cNvPr id="25" name="文本框 24"/>
          <p:cNvSpPr txBox="1"/>
          <p:nvPr/>
        </p:nvSpPr>
        <p:spPr>
          <a:xfrm>
            <a:off x="673735" y="1584960"/>
            <a:ext cx="5205095" cy="588645"/>
          </a:xfrm>
          <a:prstGeom prst="rect">
            <a:avLst/>
          </a:prstGeom>
          <a:noFill/>
        </p:spPr>
        <p:txBody>
          <a:bodyPr wrap="square" rtlCol="0" anchor="t">
            <a:noAutofit/>
          </a:bodyPr>
          <a:p>
            <a:pPr>
              <a:lnSpc>
                <a:spcPct val="150000"/>
              </a:lnSpc>
            </a:pPr>
            <a:r>
              <a:rPr lang="zh-CN" altLang="en-US" sz="1400">
                <a:latin typeface="+mn-ea"/>
                <a:cs typeface="+mn-ea"/>
                <a:sym typeface="+mn-ea"/>
              </a:rPr>
              <a:t>我们</a:t>
            </a:r>
            <a:r>
              <a:rPr lang="zh-CN" altLang="en-US" sz="1400" b="1">
                <a:latin typeface="+mn-ea"/>
                <a:cs typeface="+mn-ea"/>
                <a:sym typeface="+mn-ea"/>
              </a:rPr>
              <a:t>服务</a:t>
            </a:r>
            <a:r>
              <a:rPr lang="zh-CN" altLang="en-US" sz="1400">
                <a:latin typeface="+mn-ea"/>
                <a:cs typeface="+mn-ea"/>
                <a:sym typeface="+mn-ea"/>
              </a:rPr>
              <a:t>的对象以学校为主，</a:t>
            </a:r>
            <a:r>
              <a:rPr lang="zh-CN" altLang="en-US" sz="1400">
                <a:latin typeface="+mn-ea"/>
                <a:cs typeface="+mn-ea"/>
                <a:sym typeface="+mn-ea"/>
              </a:rPr>
              <a:t>旨在解决平台</a:t>
            </a:r>
            <a:r>
              <a:rPr lang="en-US" altLang="zh-CN" sz="1400">
                <a:latin typeface="+mn-ea"/>
                <a:cs typeface="+mn-ea"/>
                <a:sym typeface="+mn-ea"/>
              </a:rPr>
              <a:t>“</a:t>
            </a:r>
            <a:r>
              <a:rPr lang="zh-CN" altLang="en-US" sz="1400">
                <a:latin typeface="+mn-ea"/>
                <a:cs typeface="+mn-ea"/>
                <a:sym typeface="+mn-ea"/>
              </a:rPr>
              <a:t>能用、好用、持续用</a:t>
            </a:r>
            <a:r>
              <a:rPr lang="en-US" altLang="zh-CN" sz="1400">
                <a:latin typeface="+mn-ea"/>
                <a:cs typeface="+mn-ea"/>
                <a:sym typeface="+mn-ea"/>
              </a:rPr>
              <a:t>”</a:t>
            </a:r>
            <a:r>
              <a:rPr lang="zh-CN" altLang="en-US" sz="1400">
                <a:latin typeface="+mn-ea"/>
                <a:cs typeface="+mn-ea"/>
                <a:sym typeface="+mn-ea"/>
              </a:rPr>
              <a:t>的核心问题</a:t>
            </a:r>
            <a:endParaRPr lang="zh-CN" altLang="en-US" sz="1400">
              <a:latin typeface="+mn-ea"/>
              <a:cs typeface="+mn-ea"/>
              <a:sym typeface="+mn-ea"/>
            </a:endParaRPr>
          </a:p>
        </p:txBody>
      </p:sp>
      <p:grpSp>
        <p:nvGrpSpPr>
          <p:cNvPr id="26" name="组合 25"/>
          <p:cNvGrpSpPr/>
          <p:nvPr/>
        </p:nvGrpSpPr>
        <p:grpSpPr>
          <a:xfrm>
            <a:off x="6436360" y="1191260"/>
            <a:ext cx="4967605" cy="354330"/>
            <a:chOff x="1814" y="1567"/>
            <a:chExt cx="7823" cy="558"/>
          </a:xfrm>
        </p:grpSpPr>
        <p:sp>
          <p:nvSpPr>
            <p:cNvPr id="27" name="文本框 26"/>
            <p:cNvSpPr txBox="1"/>
            <p:nvPr/>
          </p:nvSpPr>
          <p:spPr>
            <a:xfrm>
              <a:off x="2213" y="1567"/>
              <a:ext cx="7424" cy="558"/>
            </a:xfrm>
            <a:prstGeom prst="rect">
              <a:avLst/>
            </a:prstGeom>
            <a:noFill/>
          </p:spPr>
          <p:txBody>
            <a:bodyPr wrap="square" rtlCol="0">
              <a:noAutofit/>
            </a:bodyPr>
            <a:p>
              <a:pPr algn="l"/>
              <a:r>
                <a:rPr lang="zh-CN" altLang="en-US" sz="1600" b="1">
                  <a:solidFill>
                    <a:srgbClr val="285AA1"/>
                  </a:solidFill>
                </a:rPr>
                <a:t>运营能力：从服务交付到满意转化的关键抓手</a:t>
              </a:r>
              <a:endParaRPr lang="zh-CN" altLang="en-US" sz="1600" b="1">
                <a:solidFill>
                  <a:srgbClr val="285AA1"/>
                </a:solidFill>
              </a:endParaRPr>
            </a:p>
          </p:txBody>
        </p:sp>
        <p:pic>
          <p:nvPicPr>
            <p:cNvPr id="28" name="图片 27" descr="资源 19"/>
            <p:cNvPicPr>
              <a:picLocks noChangeAspect="1"/>
            </p:cNvPicPr>
            <p:nvPr>
              <p:custDataLst>
                <p:tags r:id="rId39"/>
              </p:custDataLst>
            </p:nvPr>
          </p:nvPicPr>
          <p:blipFill>
            <a:blip r:embed="rId3"/>
            <a:stretch>
              <a:fillRect/>
            </a:stretch>
          </p:blipFill>
          <p:spPr>
            <a:xfrm>
              <a:off x="1814" y="1606"/>
              <a:ext cx="439" cy="440"/>
            </a:xfrm>
            <a:prstGeom prst="rect">
              <a:avLst/>
            </a:prstGeom>
          </p:spPr>
        </p:pic>
      </p:grpSp>
      <p:sp>
        <p:nvSpPr>
          <p:cNvPr id="29" name="文本框 28"/>
          <p:cNvSpPr txBox="1"/>
          <p:nvPr/>
        </p:nvSpPr>
        <p:spPr>
          <a:xfrm>
            <a:off x="6339840" y="5688965"/>
            <a:ext cx="5629910" cy="899795"/>
          </a:xfrm>
          <a:prstGeom prst="rect">
            <a:avLst/>
          </a:prstGeom>
          <a:noFill/>
        </p:spPr>
        <p:txBody>
          <a:bodyPr wrap="square" rtlCol="0" anchor="t">
            <a:noAutofit/>
          </a:bodyPr>
          <a:p>
            <a:pPr algn="l">
              <a:lnSpc>
                <a:spcPct val="150000"/>
              </a:lnSpc>
            </a:pPr>
            <a:r>
              <a:rPr lang="zh-CN" altLang="en-US" sz="1400">
                <a:sym typeface="+mn-ea"/>
              </a:rPr>
              <a:t>目标：</a:t>
            </a:r>
            <a:r>
              <a:rPr lang="zh-CN" altLang="en-US" sz="1400">
                <a:sym typeface="+mn-ea"/>
              </a:rPr>
              <a:t>提高课程质量、提升家长满意度与报课率，支撑教育治理闭环</a:t>
            </a:r>
            <a:r>
              <a:rPr lang="zh-CN" altLang="en-US" sz="1400">
                <a:sym typeface="+mn-ea"/>
              </a:rPr>
              <a:t>。</a:t>
            </a:r>
            <a:endParaRPr lang="zh-CN" altLang="en-US" sz="1400">
              <a:sym typeface="+mn-ea"/>
            </a:endParaRPr>
          </a:p>
        </p:txBody>
      </p:sp>
      <p:sp>
        <p:nvSpPr>
          <p:cNvPr id="82" name="文本框 81"/>
          <p:cNvSpPr txBox="1"/>
          <p:nvPr/>
        </p:nvSpPr>
        <p:spPr>
          <a:xfrm>
            <a:off x="6436360" y="1584960"/>
            <a:ext cx="5205095" cy="426085"/>
          </a:xfrm>
          <a:prstGeom prst="rect">
            <a:avLst/>
          </a:prstGeom>
          <a:noFill/>
        </p:spPr>
        <p:txBody>
          <a:bodyPr wrap="square" rtlCol="0" anchor="t">
            <a:noAutofit/>
          </a:bodyPr>
          <a:p>
            <a:pPr>
              <a:lnSpc>
                <a:spcPct val="150000"/>
              </a:lnSpc>
            </a:pPr>
            <a:r>
              <a:rPr lang="zh-CN" altLang="en-US" sz="1400" b="1">
                <a:sym typeface="+mn-ea"/>
              </a:rPr>
              <a:t>运营</a:t>
            </a:r>
            <a:r>
              <a:rPr lang="zh-CN" altLang="en-US" sz="1400">
                <a:sym typeface="+mn-ea"/>
              </a:rPr>
              <a:t>是我们平台长期价值释放与业务可持续增长的关键部分。</a:t>
            </a:r>
            <a:endParaRPr lang="zh-CN" altLang="en-US" sz="1400">
              <a:latin typeface="+mn-ea"/>
              <a:cs typeface="+mn-ea"/>
              <a:sym typeface="+mn-ea"/>
            </a:endParaRPr>
          </a:p>
        </p:txBody>
      </p:sp>
      <p:sp>
        <p:nvSpPr>
          <p:cNvPr id="119" name="矩形: 圆角 29"/>
          <p:cNvSpPr/>
          <p:nvPr>
            <p:custDataLst>
              <p:tags r:id="rId40"/>
            </p:custDataLst>
          </p:nvPr>
        </p:nvSpPr>
        <p:spPr>
          <a:xfrm>
            <a:off x="6446520" y="2625725"/>
            <a:ext cx="1635760" cy="1103630"/>
          </a:xfrm>
          <a:prstGeom prst="roundRect">
            <a:avLst>
              <a:gd name="adj" fmla="val 6098"/>
            </a:avLst>
          </a:prstGeom>
          <a:noFill/>
          <a:ln>
            <a:solidFill>
              <a:schemeClr val="accent1">
                <a:alpha val="4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90170" tIns="46990" rIns="90170" bIns="46990" numCol="1" spcCol="0" rtlCol="0" fromWordArt="0" anchor="ctr" anchorCtr="0" forceAA="0" compatLnSpc="1">
            <a:noAutofit/>
          </a:bodyPr>
          <a:lstStyle/>
          <a:p>
            <a:pPr marL="0" algn="just" rtl="0" eaLnBrk="1" latinLnBrk="0" hangingPunct="1">
              <a:lnSpc>
                <a:spcPct val="150000"/>
              </a:lnSpc>
              <a:spcBef>
                <a:spcPts val="0"/>
              </a:spcBef>
              <a:spcAft>
                <a:spcPts val="0"/>
              </a:spcAft>
            </a:pPr>
            <a:r>
              <a:rPr lang="zh-CN" altLang="en-US" sz="1000" kern="0" dirty="0">
                <a:ln>
                  <a:noFill/>
                  <a:prstDash val="sysDot"/>
                </a:ln>
                <a:solidFill>
                  <a:schemeClr val="tx1">
                    <a:lumMod val="85000"/>
                    <a:lumOff val="15000"/>
                  </a:schemeClr>
                </a:solidFill>
                <a:effectLst/>
                <a:latin typeface="+mn-ea"/>
                <a:cs typeface="+mn-ea"/>
                <a:sym typeface="+mn-ea"/>
              </a:rPr>
              <a:t>引入专业机构，制定一校一案，协助学校建设课程体系，实现教育部要求</a:t>
            </a:r>
            <a:endParaRPr lang="zh-CN" altLang="en-US" sz="1000" kern="0" dirty="0">
              <a:ln>
                <a:noFill/>
                <a:prstDash val="sysDot"/>
              </a:ln>
              <a:solidFill>
                <a:schemeClr val="tx1">
                  <a:lumMod val="85000"/>
                  <a:lumOff val="15000"/>
                </a:schemeClr>
              </a:solidFill>
              <a:effectLst/>
              <a:latin typeface="+mn-ea"/>
              <a:cs typeface="+mn-ea"/>
              <a:sym typeface="+mn-ea"/>
            </a:endParaRPr>
          </a:p>
        </p:txBody>
      </p:sp>
      <p:sp>
        <p:nvSpPr>
          <p:cNvPr id="120" name="标题"/>
          <p:cNvSpPr/>
          <p:nvPr>
            <p:custDataLst>
              <p:tags r:id="rId41"/>
            </p:custDataLst>
          </p:nvPr>
        </p:nvSpPr>
        <p:spPr>
          <a:xfrm>
            <a:off x="6624999" y="2464174"/>
            <a:ext cx="1279338" cy="314167"/>
          </a:xfrm>
          <a:prstGeom prst="roundRect">
            <a:avLst>
              <a:gd name="adj" fmla="val 50000"/>
            </a:avLst>
          </a:prstGeom>
          <a:solidFill>
            <a:srgbClr val="254D97"/>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0" tIns="0" rIns="0" bIns="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spcBef>
                <a:spcPct val="0"/>
              </a:spcBef>
              <a:spcAft>
                <a:spcPct val="0"/>
              </a:spcAft>
            </a:pPr>
            <a:r>
              <a:rPr lang="zh-CN" altLang="en-US" sz="1200" b="1" dirty="0">
                <a:solidFill>
                  <a:srgbClr val="FFFFFF"/>
                </a:solidFill>
                <a:uFillTx/>
                <a:latin typeface="+mn-ea"/>
                <a:cs typeface="+mn-ea"/>
                <a:sym typeface="+mn-ea"/>
              </a:rPr>
              <a:t>课程框架设计</a:t>
            </a:r>
            <a:endParaRPr lang="zh-CN" altLang="en-US" sz="1200" b="1" dirty="0">
              <a:solidFill>
                <a:srgbClr val="FFFFFF"/>
              </a:solidFill>
              <a:uFillTx/>
              <a:latin typeface="+mn-ea"/>
              <a:cs typeface="+mn-ea"/>
              <a:sym typeface="+mn-ea"/>
            </a:endParaRPr>
          </a:p>
        </p:txBody>
      </p:sp>
      <p:sp>
        <p:nvSpPr>
          <p:cNvPr id="121" name="矩形: 圆角 1"/>
          <p:cNvSpPr/>
          <p:nvPr>
            <p:custDataLst>
              <p:tags r:id="rId42"/>
            </p:custDataLst>
          </p:nvPr>
        </p:nvSpPr>
        <p:spPr>
          <a:xfrm>
            <a:off x="8254365" y="2625725"/>
            <a:ext cx="1635760" cy="1103630"/>
          </a:xfrm>
          <a:prstGeom prst="roundRect">
            <a:avLst>
              <a:gd name="adj" fmla="val 6098"/>
            </a:avLst>
          </a:prstGeom>
          <a:noFill/>
          <a:ln>
            <a:solidFill>
              <a:schemeClr val="accent1">
                <a:alpha val="4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90170" tIns="46990" rIns="90170" bIns="46990" numCol="1" spcCol="0" rtlCol="0" fromWordArt="0" anchor="ctr" anchorCtr="0" forceAA="0" compatLnSpc="1">
            <a:noAutofit/>
          </a:bodyPr>
          <a:lstStyle/>
          <a:p>
            <a:pPr lvl="0" algn="just">
              <a:lnSpc>
                <a:spcPct val="150000"/>
              </a:lnSpc>
              <a:spcBef>
                <a:spcPts val="0"/>
              </a:spcBef>
              <a:spcAft>
                <a:spcPts val="0"/>
              </a:spcAft>
              <a:buClrTx/>
              <a:buSzTx/>
              <a:buFontTx/>
            </a:pPr>
            <a:r>
              <a:rPr lang="zh-CN" altLang="en-US" sz="1000" kern="0" dirty="0">
                <a:ln>
                  <a:noFill/>
                  <a:prstDash val="sysDot"/>
                </a:ln>
                <a:solidFill>
                  <a:schemeClr val="tx1">
                    <a:lumMod val="85000"/>
                    <a:lumOff val="15000"/>
                  </a:schemeClr>
                </a:solidFill>
                <a:effectLst/>
                <a:latin typeface="+mn-ea"/>
                <a:cs typeface="+mn-ea"/>
                <a:sym typeface="+mn-ea"/>
              </a:rPr>
              <a:t>构建区域教师库，含校内、外教师、社会师资、师资调度与评价</a:t>
            </a:r>
            <a:endParaRPr lang="zh-CN" altLang="en-US" sz="1000" kern="0" dirty="0">
              <a:ln>
                <a:noFill/>
                <a:prstDash val="sysDot"/>
              </a:ln>
              <a:solidFill>
                <a:schemeClr val="tx1">
                  <a:lumMod val="85000"/>
                  <a:lumOff val="15000"/>
                </a:schemeClr>
              </a:solidFill>
              <a:effectLst/>
              <a:latin typeface="+mn-ea"/>
              <a:cs typeface="+mn-ea"/>
              <a:sym typeface="+mn-ea"/>
            </a:endParaRPr>
          </a:p>
        </p:txBody>
      </p:sp>
      <p:sp>
        <p:nvSpPr>
          <p:cNvPr id="122" name="标题"/>
          <p:cNvSpPr/>
          <p:nvPr>
            <p:custDataLst>
              <p:tags r:id="rId43"/>
            </p:custDataLst>
          </p:nvPr>
        </p:nvSpPr>
        <p:spPr>
          <a:xfrm>
            <a:off x="8432685" y="2464174"/>
            <a:ext cx="1279338" cy="314167"/>
          </a:xfrm>
          <a:prstGeom prst="roundRect">
            <a:avLst>
              <a:gd name="adj" fmla="val 50000"/>
            </a:avLst>
          </a:prstGeom>
          <a:solidFill>
            <a:srgbClr val="254D97"/>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0" tIns="0" rIns="0" bIns="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spcBef>
                <a:spcPct val="0"/>
              </a:spcBef>
              <a:spcAft>
                <a:spcPct val="0"/>
              </a:spcAft>
            </a:pPr>
            <a:r>
              <a:rPr lang="zh-CN" altLang="en-US" sz="1200" b="1" dirty="0">
                <a:solidFill>
                  <a:srgbClr val="FFFFFF"/>
                </a:solidFill>
                <a:uFillTx/>
                <a:latin typeface="+mn-ea"/>
                <a:cs typeface="+mn-ea"/>
                <a:sym typeface="+mn-ea"/>
              </a:rPr>
              <a:t>师资培训管理</a:t>
            </a:r>
            <a:endParaRPr lang="zh-CN" altLang="en-US" sz="1200" b="1" dirty="0">
              <a:solidFill>
                <a:srgbClr val="FFFFFF"/>
              </a:solidFill>
              <a:uFillTx/>
              <a:latin typeface="+mn-ea"/>
              <a:cs typeface="+mn-ea"/>
              <a:sym typeface="+mn-ea"/>
            </a:endParaRPr>
          </a:p>
        </p:txBody>
      </p:sp>
      <p:sp>
        <p:nvSpPr>
          <p:cNvPr id="123" name="矩形: 圆角 11"/>
          <p:cNvSpPr/>
          <p:nvPr>
            <p:custDataLst>
              <p:tags r:id="rId44"/>
            </p:custDataLst>
          </p:nvPr>
        </p:nvSpPr>
        <p:spPr>
          <a:xfrm>
            <a:off x="10032365" y="2625725"/>
            <a:ext cx="1635760" cy="1103630"/>
          </a:xfrm>
          <a:prstGeom prst="roundRect">
            <a:avLst>
              <a:gd name="adj" fmla="val 6098"/>
            </a:avLst>
          </a:prstGeom>
          <a:noFill/>
          <a:ln>
            <a:solidFill>
              <a:schemeClr val="accent1">
                <a:alpha val="4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90170" tIns="46990" rIns="90170" bIns="46990" numCol="1" spcCol="0" rtlCol="0" fromWordArt="0" anchor="ctr" anchorCtr="0" forceAA="0" compatLnSpc="1">
            <a:noAutofit/>
          </a:bodyPr>
          <a:lstStyle/>
          <a:p>
            <a:pPr lvl="0" algn="just">
              <a:lnSpc>
                <a:spcPct val="150000"/>
              </a:lnSpc>
              <a:spcBef>
                <a:spcPts val="0"/>
              </a:spcBef>
              <a:spcAft>
                <a:spcPts val="0"/>
              </a:spcAft>
              <a:buClrTx/>
              <a:buSzTx/>
              <a:buFontTx/>
            </a:pPr>
            <a:r>
              <a:rPr lang="zh-CN" altLang="en-US" sz="1000" kern="0" dirty="0">
                <a:ln>
                  <a:noFill/>
                  <a:prstDash val="sysDot"/>
                </a:ln>
                <a:solidFill>
                  <a:schemeClr val="tx1">
                    <a:lumMod val="85000"/>
                    <a:lumOff val="15000"/>
                  </a:schemeClr>
                </a:solidFill>
                <a:effectLst/>
                <a:latin typeface="+mn-ea"/>
                <a:cs typeface="+mn-ea"/>
                <a:sym typeface="+mn-ea"/>
              </a:rPr>
              <a:t>协助学校合理排课、优化时段、提高整体报名率与出勤率</a:t>
            </a:r>
            <a:endParaRPr lang="zh-CN" altLang="en-US" sz="1000" kern="0" dirty="0">
              <a:ln>
                <a:noFill/>
                <a:prstDash val="sysDot"/>
              </a:ln>
              <a:solidFill>
                <a:schemeClr val="tx1">
                  <a:lumMod val="85000"/>
                  <a:lumOff val="15000"/>
                </a:schemeClr>
              </a:solidFill>
              <a:effectLst/>
              <a:latin typeface="+mn-ea"/>
              <a:cs typeface="+mn-ea"/>
              <a:sym typeface="+mn-ea"/>
            </a:endParaRPr>
          </a:p>
        </p:txBody>
      </p:sp>
      <p:sp>
        <p:nvSpPr>
          <p:cNvPr id="124" name="标题"/>
          <p:cNvSpPr/>
          <p:nvPr>
            <p:custDataLst>
              <p:tags r:id="rId45"/>
            </p:custDataLst>
          </p:nvPr>
        </p:nvSpPr>
        <p:spPr>
          <a:xfrm>
            <a:off x="10210902" y="2464174"/>
            <a:ext cx="1279338" cy="314167"/>
          </a:xfrm>
          <a:prstGeom prst="roundRect">
            <a:avLst>
              <a:gd name="adj" fmla="val 50000"/>
            </a:avLst>
          </a:prstGeom>
          <a:solidFill>
            <a:srgbClr val="254D97"/>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0" tIns="0" rIns="0" bIns="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spcBef>
                <a:spcPct val="0"/>
              </a:spcBef>
              <a:spcAft>
                <a:spcPct val="0"/>
              </a:spcAft>
            </a:pPr>
            <a:r>
              <a:rPr lang="zh-CN" altLang="en-US" sz="1200" b="1">
                <a:solidFill>
                  <a:srgbClr val="FFFFFF"/>
                </a:solidFill>
                <a:uFillTx/>
                <a:latin typeface="+mn-ea"/>
                <a:cs typeface="+mn-ea"/>
                <a:sym typeface="+mn-ea"/>
              </a:rPr>
              <a:t>课程安排调度</a:t>
            </a:r>
            <a:endParaRPr lang="zh-CN" altLang="en-US" sz="1200" b="1">
              <a:solidFill>
                <a:srgbClr val="FFFFFF"/>
              </a:solidFill>
              <a:uFillTx/>
              <a:latin typeface="+mn-ea"/>
              <a:cs typeface="+mn-ea"/>
              <a:sym typeface="+mn-ea"/>
            </a:endParaRPr>
          </a:p>
        </p:txBody>
      </p:sp>
      <p:sp>
        <p:nvSpPr>
          <p:cNvPr id="125" name="矩形: 圆角 17"/>
          <p:cNvSpPr/>
          <p:nvPr>
            <p:custDataLst>
              <p:tags r:id="rId46"/>
            </p:custDataLst>
          </p:nvPr>
        </p:nvSpPr>
        <p:spPr>
          <a:xfrm>
            <a:off x="6444615" y="4050665"/>
            <a:ext cx="1635760" cy="1094740"/>
          </a:xfrm>
          <a:prstGeom prst="roundRect">
            <a:avLst>
              <a:gd name="adj" fmla="val 6098"/>
            </a:avLst>
          </a:prstGeom>
          <a:noFill/>
          <a:ln>
            <a:solidFill>
              <a:schemeClr val="accent1">
                <a:alpha val="4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90170" tIns="46990" rIns="90170" bIns="46990" numCol="1" spcCol="0" rtlCol="0" fromWordArt="0" anchor="ctr" anchorCtr="0" forceAA="0" compatLnSpc="1">
            <a:noAutofit/>
          </a:bodyPr>
          <a:lstStyle/>
          <a:p>
            <a:pPr lvl="0" algn="just">
              <a:lnSpc>
                <a:spcPct val="150000"/>
              </a:lnSpc>
              <a:spcBef>
                <a:spcPts val="0"/>
              </a:spcBef>
              <a:spcAft>
                <a:spcPts val="0"/>
              </a:spcAft>
              <a:buClrTx/>
              <a:buSzTx/>
              <a:buFontTx/>
            </a:pPr>
            <a:r>
              <a:rPr lang="zh-CN" altLang="en-US" sz="1000" kern="0" dirty="0">
                <a:ln>
                  <a:noFill/>
                  <a:prstDash val="sysDot"/>
                </a:ln>
                <a:solidFill>
                  <a:schemeClr val="tx1">
                    <a:lumMod val="85000"/>
                    <a:lumOff val="15000"/>
                  </a:schemeClr>
                </a:solidFill>
                <a:effectLst/>
                <a:latin typeface="+mn-ea"/>
                <a:cs typeface="+mn-ea"/>
                <a:sym typeface="+mn-ea"/>
              </a:rPr>
              <a:t>实施家校信息联动，消息推送、课程通知、反馈采集、满意度调查</a:t>
            </a:r>
            <a:endParaRPr lang="zh-CN" altLang="en-US" sz="1000" kern="0" dirty="0">
              <a:ln>
                <a:noFill/>
                <a:prstDash val="sysDot"/>
              </a:ln>
              <a:solidFill>
                <a:schemeClr val="tx1">
                  <a:lumMod val="85000"/>
                  <a:lumOff val="15000"/>
                </a:schemeClr>
              </a:solidFill>
              <a:effectLst/>
              <a:latin typeface="+mn-ea"/>
              <a:cs typeface="+mn-ea"/>
              <a:sym typeface="+mn-ea"/>
            </a:endParaRPr>
          </a:p>
        </p:txBody>
      </p:sp>
      <p:sp>
        <p:nvSpPr>
          <p:cNvPr id="126" name="标题"/>
          <p:cNvSpPr/>
          <p:nvPr>
            <p:custDataLst>
              <p:tags r:id="rId47"/>
            </p:custDataLst>
          </p:nvPr>
        </p:nvSpPr>
        <p:spPr>
          <a:xfrm>
            <a:off x="6622544" y="3893238"/>
            <a:ext cx="1279338" cy="314167"/>
          </a:xfrm>
          <a:prstGeom prst="roundRect">
            <a:avLst>
              <a:gd name="adj" fmla="val 50000"/>
            </a:avLst>
          </a:prstGeom>
          <a:solidFill>
            <a:srgbClr val="254D97"/>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0" tIns="0" rIns="0" bIns="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spcBef>
                <a:spcPct val="0"/>
              </a:spcBef>
              <a:spcAft>
                <a:spcPct val="0"/>
              </a:spcAft>
            </a:pPr>
            <a:r>
              <a:rPr lang="zh-CN" altLang="en-US" sz="1200" b="1" dirty="0">
                <a:solidFill>
                  <a:srgbClr val="FFFFFF"/>
                </a:solidFill>
                <a:uFillTx/>
                <a:latin typeface="+mn-ea"/>
                <a:cs typeface="+mn-ea"/>
                <a:sym typeface="+mn-ea"/>
              </a:rPr>
              <a:t>家长沟通反馈</a:t>
            </a:r>
            <a:endParaRPr lang="zh-CN" altLang="en-US" sz="1200" b="1" dirty="0">
              <a:solidFill>
                <a:srgbClr val="FFFFFF"/>
              </a:solidFill>
              <a:uFillTx/>
              <a:latin typeface="+mn-ea"/>
              <a:cs typeface="+mn-ea"/>
              <a:sym typeface="+mn-ea"/>
            </a:endParaRPr>
          </a:p>
        </p:txBody>
      </p:sp>
      <p:sp>
        <p:nvSpPr>
          <p:cNvPr id="127" name="矩形: 圆角 20"/>
          <p:cNvSpPr/>
          <p:nvPr>
            <p:custDataLst>
              <p:tags r:id="rId48"/>
            </p:custDataLst>
          </p:nvPr>
        </p:nvSpPr>
        <p:spPr>
          <a:xfrm>
            <a:off x="8222615" y="4050665"/>
            <a:ext cx="1635760" cy="1094740"/>
          </a:xfrm>
          <a:prstGeom prst="roundRect">
            <a:avLst>
              <a:gd name="adj" fmla="val 6098"/>
            </a:avLst>
          </a:prstGeom>
          <a:noFill/>
          <a:ln>
            <a:solidFill>
              <a:schemeClr val="accent1">
                <a:alpha val="4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90170" tIns="46990" rIns="90170" bIns="46990" numCol="1" spcCol="0" rtlCol="0" fromWordArt="0" anchor="ctr" anchorCtr="0" forceAA="0" compatLnSpc="1">
            <a:noAutofit/>
          </a:bodyPr>
          <a:lstStyle/>
          <a:p>
            <a:pPr lvl="0" algn="just">
              <a:lnSpc>
                <a:spcPct val="150000"/>
              </a:lnSpc>
              <a:spcBef>
                <a:spcPts val="0"/>
              </a:spcBef>
              <a:spcAft>
                <a:spcPts val="0"/>
              </a:spcAft>
              <a:buClrTx/>
              <a:buSzTx/>
              <a:buFontTx/>
            </a:pPr>
            <a:r>
              <a:rPr lang="zh-CN" altLang="en-US" sz="1000" kern="0" dirty="0">
                <a:ln>
                  <a:noFill/>
                  <a:prstDash val="sysDot"/>
                </a:ln>
                <a:solidFill>
                  <a:schemeClr val="tx1">
                    <a:lumMod val="85000"/>
                    <a:lumOff val="15000"/>
                  </a:schemeClr>
                </a:solidFill>
                <a:effectLst/>
                <a:latin typeface="+mn-ea"/>
                <a:cs typeface="+mn-ea"/>
                <a:sym typeface="+mn-ea"/>
              </a:rPr>
              <a:t>分析转化率、满意度、退课率等关键指标，动态调整课程与资源投放</a:t>
            </a:r>
            <a:endParaRPr lang="zh-CN" altLang="en-US" sz="1000" kern="0" dirty="0">
              <a:ln>
                <a:noFill/>
                <a:prstDash val="sysDot"/>
              </a:ln>
              <a:solidFill>
                <a:schemeClr val="tx1">
                  <a:lumMod val="85000"/>
                  <a:lumOff val="15000"/>
                </a:schemeClr>
              </a:solidFill>
              <a:effectLst/>
              <a:latin typeface="+mn-ea"/>
              <a:cs typeface="+mn-ea"/>
              <a:sym typeface="+mn-ea"/>
            </a:endParaRPr>
          </a:p>
        </p:txBody>
      </p:sp>
      <p:sp>
        <p:nvSpPr>
          <p:cNvPr id="128" name="标题"/>
          <p:cNvSpPr/>
          <p:nvPr>
            <p:custDataLst>
              <p:tags r:id="rId49"/>
            </p:custDataLst>
          </p:nvPr>
        </p:nvSpPr>
        <p:spPr>
          <a:xfrm>
            <a:off x="8400761" y="3893238"/>
            <a:ext cx="1279338" cy="314167"/>
          </a:xfrm>
          <a:prstGeom prst="roundRect">
            <a:avLst>
              <a:gd name="adj" fmla="val 50000"/>
            </a:avLst>
          </a:prstGeom>
          <a:solidFill>
            <a:srgbClr val="254D97"/>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0" tIns="0" rIns="0" bIns="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spcBef>
                <a:spcPct val="0"/>
              </a:spcBef>
              <a:spcAft>
                <a:spcPct val="0"/>
              </a:spcAft>
            </a:pPr>
            <a:r>
              <a:rPr lang="zh-CN" altLang="en-US" sz="1200" b="1" dirty="0">
                <a:solidFill>
                  <a:srgbClr val="FFFFFF"/>
                </a:solidFill>
                <a:uFillTx/>
                <a:latin typeface="+mn-ea"/>
                <a:cs typeface="+mn-ea"/>
                <a:sym typeface="+mn-ea"/>
              </a:rPr>
              <a:t>数据运营分析</a:t>
            </a:r>
            <a:endParaRPr lang="zh-CN" altLang="en-US" sz="1200" b="1" dirty="0">
              <a:solidFill>
                <a:srgbClr val="FFFFFF"/>
              </a:solidFill>
              <a:uFillTx/>
              <a:latin typeface="+mn-ea"/>
              <a:cs typeface="+mn-ea"/>
              <a:sym typeface="+mn-ea"/>
            </a:endParaRPr>
          </a:p>
        </p:txBody>
      </p:sp>
      <p:sp>
        <p:nvSpPr>
          <p:cNvPr id="129" name="矩形: 圆角 2"/>
          <p:cNvSpPr/>
          <p:nvPr>
            <p:custDataLst>
              <p:tags r:id="rId50"/>
            </p:custDataLst>
          </p:nvPr>
        </p:nvSpPr>
        <p:spPr>
          <a:xfrm>
            <a:off x="10029190" y="4050665"/>
            <a:ext cx="1635760" cy="1094740"/>
          </a:xfrm>
          <a:prstGeom prst="roundRect">
            <a:avLst>
              <a:gd name="adj" fmla="val 6098"/>
            </a:avLst>
          </a:prstGeom>
          <a:noFill/>
          <a:ln>
            <a:solidFill>
              <a:schemeClr val="accent1">
                <a:alpha val="4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90170" tIns="46990" rIns="90170" bIns="46990" numCol="1" spcCol="0" rtlCol="0" fromWordArt="0" anchor="ctr" anchorCtr="0" forceAA="0" compatLnSpc="1">
            <a:noAutofit/>
          </a:bodyPr>
          <a:lstStyle/>
          <a:p>
            <a:pPr lvl="0" algn="just">
              <a:lnSpc>
                <a:spcPct val="150000"/>
              </a:lnSpc>
              <a:spcBef>
                <a:spcPts val="0"/>
              </a:spcBef>
              <a:spcAft>
                <a:spcPts val="0"/>
              </a:spcAft>
              <a:buClrTx/>
              <a:buSzTx/>
              <a:buFontTx/>
            </a:pPr>
            <a:r>
              <a:rPr lang="zh-CN" altLang="en-US" sz="1000" kern="0" dirty="0">
                <a:ln>
                  <a:noFill/>
                  <a:prstDash val="sysDot"/>
                </a:ln>
                <a:solidFill>
                  <a:schemeClr val="tx1">
                    <a:lumMod val="85000"/>
                    <a:lumOff val="15000"/>
                  </a:schemeClr>
                </a:solidFill>
                <a:effectLst/>
                <a:latin typeface="+mn-ea"/>
                <a:cs typeface="+mn-ea"/>
                <a:sym typeface="+mn-ea"/>
              </a:rPr>
              <a:t>建立准入机制、服务考核机制、信用管理制度，确保课程质量和服务合规</a:t>
            </a:r>
            <a:endParaRPr lang="zh-CN" altLang="en-US" sz="1000" kern="0" dirty="0">
              <a:ln>
                <a:noFill/>
                <a:prstDash val="sysDot"/>
              </a:ln>
              <a:solidFill>
                <a:schemeClr val="tx1">
                  <a:lumMod val="85000"/>
                  <a:lumOff val="15000"/>
                </a:schemeClr>
              </a:solidFill>
              <a:effectLst/>
              <a:latin typeface="+mn-ea"/>
              <a:cs typeface="+mn-ea"/>
              <a:sym typeface="+mn-ea"/>
            </a:endParaRPr>
          </a:p>
        </p:txBody>
      </p:sp>
      <p:sp>
        <p:nvSpPr>
          <p:cNvPr id="130" name="标题"/>
          <p:cNvSpPr/>
          <p:nvPr>
            <p:custDataLst>
              <p:tags r:id="rId51"/>
            </p:custDataLst>
          </p:nvPr>
        </p:nvSpPr>
        <p:spPr>
          <a:xfrm>
            <a:off x="10207832" y="3893238"/>
            <a:ext cx="1279338" cy="314167"/>
          </a:xfrm>
          <a:prstGeom prst="roundRect">
            <a:avLst>
              <a:gd name="adj" fmla="val 50000"/>
            </a:avLst>
          </a:prstGeom>
          <a:solidFill>
            <a:srgbClr val="254D97"/>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0" tIns="0" rIns="0" bIns="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spcBef>
                <a:spcPct val="0"/>
              </a:spcBef>
              <a:spcAft>
                <a:spcPct val="0"/>
              </a:spcAft>
            </a:pPr>
            <a:r>
              <a:rPr lang="zh-CN" altLang="en-US" sz="1200" b="1">
                <a:solidFill>
                  <a:srgbClr val="FFFFFF"/>
                </a:solidFill>
                <a:uFillTx/>
                <a:latin typeface="+mn-ea"/>
                <a:cs typeface="+mn-ea"/>
                <a:sym typeface="+mn-ea"/>
              </a:rPr>
              <a:t>机构管理制度</a:t>
            </a:r>
            <a:endParaRPr lang="zh-CN" altLang="en-US" sz="1200" b="1">
              <a:solidFill>
                <a:srgbClr val="FFFFFF"/>
              </a:solidFill>
              <a:uFillTx/>
              <a:latin typeface="+mn-ea"/>
              <a:cs typeface="+mn-ea"/>
              <a:sym typeface="+mn-ea"/>
            </a:endParaRPr>
          </a:p>
        </p:txBody>
      </p:sp>
    </p:spTree>
    <p:custDataLst>
      <p:tags r:id="rId52"/>
    </p:custDataLst>
  </p:cSld>
  <p:clrMapOvr>
    <a:masterClrMapping/>
  </p:clrMapOvr>
  <p:transition/>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 name="标题 8"/>
          <p:cNvSpPr>
            <a:spLocks noGrp="1"/>
          </p:cNvSpPr>
          <p:nvPr>
            <p:custDataLst>
              <p:tags r:id="rId1"/>
            </p:custDataLst>
          </p:nvPr>
        </p:nvSpPr>
        <p:spPr>
          <a:xfrm>
            <a:off x="937260" y="0"/>
            <a:ext cx="11254740" cy="799465"/>
          </a:xfrm>
          <a:prstGeom prst="rect">
            <a:avLst/>
          </a:prstGeom>
        </p:spPr>
        <p:txBody>
          <a:bodyPr vert="horz" lIns="90170" tIns="46990" rIns="90170" bIns="46990" rtlCol="0" anchor="ctr" anchorCtr="0">
            <a:noAutofit/>
          </a:bodyPr>
          <a:lstStyle>
            <a:lvl1pPr>
              <a:defRPr sz="6000">
                <a:solidFill>
                  <a:srgbClr val="1D43F3"/>
                </a:solidFill>
              </a:defRPr>
            </a:lvl1pPr>
          </a:lstStyle>
          <a:p>
            <a:r>
              <a:rPr lang="zh-CN" altLang="en-US" sz="3600" b="1">
                <a:solidFill>
                  <a:srgbClr val="254D97"/>
                </a:solidFill>
                <a:cs typeface="微软雅黑 Light" panose="020B0502040204020203" charset="-122"/>
              </a:rPr>
              <a:t>服务与运营支撑</a:t>
            </a:r>
            <a:endParaRPr lang="zh-CN" altLang="en-US" sz="3600" b="1">
              <a:solidFill>
                <a:srgbClr val="254D97"/>
              </a:solidFill>
              <a:cs typeface="微软雅黑 Light" panose="020B0502040204020203" charset="-122"/>
            </a:endParaRPr>
          </a:p>
        </p:txBody>
      </p:sp>
      <p:sp>
        <p:nvSpPr>
          <p:cNvPr id="6" name="文本框 5"/>
          <p:cNvSpPr txBox="1"/>
          <p:nvPr/>
        </p:nvSpPr>
        <p:spPr>
          <a:xfrm>
            <a:off x="937260" y="986790"/>
            <a:ext cx="10447020" cy="414020"/>
          </a:xfrm>
          <a:prstGeom prst="rect">
            <a:avLst/>
          </a:prstGeom>
          <a:noFill/>
        </p:spPr>
        <p:txBody>
          <a:bodyPr wrap="square" rtlCol="0" anchor="t">
            <a:spAutoFit/>
          </a:bodyPr>
          <a:p>
            <a:pPr>
              <a:lnSpc>
                <a:spcPct val="150000"/>
              </a:lnSpc>
            </a:pPr>
            <a:r>
              <a:rPr lang="zh-CN" altLang="en-US" sz="1400" b="1">
                <a:solidFill>
                  <a:srgbClr val="2564A8"/>
                </a:solidFill>
                <a:latin typeface="+mn-ea"/>
                <a:cs typeface="+mn-ea"/>
                <a:sym typeface="+mn-ea"/>
              </a:rPr>
              <a:t>我们深知，平台上线只是第一步，真正的关键在于服务和运营落地。</a:t>
            </a:r>
            <a:endParaRPr lang="zh-CN" altLang="en-US" sz="1400" b="1">
              <a:solidFill>
                <a:srgbClr val="2564A8"/>
              </a:solidFill>
              <a:latin typeface="+mn-ea"/>
              <a:cs typeface="+mn-ea"/>
              <a:sym typeface="+mn-ea"/>
            </a:endParaRPr>
          </a:p>
        </p:txBody>
      </p:sp>
      <p:sp>
        <p:nvSpPr>
          <p:cNvPr id="7" name="椭圆 6"/>
          <p:cNvSpPr/>
          <p:nvPr>
            <p:custDataLst>
              <p:tags r:id="rId2"/>
            </p:custDataLst>
          </p:nvPr>
        </p:nvSpPr>
        <p:spPr>
          <a:xfrm>
            <a:off x="2844987" y="3966902"/>
            <a:ext cx="1075687" cy="1075687"/>
          </a:xfrm>
          <a:prstGeom prst="ellipse">
            <a:avLst/>
          </a:prstGeom>
          <a:noFill/>
          <a:ln w="6350">
            <a:solidFill>
              <a:schemeClr val="tx1">
                <a:lumMod val="65000"/>
                <a:lumOff val="35000"/>
                <a:alpha val="2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vert="horz" wrap="square" numCol="1" spcCol="0" rtlCol="0" fromWordArt="0" anchor="ctr" anchorCtr="0" forceAA="0" compatLnSpc="1">
            <a:noAutofit/>
          </a:bodyP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lvl="0" algn="ctr">
              <a:lnSpc>
                <a:spcPct val="130000"/>
              </a:lnSpc>
              <a:spcBef>
                <a:spcPts val="0"/>
              </a:spcBef>
              <a:spcAft>
                <a:spcPts val="0"/>
              </a:spcAft>
              <a:buClrTx/>
              <a:buSzTx/>
              <a:buFontTx/>
            </a:pPr>
            <a:endParaRPr lang="zh-CN" altLang="en-US">
              <a:solidFill>
                <a:schemeClr val="lt1"/>
              </a:solidFill>
              <a:sym typeface="+mn-ea"/>
            </a:endParaRPr>
          </a:p>
        </p:txBody>
      </p:sp>
      <p:sp>
        <p:nvSpPr>
          <p:cNvPr id="28" name="弧形 27"/>
          <p:cNvSpPr/>
          <p:nvPr>
            <p:custDataLst>
              <p:tags r:id="rId3"/>
            </p:custDataLst>
          </p:nvPr>
        </p:nvSpPr>
        <p:spPr>
          <a:xfrm>
            <a:off x="2249148" y="3371944"/>
            <a:ext cx="2266926" cy="2267367"/>
          </a:xfrm>
          <a:prstGeom prst="arc">
            <a:avLst>
              <a:gd name="adj1" fmla="val 17303427"/>
              <a:gd name="adj2" fmla="val 19073496"/>
            </a:avLst>
          </a:prstGeom>
          <a:ln>
            <a:solidFill>
              <a:schemeClr val="tx1">
                <a:lumMod val="65000"/>
                <a:lumOff val="35000"/>
                <a:alpha val="25000"/>
              </a:schemeClr>
            </a:solidFill>
            <a:tailEnd type="oval"/>
          </a:ln>
        </p:spPr>
        <p:style>
          <a:lnRef idx="1">
            <a:schemeClr val="accent1"/>
          </a:lnRef>
          <a:fillRef idx="0">
            <a:schemeClr val="accent1"/>
          </a:fillRef>
          <a:effectRef idx="0">
            <a:schemeClr val="accent1"/>
          </a:effectRef>
          <a:fontRef idx="minor">
            <a:schemeClr val="tx1"/>
          </a:fontRef>
        </p:style>
        <p:txBody>
          <a:bodyPr rtlCol="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endParaRPr lang="zh-CN" altLang="en-US">
              <a:solidFill>
                <a:schemeClr val="tx1"/>
              </a:solidFill>
            </a:endParaRPr>
          </a:p>
        </p:txBody>
      </p:sp>
      <p:sp>
        <p:nvSpPr>
          <p:cNvPr id="29" name="弧形 28"/>
          <p:cNvSpPr/>
          <p:nvPr>
            <p:custDataLst>
              <p:tags r:id="rId4"/>
            </p:custDataLst>
          </p:nvPr>
        </p:nvSpPr>
        <p:spPr>
          <a:xfrm rot="5880000">
            <a:off x="2251353" y="3371062"/>
            <a:ext cx="2267367" cy="2266926"/>
          </a:xfrm>
          <a:prstGeom prst="arc">
            <a:avLst>
              <a:gd name="adj1" fmla="val 15717324"/>
              <a:gd name="adj2" fmla="val 17491149"/>
            </a:avLst>
          </a:prstGeom>
          <a:ln>
            <a:solidFill>
              <a:schemeClr val="tx1">
                <a:lumMod val="65000"/>
                <a:lumOff val="35000"/>
                <a:alpha val="25000"/>
              </a:schemeClr>
            </a:solidFill>
            <a:tailEnd type="oval"/>
          </a:ln>
        </p:spPr>
        <p:style>
          <a:lnRef idx="1">
            <a:schemeClr val="accent1"/>
          </a:lnRef>
          <a:fillRef idx="0">
            <a:schemeClr val="accent1"/>
          </a:fillRef>
          <a:effectRef idx="0">
            <a:schemeClr val="accent1"/>
          </a:effectRef>
          <a:fontRef idx="minor">
            <a:schemeClr val="tx1"/>
          </a:fontRef>
        </p:style>
        <p:txBody>
          <a:bodyPr rtlCol="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endParaRPr lang="zh-CN" altLang="en-US">
              <a:solidFill>
                <a:schemeClr val="tx1"/>
              </a:solidFill>
            </a:endParaRPr>
          </a:p>
        </p:txBody>
      </p:sp>
      <p:sp>
        <p:nvSpPr>
          <p:cNvPr id="8" name="弧形 7"/>
          <p:cNvSpPr/>
          <p:nvPr>
            <p:custDataLst>
              <p:tags r:id="rId5"/>
            </p:custDataLst>
          </p:nvPr>
        </p:nvSpPr>
        <p:spPr>
          <a:xfrm rot="11880000">
            <a:off x="2255763" y="3379001"/>
            <a:ext cx="2266926" cy="2267367"/>
          </a:xfrm>
          <a:prstGeom prst="arc">
            <a:avLst>
              <a:gd name="adj1" fmla="val 14086945"/>
              <a:gd name="adj2" fmla="val 15878745"/>
            </a:avLst>
          </a:prstGeom>
          <a:ln>
            <a:solidFill>
              <a:schemeClr val="tx1">
                <a:lumMod val="65000"/>
                <a:lumOff val="35000"/>
                <a:alpha val="25000"/>
              </a:schemeClr>
            </a:solidFill>
            <a:tailEnd type="oval"/>
          </a:ln>
        </p:spPr>
        <p:style>
          <a:lnRef idx="1">
            <a:schemeClr val="accent1"/>
          </a:lnRef>
          <a:fillRef idx="0">
            <a:schemeClr val="accent1"/>
          </a:fillRef>
          <a:effectRef idx="0">
            <a:schemeClr val="accent1"/>
          </a:effectRef>
          <a:fontRef idx="minor">
            <a:schemeClr val="tx1"/>
          </a:fontRef>
        </p:style>
        <p:txBody>
          <a:bodyPr rtlCol="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endParaRPr lang="zh-CN" altLang="en-US">
              <a:solidFill>
                <a:schemeClr val="tx1"/>
              </a:solidFill>
            </a:endParaRPr>
          </a:p>
        </p:txBody>
      </p:sp>
      <p:sp>
        <p:nvSpPr>
          <p:cNvPr id="31" name="弧形 30"/>
          <p:cNvSpPr/>
          <p:nvPr>
            <p:custDataLst>
              <p:tags r:id="rId6"/>
            </p:custDataLst>
          </p:nvPr>
        </p:nvSpPr>
        <p:spPr>
          <a:xfrm rot="16500000">
            <a:off x="2256204" y="3379001"/>
            <a:ext cx="2267367" cy="2266926"/>
          </a:xfrm>
          <a:prstGeom prst="arc">
            <a:avLst>
              <a:gd name="adj1" fmla="val 13827116"/>
              <a:gd name="adj2" fmla="val 15489774"/>
            </a:avLst>
          </a:prstGeom>
          <a:ln>
            <a:solidFill>
              <a:schemeClr val="tx1">
                <a:lumMod val="65000"/>
                <a:lumOff val="35000"/>
                <a:alpha val="25000"/>
              </a:schemeClr>
            </a:solidFill>
            <a:tailEnd type="oval"/>
          </a:ln>
        </p:spPr>
        <p:style>
          <a:lnRef idx="1">
            <a:schemeClr val="accent1"/>
          </a:lnRef>
          <a:fillRef idx="0">
            <a:schemeClr val="accent1"/>
          </a:fillRef>
          <a:effectRef idx="0">
            <a:schemeClr val="accent1"/>
          </a:effectRef>
          <a:fontRef idx="minor">
            <a:schemeClr val="tx1"/>
          </a:fontRef>
        </p:style>
        <p:txBody>
          <a:bodyPr rtlCol="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endParaRPr lang="zh-CN" altLang="en-US">
              <a:solidFill>
                <a:schemeClr val="tx1"/>
              </a:solidFill>
            </a:endParaRPr>
          </a:p>
        </p:txBody>
      </p:sp>
      <p:sp>
        <p:nvSpPr>
          <p:cNvPr id="13" name="椭圆 12"/>
          <p:cNvSpPr/>
          <p:nvPr>
            <p:custDataLst>
              <p:tags r:id="rId7"/>
            </p:custDataLst>
          </p:nvPr>
        </p:nvSpPr>
        <p:spPr>
          <a:xfrm>
            <a:off x="4065334" y="3792693"/>
            <a:ext cx="725063" cy="725063"/>
          </a:xfrm>
          <a:prstGeom prst="ellipse">
            <a:avLst/>
          </a:prstGeom>
          <a:noFill/>
          <a:ln w="6350">
            <a:solidFill>
              <a:schemeClr val="tx1">
                <a:lumMod val="65000"/>
                <a:lumOff val="35000"/>
                <a:alpha val="2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vert="horz" wrap="square" numCol="1" spcCol="0" rtlCol="0" fromWordArt="0" anchor="ctr" anchorCtr="0" forceAA="0" compatLnSpc="1">
            <a:noAutofit/>
          </a:bodyP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lvl="0" algn="ctr">
              <a:buClrTx/>
              <a:buSzTx/>
              <a:buFontTx/>
            </a:pPr>
            <a:endParaRPr lang="zh-CN" altLang="en-US">
              <a:solidFill>
                <a:schemeClr val="lt1"/>
              </a:solidFill>
              <a:sym typeface="+mn-ea"/>
            </a:endParaRPr>
          </a:p>
        </p:txBody>
      </p:sp>
      <p:sp>
        <p:nvSpPr>
          <p:cNvPr id="42" name="任意多边形: 形状 41"/>
          <p:cNvSpPr/>
          <p:nvPr>
            <p:custDataLst>
              <p:tags r:id="rId8"/>
            </p:custDataLst>
          </p:nvPr>
        </p:nvSpPr>
        <p:spPr>
          <a:xfrm>
            <a:off x="4140310" y="3867669"/>
            <a:ext cx="575552" cy="575552"/>
          </a:xfrm>
          <a:custGeom>
            <a:avLst/>
            <a:gdLst>
              <a:gd name="connsiteX0" fmla="*/ 0 w 1075272"/>
              <a:gd name="connsiteY0" fmla="*/ 537636 h 1075272"/>
              <a:gd name="connsiteX1" fmla="*/ 537636 w 1075272"/>
              <a:gd name="connsiteY1" fmla="*/ 0 h 1075272"/>
              <a:gd name="connsiteX2" fmla="*/ 1075272 w 1075272"/>
              <a:gd name="connsiteY2" fmla="*/ 537636 h 1075272"/>
              <a:gd name="connsiteX3" fmla="*/ 537636 w 1075272"/>
              <a:gd name="connsiteY3" fmla="*/ 1075272 h 1075272"/>
              <a:gd name="connsiteX4" fmla="*/ 0 w 1075272"/>
              <a:gd name="connsiteY4" fmla="*/ 537636 h 107527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75272" h="1075272">
                <a:moveTo>
                  <a:pt x="0" y="537636"/>
                </a:moveTo>
                <a:cubicBezTo>
                  <a:pt x="0" y="240708"/>
                  <a:pt x="240708" y="0"/>
                  <a:pt x="537636" y="0"/>
                </a:cubicBezTo>
                <a:cubicBezTo>
                  <a:pt x="834564" y="0"/>
                  <a:pt x="1075272" y="240708"/>
                  <a:pt x="1075272" y="537636"/>
                </a:cubicBezTo>
                <a:cubicBezTo>
                  <a:pt x="1075272" y="834564"/>
                  <a:pt x="834564" y="1075272"/>
                  <a:pt x="537636" y="1075272"/>
                </a:cubicBezTo>
                <a:cubicBezTo>
                  <a:pt x="240708" y="1075272"/>
                  <a:pt x="0" y="834564"/>
                  <a:pt x="0" y="537636"/>
                </a:cubicBezTo>
                <a:close/>
              </a:path>
            </a:pathLst>
          </a:custGeom>
          <a:gradFill>
            <a:gsLst>
              <a:gs pos="0">
                <a:schemeClr val="accent1">
                  <a:lumMod val="60000"/>
                  <a:lumOff val="40000"/>
                  <a:alpha val="100000"/>
                </a:schemeClr>
              </a:gs>
              <a:gs pos="71000">
                <a:srgbClr val="254D97"/>
              </a:gs>
            </a:gsLst>
            <a:lin ang="2700000" scaled="0"/>
          </a:gradFill>
          <a:ln>
            <a:noFill/>
          </a:ln>
          <a:effectLst>
            <a:outerShdw blurRad="50800" dist="38100" dir="8100000" algn="tr" rotWithShape="0">
              <a:schemeClr val="accent1">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lvl="0" algn="ctr" defTabSz="914400">
              <a:buClrTx/>
              <a:buSzTx/>
              <a:buFontTx/>
            </a:pPr>
            <a:endParaRPr lang="zh-CN" altLang="en-US" dirty="0">
              <a:sym typeface="+mn-ea"/>
            </a:endParaRPr>
          </a:p>
        </p:txBody>
      </p:sp>
      <p:sp>
        <p:nvSpPr>
          <p:cNvPr id="19" name="椭圆 18"/>
          <p:cNvSpPr/>
          <p:nvPr>
            <p:custDataLst>
              <p:tags r:id="rId9"/>
            </p:custDataLst>
          </p:nvPr>
        </p:nvSpPr>
        <p:spPr>
          <a:xfrm>
            <a:off x="3664432" y="5029799"/>
            <a:ext cx="725063" cy="725063"/>
          </a:xfrm>
          <a:prstGeom prst="ellipse">
            <a:avLst/>
          </a:prstGeom>
          <a:noFill/>
          <a:ln w="6350">
            <a:solidFill>
              <a:schemeClr val="tx1">
                <a:lumMod val="65000"/>
                <a:lumOff val="35000"/>
                <a:alpha val="2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vert="horz" wrap="square" numCol="1" spcCol="0" rtlCol="0" fromWordArt="0" anchor="ctr" anchorCtr="0" forceAA="0" compatLnSpc="1">
            <a:noAutofit/>
          </a:bodyP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lvl="0" algn="ctr">
              <a:buClrTx/>
              <a:buSzTx/>
              <a:buFontTx/>
            </a:pPr>
            <a:endParaRPr lang="zh-CN" altLang="en-US">
              <a:solidFill>
                <a:schemeClr val="lt1"/>
              </a:solidFill>
              <a:sym typeface="+mn-ea"/>
            </a:endParaRPr>
          </a:p>
        </p:txBody>
      </p:sp>
      <p:sp>
        <p:nvSpPr>
          <p:cNvPr id="43" name="任意多边形: 形状 42"/>
          <p:cNvSpPr/>
          <p:nvPr>
            <p:custDataLst>
              <p:tags r:id="rId10"/>
            </p:custDataLst>
          </p:nvPr>
        </p:nvSpPr>
        <p:spPr>
          <a:xfrm>
            <a:off x="3739409" y="5104775"/>
            <a:ext cx="575552" cy="575552"/>
          </a:xfrm>
          <a:custGeom>
            <a:avLst/>
            <a:gdLst>
              <a:gd name="connsiteX0" fmla="*/ 0 w 1075272"/>
              <a:gd name="connsiteY0" fmla="*/ 537636 h 1075272"/>
              <a:gd name="connsiteX1" fmla="*/ 537636 w 1075272"/>
              <a:gd name="connsiteY1" fmla="*/ 0 h 1075272"/>
              <a:gd name="connsiteX2" fmla="*/ 1075272 w 1075272"/>
              <a:gd name="connsiteY2" fmla="*/ 537636 h 1075272"/>
              <a:gd name="connsiteX3" fmla="*/ 537636 w 1075272"/>
              <a:gd name="connsiteY3" fmla="*/ 1075272 h 1075272"/>
              <a:gd name="connsiteX4" fmla="*/ 0 w 1075272"/>
              <a:gd name="connsiteY4" fmla="*/ 537636 h 107527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75272" h="1075272">
                <a:moveTo>
                  <a:pt x="0" y="537636"/>
                </a:moveTo>
                <a:cubicBezTo>
                  <a:pt x="0" y="240708"/>
                  <a:pt x="240708" y="0"/>
                  <a:pt x="537636" y="0"/>
                </a:cubicBezTo>
                <a:cubicBezTo>
                  <a:pt x="834564" y="0"/>
                  <a:pt x="1075272" y="240708"/>
                  <a:pt x="1075272" y="537636"/>
                </a:cubicBezTo>
                <a:cubicBezTo>
                  <a:pt x="1075272" y="834564"/>
                  <a:pt x="834564" y="1075272"/>
                  <a:pt x="537636" y="1075272"/>
                </a:cubicBezTo>
                <a:cubicBezTo>
                  <a:pt x="240708" y="1075272"/>
                  <a:pt x="0" y="834564"/>
                  <a:pt x="0" y="537636"/>
                </a:cubicBezTo>
                <a:close/>
              </a:path>
            </a:pathLst>
          </a:custGeom>
          <a:gradFill>
            <a:gsLst>
              <a:gs pos="0">
                <a:schemeClr val="accent1">
                  <a:lumMod val="60000"/>
                  <a:lumOff val="40000"/>
                  <a:alpha val="100000"/>
                </a:schemeClr>
              </a:gs>
              <a:gs pos="71000">
                <a:srgbClr val="254D97"/>
              </a:gs>
            </a:gsLst>
            <a:lin ang="2700000" scaled="0"/>
          </a:gradFill>
          <a:ln>
            <a:noFill/>
          </a:ln>
          <a:effectLst>
            <a:outerShdw blurRad="50800" dist="38100" dir="8100000" algn="tr" rotWithShape="0">
              <a:schemeClr val="accent1">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lvl="0" algn="ctr" defTabSz="914400">
              <a:buClrTx/>
              <a:buSzTx/>
              <a:buFontTx/>
            </a:pPr>
            <a:endParaRPr lang="zh-CN" altLang="en-US" dirty="0">
              <a:sym typeface="+mn-ea"/>
            </a:endParaRPr>
          </a:p>
        </p:txBody>
      </p:sp>
      <p:sp>
        <p:nvSpPr>
          <p:cNvPr id="40" name="任意多边形: 形状 39"/>
          <p:cNvSpPr>
            <a:spLocks noChangeAspect="1"/>
          </p:cNvSpPr>
          <p:nvPr>
            <p:custDataLst>
              <p:tags r:id="rId11"/>
            </p:custDataLst>
          </p:nvPr>
        </p:nvSpPr>
        <p:spPr>
          <a:xfrm>
            <a:off x="2945103" y="4067017"/>
            <a:ext cx="875127" cy="875127"/>
          </a:xfrm>
          <a:custGeom>
            <a:avLst/>
            <a:gdLst>
              <a:gd name="connsiteX0" fmla="*/ 0 w 1536103"/>
              <a:gd name="connsiteY0" fmla="*/ 768052 h 1536103"/>
              <a:gd name="connsiteX1" fmla="*/ 768052 w 1536103"/>
              <a:gd name="connsiteY1" fmla="*/ 0 h 1536103"/>
              <a:gd name="connsiteX2" fmla="*/ 1536104 w 1536103"/>
              <a:gd name="connsiteY2" fmla="*/ 768052 h 1536103"/>
              <a:gd name="connsiteX3" fmla="*/ 768052 w 1536103"/>
              <a:gd name="connsiteY3" fmla="*/ 1536104 h 1536103"/>
              <a:gd name="connsiteX4" fmla="*/ 0 w 1536103"/>
              <a:gd name="connsiteY4" fmla="*/ 768052 h 153610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36103" h="1536103">
                <a:moveTo>
                  <a:pt x="0" y="768052"/>
                </a:moveTo>
                <a:cubicBezTo>
                  <a:pt x="0" y="343869"/>
                  <a:pt x="343869" y="0"/>
                  <a:pt x="768052" y="0"/>
                </a:cubicBezTo>
                <a:cubicBezTo>
                  <a:pt x="1192235" y="0"/>
                  <a:pt x="1536104" y="343869"/>
                  <a:pt x="1536104" y="768052"/>
                </a:cubicBezTo>
                <a:cubicBezTo>
                  <a:pt x="1536104" y="1192235"/>
                  <a:pt x="1192235" y="1536104"/>
                  <a:pt x="768052" y="1536104"/>
                </a:cubicBezTo>
                <a:cubicBezTo>
                  <a:pt x="343869" y="1536104"/>
                  <a:pt x="0" y="1192235"/>
                  <a:pt x="0" y="768052"/>
                </a:cubicBezTo>
                <a:close/>
              </a:path>
            </a:pathLst>
          </a:custGeom>
          <a:gradFill>
            <a:gsLst>
              <a:gs pos="0">
                <a:schemeClr val="accent1">
                  <a:lumMod val="60000"/>
                  <a:lumOff val="40000"/>
                  <a:alpha val="100000"/>
                </a:schemeClr>
              </a:gs>
              <a:gs pos="71000">
                <a:srgbClr val="254D97"/>
              </a:gs>
            </a:gsLst>
            <a:lin ang="2700000" scaled="0"/>
          </a:gradFill>
          <a:ln>
            <a:noFill/>
          </a:ln>
          <a:effectLst>
            <a:outerShdw blurRad="50800" dist="38100" dir="8100000" algn="tr" rotWithShape="0">
              <a:schemeClr val="accent1">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spcFirstLastPara="0" vertOverflow="overflow" horzOverflow="overflow" vert="horz" wrap="square" lIns="91440" tIns="45720" rIns="91440" bIns="45720" numCol="1" spcCol="0" rtlCol="0" fromWordArt="0" anchor="ctr" anchorCtr="0" forceAA="0" compatLnSpc="1">
            <a:noAutofit/>
          </a:bodyP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lvl="0" algn="ctr" defTabSz="914400">
              <a:buClrTx/>
              <a:buSzTx/>
              <a:buFontTx/>
            </a:pPr>
            <a:r>
              <a:rPr lang="zh-CN" altLang="en-US" sz="1600" b="1" dirty="0">
                <a:sym typeface="+mn-ea"/>
              </a:rPr>
              <a:t>服务</a:t>
            </a:r>
            <a:endParaRPr lang="zh-CN" altLang="en-US" sz="1600" b="1" dirty="0">
              <a:sym typeface="+mn-ea"/>
            </a:endParaRPr>
          </a:p>
          <a:p>
            <a:pPr lvl="0" algn="ctr" defTabSz="914400">
              <a:buClrTx/>
              <a:buSzTx/>
              <a:buFontTx/>
            </a:pPr>
            <a:r>
              <a:rPr lang="zh-CN" altLang="en-US" sz="1600" b="1" dirty="0">
                <a:sym typeface="+mn-ea"/>
              </a:rPr>
              <a:t>能力</a:t>
            </a:r>
            <a:endParaRPr lang="zh-CN" altLang="en-US" sz="1600" b="1" dirty="0">
              <a:sym typeface="+mn-ea"/>
            </a:endParaRPr>
          </a:p>
        </p:txBody>
      </p:sp>
      <p:sp>
        <p:nvSpPr>
          <p:cNvPr id="10" name="文本框 9"/>
          <p:cNvSpPr txBox="1"/>
          <p:nvPr>
            <p:custDataLst>
              <p:tags r:id="rId12"/>
            </p:custDataLst>
          </p:nvPr>
        </p:nvSpPr>
        <p:spPr>
          <a:xfrm>
            <a:off x="4893310" y="3481705"/>
            <a:ext cx="1050925" cy="694690"/>
          </a:xfrm>
          <a:prstGeom prst="rect">
            <a:avLst/>
          </a:prstGeom>
          <a:noFill/>
        </p:spPr>
        <p:txBody>
          <a:bodyPr wrap="square" lIns="0" tIns="0" rIns="0" bIns="0" rtlCol="0" anchor="t" anchorCtr="0">
            <a:noAutofit/>
          </a:bodyPr>
          <a:lstStyle/>
          <a:p>
            <a:pPr lvl="0" algn="l">
              <a:lnSpc>
                <a:spcPct val="130000"/>
              </a:lnSpc>
              <a:buClrTx/>
              <a:buSzTx/>
              <a:buFontTx/>
            </a:pPr>
            <a:r>
              <a:rPr lang="zh-CN" altLang="en-US" sz="1400" spc="150" dirty="0">
                <a:solidFill>
                  <a:schemeClr val="tx1">
                    <a:lumMod val="65000"/>
                    <a:lumOff val="35000"/>
                  </a:schemeClr>
                </a:solidFill>
                <a:uFillTx/>
                <a:latin typeface="+mn-ea"/>
                <a:cs typeface="+mn-ea"/>
                <a:sym typeface="+mn-ea"/>
              </a:rPr>
              <a:t>统一师资培训与安全管理，建立星级与黑名单机制</a:t>
            </a:r>
            <a:endParaRPr lang="zh-CN" altLang="en-US" sz="1400" spc="150" dirty="0">
              <a:solidFill>
                <a:schemeClr val="tx1">
                  <a:lumMod val="65000"/>
                  <a:lumOff val="35000"/>
                </a:schemeClr>
              </a:solidFill>
              <a:uFillTx/>
              <a:latin typeface="+mn-ea"/>
              <a:cs typeface="+mn-ea"/>
              <a:sym typeface="+mn-ea"/>
            </a:endParaRPr>
          </a:p>
        </p:txBody>
      </p:sp>
      <p:sp>
        <p:nvSpPr>
          <p:cNvPr id="63" name="文本框 62"/>
          <p:cNvSpPr txBox="1"/>
          <p:nvPr>
            <p:custDataLst>
              <p:tags r:id="rId13"/>
            </p:custDataLst>
          </p:nvPr>
        </p:nvSpPr>
        <p:spPr>
          <a:xfrm>
            <a:off x="4524375" y="5323840"/>
            <a:ext cx="1327150" cy="695325"/>
          </a:xfrm>
          <a:prstGeom prst="rect">
            <a:avLst/>
          </a:prstGeom>
          <a:noFill/>
        </p:spPr>
        <p:txBody>
          <a:bodyPr wrap="square" lIns="0" tIns="0" rIns="0" bIns="0" rtlCol="0" anchor="t" anchorCtr="0">
            <a:noAutofit/>
          </a:bodyPr>
          <a:lstStyle/>
          <a:p>
            <a:pPr lvl="0" algn="l">
              <a:lnSpc>
                <a:spcPct val="130000"/>
              </a:lnSpc>
              <a:buClrTx/>
              <a:buSzTx/>
              <a:buFontTx/>
            </a:pPr>
            <a:r>
              <a:rPr lang="zh-CN" altLang="en-US" sz="1400" spc="150" dirty="0">
                <a:solidFill>
                  <a:schemeClr val="tx1">
                    <a:lumMod val="65000"/>
                    <a:lumOff val="35000"/>
                  </a:schemeClr>
                </a:solidFill>
                <a:uFillTx/>
                <a:latin typeface="+mn-ea"/>
                <a:cs typeface="+mn-ea"/>
                <a:sym typeface="+mn-ea"/>
              </a:rPr>
              <a:t>建立家长沟通与反馈快速处理通道</a:t>
            </a:r>
            <a:endParaRPr lang="zh-CN" altLang="en-US" sz="1400" spc="150" dirty="0">
              <a:solidFill>
                <a:schemeClr val="tx1">
                  <a:lumMod val="65000"/>
                  <a:lumOff val="35000"/>
                </a:schemeClr>
              </a:solidFill>
              <a:uFillTx/>
              <a:latin typeface="+mn-ea"/>
              <a:cs typeface="+mn-ea"/>
              <a:sym typeface="+mn-ea"/>
            </a:endParaRPr>
          </a:p>
        </p:txBody>
      </p:sp>
      <p:sp>
        <p:nvSpPr>
          <p:cNvPr id="11" name="文本框 10"/>
          <p:cNvSpPr txBox="1"/>
          <p:nvPr>
            <p:custDataLst>
              <p:tags r:id="rId14"/>
            </p:custDataLst>
          </p:nvPr>
        </p:nvSpPr>
        <p:spPr>
          <a:xfrm>
            <a:off x="939165" y="3618865"/>
            <a:ext cx="960120" cy="753110"/>
          </a:xfrm>
          <a:prstGeom prst="rect">
            <a:avLst/>
          </a:prstGeom>
          <a:noFill/>
        </p:spPr>
        <p:txBody>
          <a:bodyPr wrap="square" lIns="0" tIns="0" rIns="0" bIns="0" rtlCol="0" anchor="t" anchorCtr="0">
            <a:noAutofit/>
          </a:bodyPr>
          <a:lstStyle/>
          <a:p>
            <a:pPr lvl="0" algn="r">
              <a:lnSpc>
                <a:spcPct val="130000"/>
              </a:lnSpc>
              <a:buClrTx/>
              <a:buSzTx/>
              <a:buFontTx/>
            </a:pPr>
            <a:r>
              <a:rPr lang="zh-CN" altLang="en-US" sz="1400" spc="150" dirty="0">
                <a:solidFill>
                  <a:schemeClr val="tx1">
                    <a:lumMod val="65000"/>
                    <a:lumOff val="35000"/>
                  </a:schemeClr>
                </a:solidFill>
                <a:uFillTx/>
                <a:latin typeface="+mn-ea"/>
                <a:cs typeface="+mn-ea"/>
                <a:sym typeface="+mn-ea"/>
              </a:rPr>
              <a:t>提供标准</a:t>
            </a:r>
            <a:endParaRPr lang="zh-CN" altLang="en-US" sz="1400" spc="150" dirty="0">
              <a:solidFill>
                <a:schemeClr val="tx1">
                  <a:lumMod val="65000"/>
                  <a:lumOff val="35000"/>
                </a:schemeClr>
              </a:solidFill>
              <a:uFillTx/>
              <a:latin typeface="+mn-ea"/>
              <a:cs typeface="+mn-ea"/>
              <a:sym typeface="+mn-ea"/>
            </a:endParaRPr>
          </a:p>
          <a:p>
            <a:pPr lvl="0" algn="r">
              <a:lnSpc>
                <a:spcPct val="130000"/>
              </a:lnSpc>
              <a:buClrTx/>
              <a:buSzTx/>
              <a:buFontTx/>
            </a:pPr>
            <a:r>
              <a:rPr lang="zh-CN" altLang="en-US" sz="1400" spc="150" dirty="0">
                <a:solidFill>
                  <a:schemeClr val="tx1">
                    <a:lumMod val="65000"/>
                    <a:lumOff val="35000"/>
                  </a:schemeClr>
                </a:solidFill>
                <a:uFillTx/>
                <a:latin typeface="+mn-ea"/>
                <a:cs typeface="+mn-ea"/>
                <a:sym typeface="+mn-ea"/>
              </a:rPr>
              <a:t>课程库</a:t>
            </a:r>
            <a:r>
              <a:rPr lang="en-US" altLang="zh-CN" sz="1400" spc="150" dirty="0">
                <a:solidFill>
                  <a:schemeClr val="tx1">
                    <a:lumMod val="65000"/>
                    <a:lumOff val="35000"/>
                  </a:schemeClr>
                </a:solidFill>
                <a:uFillTx/>
                <a:latin typeface="+mn-ea"/>
                <a:cs typeface="+mn-ea"/>
                <a:sym typeface="+mn-ea"/>
              </a:rPr>
              <a:t>+</a:t>
            </a:r>
            <a:r>
              <a:rPr lang="zh-CN" altLang="en-US" sz="1400" spc="150" dirty="0">
                <a:solidFill>
                  <a:schemeClr val="tx1">
                    <a:lumMod val="65000"/>
                    <a:lumOff val="35000"/>
                  </a:schemeClr>
                </a:solidFill>
                <a:uFillTx/>
                <a:latin typeface="+mn-ea"/>
                <a:cs typeface="+mn-ea"/>
                <a:sym typeface="+mn-ea"/>
              </a:rPr>
              <a:t>校本课程开发指导</a:t>
            </a:r>
            <a:endParaRPr lang="zh-CN" altLang="en-US" sz="1400" spc="150" dirty="0">
              <a:solidFill>
                <a:schemeClr val="tx1">
                  <a:lumMod val="65000"/>
                  <a:lumOff val="35000"/>
                </a:schemeClr>
              </a:solidFill>
              <a:uFillTx/>
              <a:latin typeface="+mn-ea"/>
              <a:cs typeface="+mn-ea"/>
              <a:sym typeface="+mn-ea"/>
            </a:endParaRPr>
          </a:p>
        </p:txBody>
      </p:sp>
      <p:sp>
        <p:nvSpPr>
          <p:cNvPr id="12" name="文本框 11"/>
          <p:cNvSpPr txBox="1"/>
          <p:nvPr>
            <p:custDataLst>
              <p:tags r:id="rId15"/>
            </p:custDataLst>
          </p:nvPr>
        </p:nvSpPr>
        <p:spPr>
          <a:xfrm>
            <a:off x="906780" y="5323840"/>
            <a:ext cx="1318260" cy="867410"/>
          </a:xfrm>
          <a:prstGeom prst="rect">
            <a:avLst/>
          </a:prstGeom>
          <a:noFill/>
        </p:spPr>
        <p:txBody>
          <a:bodyPr wrap="square" lIns="0" tIns="0" rIns="0" bIns="0" rtlCol="0" anchor="t" anchorCtr="0">
            <a:noAutofit/>
          </a:bodyPr>
          <a:lstStyle/>
          <a:p>
            <a:pPr lvl="0" algn="r">
              <a:lnSpc>
                <a:spcPct val="130000"/>
              </a:lnSpc>
              <a:buClrTx/>
              <a:buSzTx/>
              <a:buFontTx/>
            </a:pPr>
            <a:r>
              <a:rPr lang="zh-CN" altLang="en-US" sz="1400" spc="150" dirty="0">
                <a:solidFill>
                  <a:schemeClr val="tx1">
                    <a:lumMod val="65000"/>
                    <a:lumOff val="35000"/>
                  </a:schemeClr>
                </a:solidFill>
                <a:uFillTx/>
                <a:latin typeface="+mn-ea"/>
                <a:cs typeface="+mn-ea"/>
                <a:sym typeface="+mn-ea"/>
              </a:rPr>
              <a:t>制定课后安全预案，完善应急处置机制</a:t>
            </a:r>
            <a:endParaRPr lang="zh-CN" altLang="en-US" sz="1400" spc="150" dirty="0">
              <a:solidFill>
                <a:schemeClr val="tx1">
                  <a:lumMod val="65000"/>
                  <a:lumOff val="35000"/>
                </a:schemeClr>
              </a:solidFill>
              <a:uFillTx/>
              <a:latin typeface="+mn-ea"/>
              <a:cs typeface="+mn-ea"/>
              <a:sym typeface="+mn-ea"/>
            </a:endParaRPr>
          </a:p>
        </p:txBody>
      </p:sp>
      <p:sp>
        <p:nvSpPr>
          <p:cNvPr id="16" name="椭圆 15"/>
          <p:cNvSpPr/>
          <p:nvPr>
            <p:custDataLst>
              <p:tags r:id="rId16"/>
            </p:custDataLst>
          </p:nvPr>
        </p:nvSpPr>
        <p:spPr>
          <a:xfrm>
            <a:off x="2369109" y="5029799"/>
            <a:ext cx="725063" cy="725063"/>
          </a:xfrm>
          <a:prstGeom prst="ellipse">
            <a:avLst/>
          </a:prstGeom>
          <a:noFill/>
          <a:ln w="6350">
            <a:solidFill>
              <a:schemeClr val="tx1">
                <a:lumMod val="65000"/>
                <a:lumOff val="35000"/>
                <a:alpha val="2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vert="horz" wrap="square" numCol="1" spcCol="0" rtlCol="0" fromWordArt="0" anchor="ctr" anchorCtr="0" forceAA="0" compatLnSpc="1">
            <a:noAutofit/>
          </a:bodyP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lvl="0" algn="ctr">
              <a:buClrTx/>
              <a:buSzTx/>
              <a:buFontTx/>
            </a:pPr>
            <a:endParaRPr lang="zh-CN" altLang="en-US">
              <a:solidFill>
                <a:schemeClr val="lt1"/>
              </a:solidFill>
              <a:sym typeface="+mn-ea"/>
            </a:endParaRPr>
          </a:p>
        </p:txBody>
      </p:sp>
      <p:sp>
        <p:nvSpPr>
          <p:cNvPr id="45" name="任意多边形: 形状 44"/>
          <p:cNvSpPr/>
          <p:nvPr>
            <p:custDataLst>
              <p:tags r:id="rId17"/>
            </p:custDataLst>
          </p:nvPr>
        </p:nvSpPr>
        <p:spPr>
          <a:xfrm>
            <a:off x="2444086" y="5104775"/>
            <a:ext cx="575552" cy="575552"/>
          </a:xfrm>
          <a:custGeom>
            <a:avLst/>
            <a:gdLst>
              <a:gd name="connsiteX0" fmla="*/ 0 w 1075272"/>
              <a:gd name="connsiteY0" fmla="*/ 537636 h 1075272"/>
              <a:gd name="connsiteX1" fmla="*/ 537636 w 1075272"/>
              <a:gd name="connsiteY1" fmla="*/ 0 h 1075272"/>
              <a:gd name="connsiteX2" fmla="*/ 1075272 w 1075272"/>
              <a:gd name="connsiteY2" fmla="*/ 537636 h 1075272"/>
              <a:gd name="connsiteX3" fmla="*/ 537636 w 1075272"/>
              <a:gd name="connsiteY3" fmla="*/ 1075272 h 1075272"/>
              <a:gd name="connsiteX4" fmla="*/ 0 w 1075272"/>
              <a:gd name="connsiteY4" fmla="*/ 537636 h 107527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75272" h="1075272">
                <a:moveTo>
                  <a:pt x="0" y="537636"/>
                </a:moveTo>
                <a:cubicBezTo>
                  <a:pt x="0" y="240708"/>
                  <a:pt x="240708" y="0"/>
                  <a:pt x="537636" y="0"/>
                </a:cubicBezTo>
                <a:cubicBezTo>
                  <a:pt x="834564" y="0"/>
                  <a:pt x="1075272" y="240708"/>
                  <a:pt x="1075272" y="537636"/>
                </a:cubicBezTo>
                <a:cubicBezTo>
                  <a:pt x="1075272" y="834564"/>
                  <a:pt x="834564" y="1075272"/>
                  <a:pt x="537636" y="1075272"/>
                </a:cubicBezTo>
                <a:cubicBezTo>
                  <a:pt x="240708" y="1075272"/>
                  <a:pt x="0" y="834564"/>
                  <a:pt x="0" y="537636"/>
                </a:cubicBezTo>
                <a:close/>
              </a:path>
            </a:pathLst>
          </a:custGeom>
          <a:gradFill>
            <a:gsLst>
              <a:gs pos="0">
                <a:schemeClr val="accent1">
                  <a:lumMod val="60000"/>
                  <a:lumOff val="40000"/>
                  <a:alpha val="100000"/>
                </a:schemeClr>
              </a:gs>
              <a:gs pos="71000">
                <a:srgbClr val="254D97"/>
              </a:gs>
            </a:gsLst>
            <a:lin ang="2700000" scaled="0"/>
          </a:gradFill>
          <a:ln>
            <a:noFill/>
          </a:ln>
          <a:effectLst>
            <a:outerShdw blurRad="50800" dist="38100" dir="8100000" algn="tr" rotWithShape="0">
              <a:schemeClr val="accent1">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lvl="0" algn="ctr" defTabSz="914400">
              <a:buClrTx/>
              <a:buSzTx/>
              <a:buFontTx/>
            </a:pPr>
            <a:endParaRPr lang="zh-CN" altLang="en-US" dirty="0">
              <a:sym typeface="+mn-ea"/>
            </a:endParaRPr>
          </a:p>
        </p:txBody>
      </p:sp>
      <p:sp>
        <p:nvSpPr>
          <p:cNvPr id="14" name="椭圆 13"/>
          <p:cNvSpPr/>
          <p:nvPr>
            <p:custDataLst>
              <p:tags r:id="rId18"/>
            </p:custDataLst>
          </p:nvPr>
        </p:nvSpPr>
        <p:spPr>
          <a:xfrm>
            <a:off x="3013904" y="3042931"/>
            <a:ext cx="725063" cy="725063"/>
          </a:xfrm>
          <a:prstGeom prst="ellipse">
            <a:avLst/>
          </a:prstGeom>
          <a:noFill/>
          <a:ln w="6350">
            <a:solidFill>
              <a:schemeClr val="tx1">
                <a:lumMod val="65000"/>
                <a:lumOff val="35000"/>
                <a:alpha val="2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vert="horz" wrap="square" numCol="1" spcCol="0" rtlCol="0" fromWordArt="0" anchor="ctr" anchorCtr="0" forceAA="0" compatLnSpc="1">
            <a:noAutofit/>
          </a:bodyP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lvl="0" algn="ctr">
              <a:buClrTx/>
              <a:buSzTx/>
              <a:buFontTx/>
            </a:pPr>
            <a:endParaRPr lang="zh-CN" altLang="en-US">
              <a:solidFill>
                <a:schemeClr val="lt1"/>
              </a:solidFill>
              <a:sym typeface="+mn-ea"/>
            </a:endParaRPr>
          </a:p>
        </p:txBody>
      </p:sp>
      <p:sp>
        <p:nvSpPr>
          <p:cNvPr id="15" name="任意多边形: 形状 45"/>
          <p:cNvSpPr/>
          <p:nvPr>
            <p:custDataLst>
              <p:tags r:id="rId19"/>
            </p:custDataLst>
          </p:nvPr>
        </p:nvSpPr>
        <p:spPr>
          <a:xfrm>
            <a:off x="3088880" y="3117907"/>
            <a:ext cx="575552" cy="575552"/>
          </a:xfrm>
          <a:custGeom>
            <a:avLst/>
            <a:gdLst>
              <a:gd name="connsiteX0" fmla="*/ 0 w 1075272"/>
              <a:gd name="connsiteY0" fmla="*/ 537636 h 1075272"/>
              <a:gd name="connsiteX1" fmla="*/ 537636 w 1075272"/>
              <a:gd name="connsiteY1" fmla="*/ 0 h 1075272"/>
              <a:gd name="connsiteX2" fmla="*/ 1075272 w 1075272"/>
              <a:gd name="connsiteY2" fmla="*/ 537636 h 1075272"/>
              <a:gd name="connsiteX3" fmla="*/ 537636 w 1075272"/>
              <a:gd name="connsiteY3" fmla="*/ 1075272 h 1075272"/>
              <a:gd name="connsiteX4" fmla="*/ 0 w 1075272"/>
              <a:gd name="connsiteY4" fmla="*/ 537636 h 107527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75272" h="1075272">
                <a:moveTo>
                  <a:pt x="0" y="537636"/>
                </a:moveTo>
                <a:cubicBezTo>
                  <a:pt x="0" y="240708"/>
                  <a:pt x="240708" y="0"/>
                  <a:pt x="537636" y="0"/>
                </a:cubicBezTo>
                <a:cubicBezTo>
                  <a:pt x="834564" y="0"/>
                  <a:pt x="1075272" y="240708"/>
                  <a:pt x="1075272" y="537636"/>
                </a:cubicBezTo>
                <a:cubicBezTo>
                  <a:pt x="1075272" y="834564"/>
                  <a:pt x="834564" y="1075272"/>
                  <a:pt x="537636" y="1075272"/>
                </a:cubicBezTo>
                <a:cubicBezTo>
                  <a:pt x="240708" y="1075272"/>
                  <a:pt x="0" y="834564"/>
                  <a:pt x="0" y="537636"/>
                </a:cubicBezTo>
                <a:close/>
              </a:path>
            </a:pathLst>
          </a:custGeom>
          <a:gradFill>
            <a:gsLst>
              <a:gs pos="0">
                <a:schemeClr val="accent1">
                  <a:lumMod val="60000"/>
                  <a:lumOff val="40000"/>
                  <a:alpha val="100000"/>
                </a:schemeClr>
              </a:gs>
              <a:gs pos="71000">
                <a:srgbClr val="254D97"/>
              </a:gs>
            </a:gsLst>
            <a:lin ang="2700000" scaled="0"/>
          </a:gradFill>
          <a:ln>
            <a:noFill/>
          </a:ln>
          <a:effectLst>
            <a:outerShdw blurRad="50800" dist="38100" dir="8100000" algn="tr" rotWithShape="0">
              <a:schemeClr val="accent1">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vert="horz" wrap="square" numCol="1" spcCol="0" rtlCol="0" fromWordArt="0" anchor="ctr" anchorCtr="0" forceAA="0" compatLnSpc="1">
            <a:noAutofit/>
          </a:bodyP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defTabSz="914400"/>
            <a:endParaRPr lang="zh-CN" altLang="en-US">
              <a:solidFill>
                <a:schemeClr val="lt1"/>
              </a:solidFill>
            </a:endParaRPr>
          </a:p>
        </p:txBody>
      </p:sp>
      <p:sp>
        <p:nvSpPr>
          <p:cNvPr id="36" name="弧形 35"/>
          <p:cNvSpPr/>
          <p:nvPr>
            <p:custDataLst>
              <p:tags r:id="rId20"/>
            </p:custDataLst>
          </p:nvPr>
        </p:nvSpPr>
        <p:spPr>
          <a:xfrm rot="16500000">
            <a:off x="2256204" y="3379001"/>
            <a:ext cx="2267367" cy="2266926"/>
          </a:xfrm>
          <a:prstGeom prst="arc">
            <a:avLst>
              <a:gd name="adj1" fmla="val 18140667"/>
              <a:gd name="adj2" fmla="val 19782984"/>
            </a:avLst>
          </a:prstGeom>
          <a:ln>
            <a:solidFill>
              <a:schemeClr val="tx1">
                <a:lumMod val="65000"/>
                <a:lumOff val="35000"/>
                <a:alpha val="25000"/>
              </a:schemeClr>
            </a:solidFill>
            <a:tailEnd type="oval"/>
          </a:ln>
        </p:spPr>
        <p:style>
          <a:lnRef idx="1">
            <a:schemeClr val="accent1"/>
          </a:lnRef>
          <a:fillRef idx="0">
            <a:schemeClr val="accent1"/>
          </a:fillRef>
          <a:effectRef idx="0">
            <a:schemeClr val="accent1"/>
          </a:effectRef>
          <a:fontRef idx="minor">
            <a:schemeClr val="tx1"/>
          </a:fontRef>
        </p:style>
        <p:txBody>
          <a:bodyPr rtlCol="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endParaRPr lang="zh-CN" altLang="en-US">
              <a:solidFill>
                <a:schemeClr val="tx1"/>
              </a:solidFill>
            </a:endParaRPr>
          </a:p>
        </p:txBody>
      </p:sp>
      <p:sp>
        <p:nvSpPr>
          <p:cNvPr id="17" name="椭圆 16"/>
          <p:cNvSpPr/>
          <p:nvPr>
            <p:custDataLst>
              <p:tags r:id="rId21"/>
            </p:custDataLst>
          </p:nvPr>
        </p:nvSpPr>
        <p:spPr>
          <a:xfrm>
            <a:off x="1975264" y="3792693"/>
            <a:ext cx="725063" cy="725063"/>
          </a:xfrm>
          <a:prstGeom prst="ellipse">
            <a:avLst/>
          </a:prstGeom>
          <a:noFill/>
          <a:ln w="6350">
            <a:solidFill>
              <a:schemeClr val="tx1">
                <a:lumMod val="65000"/>
                <a:lumOff val="35000"/>
                <a:alpha val="2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vert="horz" wrap="square" numCol="1" spcCol="0" rtlCol="0" fromWordArt="0" anchor="ctr" anchorCtr="0" forceAA="0" compatLnSpc="1">
            <a:noAutofit/>
          </a:bodyP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lvl="0" algn="ctr">
              <a:buClrTx/>
              <a:buSzTx/>
              <a:buFontTx/>
            </a:pPr>
            <a:endParaRPr lang="zh-CN" altLang="en-US">
              <a:solidFill>
                <a:schemeClr val="lt1"/>
              </a:solidFill>
              <a:sym typeface="+mn-ea"/>
            </a:endParaRPr>
          </a:p>
        </p:txBody>
      </p:sp>
      <p:sp>
        <p:nvSpPr>
          <p:cNvPr id="46" name="任意多边形: 形状 45"/>
          <p:cNvSpPr/>
          <p:nvPr>
            <p:custDataLst>
              <p:tags r:id="rId22"/>
            </p:custDataLst>
          </p:nvPr>
        </p:nvSpPr>
        <p:spPr>
          <a:xfrm>
            <a:off x="2050240" y="3867669"/>
            <a:ext cx="575552" cy="575552"/>
          </a:xfrm>
          <a:custGeom>
            <a:avLst/>
            <a:gdLst>
              <a:gd name="connsiteX0" fmla="*/ 0 w 1075272"/>
              <a:gd name="connsiteY0" fmla="*/ 537636 h 1075272"/>
              <a:gd name="connsiteX1" fmla="*/ 537636 w 1075272"/>
              <a:gd name="connsiteY1" fmla="*/ 0 h 1075272"/>
              <a:gd name="connsiteX2" fmla="*/ 1075272 w 1075272"/>
              <a:gd name="connsiteY2" fmla="*/ 537636 h 1075272"/>
              <a:gd name="connsiteX3" fmla="*/ 537636 w 1075272"/>
              <a:gd name="connsiteY3" fmla="*/ 1075272 h 1075272"/>
              <a:gd name="connsiteX4" fmla="*/ 0 w 1075272"/>
              <a:gd name="connsiteY4" fmla="*/ 537636 h 107527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75272" h="1075272">
                <a:moveTo>
                  <a:pt x="0" y="537636"/>
                </a:moveTo>
                <a:cubicBezTo>
                  <a:pt x="0" y="240708"/>
                  <a:pt x="240708" y="0"/>
                  <a:pt x="537636" y="0"/>
                </a:cubicBezTo>
                <a:cubicBezTo>
                  <a:pt x="834564" y="0"/>
                  <a:pt x="1075272" y="240708"/>
                  <a:pt x="1075272" y="537636"/>
                </a:cubicBezTo>
                <a:cubicBezTo>
                  <a:pt x="1075272" y="834564"/>
                  <a:pt x="834564" y="1075272"/>
                  <a:pt x="537636" y="1075272"/>
                </a:cubicBezTo>
                <a:cubicBezTo>
                  <a:pt x="240708" y="1075272"/>
                  <a:pt x="0" y="834564"/>
                  <a:pt x="0" y="537636"/>
                </a:cubicBezTo>
                <a:close/>
              </a:path>
            </a:pathLst>
          </a:custGeom>
          <a:gradFill>
            <a:gsLst>
              <a:gs pos="0">
                <a:schemeClr val="accent1">
                  <a:lumMod val="60000"/>
                  <a:lumOff val="40000"/>
                  <a:alpha val="100000"/>
                </a:schemeClr>
              </a:gs>
              <a:gs pos="71000">
                <a:srgbClr val="254D97"/>
              </a:gs>
            </a:gsLst>
            <a:lin ang="2700000" scaled="0"/>
          </a:gradFill>
          <a:ln>
            <a:noFill/>
          </a:ln>
          <a:effectLst>
            <a:outerShdw blurRad="50800" dist="38100" dir="8100000" algn="tr" rotWithShape="0">
              <a:schemeClr val="accent1">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vert="horz" wrap="square" numCol="1" spcCol="0" rtlCol="0" fromWordArt="0" anchor="ctr" anchorCtr="0" forceAA="0" compatLnSpc="1">
            <a:noAutofit/>
          </a:bodyP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defTabSz="914400"/>
            <a:endParaRPr lang="zh-CN" altLang="en-US" dirty="0">
              <a:solidFill>
                <a:schemeClr val="lt1"/>
              </a:solidFill>
            </a:endParaRPr>
          </a:p>
        </p:txBody>
      </p:sp>
      <p:pic>
        <p:nvPicPr>
          <p:cNvPr id="32" name="图片 15" descr="教育理念"/>
          <p:cNvPicPr>
            <a:picLocks noChangeAspect="1"/>
          </p:cNvPicPr>
          <p:nvPr>
            <p:custDataLst>
              <p:tags r:id="rId23"/>
            </p:custDataLst>
          </p:nvPr>
        </p:nvPicPr>
        <p:blipFill>
          <a:blip r:embed="rId24">
            <a:extLst>
              <a:ext uri="{96DAC541-7B7A-43D3-8B79-37D633B846F1}">
                <asvg:svgBlip xmlns:asvg="http://schemas.microsoft.com/office/drawing/2016/SVG/main" r:embed="rId25"/>
              </a:ext>
            </a:extLst>
          </a:blip>
          <a:srcRect/>
          <a:stretch>
            <a:fillRect/>
          </a:stretch>
        </p:blipFill>
        <p:spPr>
          <a:xfrm>
            <a:off x="3215005" y="3244215"/>
            <a:ext cx="322580" cy="323850"/>
          </a:xfrm>
          <a:prstGeom prst="rect">
            <a:avLst/>
          </a:prstGeom>
        </p:spPr>
      </p:pic>
      <p:pic>
        <p:nvPicPr>
          <p:cNvPr id="37" name="图片 23" descr="343439383331313b343532303034303bcffacadbb9dcc0ed"/>
          <p:cNvPicPr>
            <a:picLocks noChangeAspect="1"/>
          </p:cNvPicPr>
          <p:nvPr>
            <p:custDataLst>
              <p:tags r:id="rId26"/>
            </p:custDataLst>
          </p:nvPr>
        </p:nvPicPr>
        <p:blipFill>
          <a:blip r:embed="rId27">
            <a:extLst>
              <a:ext uri="{96DAC541-7B7A-43D3-8B79-37D633B846F1}">
                <asvg:svgBlip xmlns:asvg="http://schemas.microsoft.com/office/drawing/2016/SVG/main" r:embed="rId28"/>
              </a:ext>
            </a:extLst>
          </a:blip>
          <a:stretch>
            <a:fillRect/>
          </a:stretch>
        </p:blipFill>
        <p:spPr>
          <a:xfrm>
            <a:off x="2231506" y="4048934"/>
            <a:ext cx="212531" cy="212531"/>
          </a:xfrm>
          <a:prstGeom prst="rect">
            <a:avLst/>
          </a:prstGeom>
        </p:spPr>
      </p:pic>
      <p:pic>
        <p:nvPicPr>
          <p:cNvPr id="35" name="图片 19" descr="安全"/>
          <p:cNvPicPr>
            <a:picLocks noChangeAspect="1"/>
          </p:cNvPicPr>
          <p:nvPr>
            <p:custDataLst>
              <p:tags r:id="rId29"/>
            </p:custDataLst>
          </p:nvPr>
        </p:nvPicPr>
        <p:blipFill>
          <a:blip r:embed="rId30">
            <a:extLst>
              <a:ext uri="{96DAC541-7B7A-43D3-8B79-37D633B846F1}">
                <asvg:svgBlip xmlns:asvg="http://schemas.microsoft.com/office/drawing/2016/SVG/main" r:embed="rId31"/>
              </a:ext>
            </a:extLst>
          </a:blip>
          <a:srcRect/>
          <a:stretch>
            <a:fillRect/>
          </a:stretch>
        </p:blipFill>
        <p:spPr>
          <a:xfrm>
            <a:off x="2599055" y="5259070"/>
            <a:ext cx="265430" cy="266700"/>
          </a:xfrm>
          <a:prstGeom prst="rect">
            <a:avLst/>
          </a:prstGeom>
        </p:spPr>
      </p:pic>
      <p:pic>
        <p:nvPicPr>
          <p:cNvPr id="34" name="图片 20" descr="家长会"/>
          <p:cNvPicPr>
            <a:picLocks noChangeAspect="1"/>
          </p:cNvPicPr>
          <p:nvPr>
            <p:custDataLst>
              <p:tags r:id="rId32"/>
            </p:custDataLst>
          </p:nvPr>
        </p:nvPicPr>
        <p:blipFill>
          <a:blip r:embed="rId33">
            <a:extLst>
              <a:ext uri="{96DAC541-7B7A-43D3-8B79-37D633B846F1}">
                <asvg:svgBlip xmlns:asvg="http://schemas.microsoft.com/office/drawing/2016/SVG/main" r:embed="rId34"/>
              </a:ext>
            </a:extLst>
          </a:blip>
          <a:srcRect/>
          <a:stretch>
            <a:fillRect/>
          </a:stretch>
        </p:blipFill>
        <p:spPr>
          <a:xfrm>
            <a:off x="3884295" y="5248910"/>
            <a:ext cx="285750" cy="287020"/>
          </a:xfrm>
          <a:prstGeom prst="rect">
            <a:avLst/>
          </a:prstGeom>
        </p:spPr>
      </p:pic>
      <p:pic>
        <p:nvPicPr>
          <p:cNvPr id="33" name="图片 19" descr="343435383038363b343532323339393bd6b4d0d0d5aad2aa"/>
          <p:cNvPicPr>
            <a:picLocks noChangeAspect="1"/>
          </p:cNvPicPr>
          <p:nvPr>
            <p:custDataLst>
              <p:tags r:id="rId35"/>
            </p:custDataLst>
          </p:nvPr>
        </p:nvPicPr>
        <p:blipFill>
          <a:blip r:embed="rId36">
            <a:extLst>
              <a:ext uri="{96DAC541-7B7A-43D3-8B79-37D633B846F1}">
                <asvg:svgBlip xmlns:asvg="http://schemas.microsoft.com/office/drawing/2016/SVG/main" r:embed="rId37"/>
              </a:ext>
            </a:extLst>
          </a:blip>
          <a:stretch>
            <a:fillRect/>
          </a:stretch>
        </p:blipFill>
        <p:spPr>
          <a:xfrm>
            <a:off x="4321576" y="4048934"/>
            <a:ext cx="212531" cy="212531"/>
          </a:xfrm>
          <a:prstGeom prst="rect">
            <a:avLst/>
          </a:prstGeom>
        </p:spPr>
      </p:pic>
      <p:sp>
        <p:nvSpPr>
          <p:cNvPr id="30" name="文本框 29"/>
          <p:cNvSpPr txBox="1"/>
          <p:nvPr>
            <p:custDataLst>
              <p:tags r:id="rId38"/>
            </p:custDataLst>
          </p:nvPr>
        </p:nvSpPr>
        <p:spPr>
          <a:xfrm>
            <a:off x="2331085" y="2465705"/>
            <a:ext cx="2096770" cy="500380"/>
          </a:xfrm>
          <a:prstGeom prst="rect">
            <a:avLst/>
          </a:prstGeom>
          <a:noFill/>
        </p:spPr>
        <p:txBody>
          <a:bodyPr wrap="square" lIns="0" tIns="0" rIns="0" bIns="0" rtlCol="0" anchor="t" anchorCtr="0">
            <a:noAutofit/>
          </a:bodyPr>
          <a:lstStyle/>
          <a:p>
            <a:pPr lvl="0" algn="ctr">
              <a:lnSpc>
                <a:spcPct val="130000"/>
              </a:lnSpc>
              <a:buClrTx/>
              <a:buSzTx/>
              <a:buFontTx/>
            </a:pPr>
            <a:r>
              <a:rPr lang="zh-CN" altLang="en-US" sz="1400" spc="150" dirty="0">
                <a:solidFill>
                  <a:schemeClr val="tx1">
                    <a:lumMod val="65000"/>
                    <a:lumOff val="35000"/>
                  </a:schemeClr>
                </a:solidFill>
                <a:uFillTx/>
                <a:latin typeface="+mn-ea"/>
                <a:cs typeface="+mn-ea"/>
                <a:sym typeface="+mn-ea"/>
              </a:rPr>
              <a:t>协助教育局建立统一的机构备案与审核制度</a:t>
            </a:r>
            <a:endParaRPr lang="zh-CN" altLang="en-US" sz="1400" spc="150" dirty="0">
              <a:solidFill>
                <a:schemeClr val="tx1">
                  <a:lumMod val="65000"/>
                  <a:lumOff val="35000"/>
                </a:schemeClr>
              </a:solidFill>
              <a:uFillTx/>
              <a:latin typeface="+mn-ea"/>
              <a:cs typeface="+mn-ea"/>
              <a:sym typeface="+mn-ea"/>
            </a:endParaRPr>
          </a:p>
        </p:txBody>
      </p:sp>
      <p:sp>
        <p:nvSpPr>
          <p:cNvPr id="61" name="矩形 60"/>
          <p:cNvSpPr/>
          <p:nvPr/>
        </p:nvSpPr>
        <p:spPr>
          <a:xfrm>
            <a:off x="8580755" y="5934075"/>
            <a:ext cx="3529330" cy="822960"/>
          </a:xfrm>
          <a:prstGeom prst="rect">
            <a:avLst/>
          </a:prstGeom>
          <a:solidFill>
            <a:schemeClr val="bg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62" name="椭圆 61"/>
          <p:cNvSpPr/>
          <p:nvPr>
            <p:custDataLst>
              <p:tags r:id="rId39"/>
            </p:custDataLst>
          </p:nvPr>
        </p:nvSpPr>
        <p:spPr>
          <a:xfrm>
            <a:off x="8326942" y="3943407"/>
            <a:ext cx="1075687" cy="1075687"/>
          </a:xfrm>
          <a:prstGeom prst="ellipse">
            <a:avLst/>
          </a:prstGeom>
          <a:noFill/>
          <a:ln w="6350">
            <a:solidFill>
              <a:schemeClr val="tx1">
                <a:lumMod val="65000"/>
                <a:lumOff val="35000"/>
                <a:alpha val="2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vert="horz" wrap="square" numCol="1" spcCol="0" rtlCol="0" fromWordArt="0" anchor="ctr" anchorCtr="0" forceAA="0" compatLnSpc="1">
            <a:noAutofit/>
          </a:bodyP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lvl="0" algn="ctr">
              <a:lnSpc>
                <a:spcPct val="130000"/>
              </a:lnSpc>
              <a:spcBef>
                <a:spcPts val="0"/>
              </a:spcBef>
              <a:spcAft>
                <a:spcPts val="0"/>
              </a:spcAft>
              <a:buClrTx/>
              <a:buSzTx/>
              <a:buFontTx/>
            </a:pPr>
            <a:endParaRPr lang="zh-CN" altLang="en-US">
              <a:solidFill>
                <a:schemeClr val="lt1"/>
              </a:solidFill>
              <a:sym typeface="+mn-ea"/>
            </a:endParaRPr>
          </a:p>
        </p:txBody>
      </p:sp>
      <p:sp>
        <p:nvSpPr>
          <p:cNvPr id="64" name="弧形 63"/>
          <p:cNvSpPr/>
          <p:nvPr>
            <p:custDataLst>
              <p:tags r:id="rId40"/>
            </p:custDataLst>
          </p:nvPr>
        </p:nvSpPr>
        <p:spPr>
          <a:xfrm>
            <a:off x="7731103" y="3348449"/>
            <a:ext cx="2266926" cy="2267367"/>
          </a:xfrm>
          <a:prstGeom prst="arc">
            <a:avLst>
              <a:gd name="adj1" fmla="val 17303427"/>
              <a:gd name="adj2" fmla="val 19073496"/>
            </a:avLst>
          </a:prstGeom>
          <a:ln>
            <a:solidFill>
              <a:schemeClr val="tx1">
                <a:lumMod val="65000"/>
                <a:lumOff val="35000"/>
                <a:alpha val="25000"/>
              </a:schemeClr>
            </a:solidFill>
            <a:tailEnd type="oval"/>
          </a:ln>
        </p:spPr>
        <p:style>
          <a:lnRef idx="1">
            <a:schemeClr val="accent1"/>
          </a:lnRef>
          <a:fillRef idx="0">
            <a:schemeClr val="accent1"/>
          </a:fillRef>
          <a:effectRef idx="0">
            <a:schemeClr val="accent1"/>
          </a:effectRef>
          <a:fontRef idx="minor">
            <a:schemeClr val="tx1"/>
          </a:fontRef>
        </p:style>
        <p:txBody>
          <a:bodyPr rtlCol="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endParaRPr lang="zh-CN" altLang="en-US">
              <a:solidFill>
                <a:schemeClr val="tx1"/>
              </a:solidFill>
            </a:endParaRPr>
          </a:p>
        </p:txBody>
      </p:sp>
      <p:sp>
        <p:nvSpPr>
          <p:cNvPr id="65" name="弧形 64"/>
          <p:cNvSpPr/>
          <p:nvPr>
            <p:custDataLst>
              <p:tags r:id="rId41"/>
            </p:custDataLst>
          </p:nvPr>
        </p:nvSpPr>
        <p:spPr>
          <a:xfrm rot="5880000">
            <a:off x="7733308" y="3347567"/>
            <a:ext cx="2267367" cy="2266926"/>
          </a:xfrm>
          <a:prstGeom prst="arc">
            <a:avLst>
              <a:gd name="adj1" fmla="val 15717324"/>
              <a:gd name="adj2" fmla="val 17491149"/>
            </a:avLst>
          </a:prstGeom>
          <a:ln>
            <a:solidFill>
              <a:schemeClr val="tx1">
                <a:lumMod val="65000"/>
                <a:lumOff val="35000"/>
                <a:alpha val="25000"/>
              </a:schemeClr>
            </a:solidFill>
            <a:tailEnd type="oval"/>
          </a:ln>
        </p:spPr>
        <p:style>
          <a:lnRef idx="1">
            <a:schemeClr val="accent1"/>
          </a:lnRef>
          <a:fillRef idx="0">
            <a:schemeClr val="accent1"/>
          </a:fillRef>
          <a:effectRef idx="0">
            <a:schemeClr val="accent1"/>
          </a:effectRef>
          <a:fontRef idx="minor">
            <a:schemeClr val="tx1"/>
          </a:fontRef>
        </p:style>
        <p:txBody>
          <a:bodyPr rtlCol="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endParaRPr lang="zh-CN" altLang="en-US">
              <a:solidFill>
                <a:schemeClr val="tx1"/>
              </a:solidFill>
            </a:endParaRPr>
          </a:p>
        </p:txBody>
      </p:sp>
      <p:sp>
        <p:nvSpPr>
          <p:cNvPr id="66" name="弧形 65"/>
          <p:cNvSpPr/>
          <p:nvPr>
            <p:custDataLst>
              <p:tags r:id="rId42"/>
            </p:custDataLst>
          </p:nvPr>
        </p:nvSpPr>
        <p:spPr>
          <a:xfrm rot="11880000">
            <a:off x="7737718" y="3355506"/>
            <a:ext cx="2266926" cy="2267367"/>
          </a:xfrm>
          <a:prstGeom prst="arc">
            <a:avLst>
              <a:gd name="adj1" fmla="val 14086945"/>
              <a:gd name="adj2" fmla="val 15878745"/>
            </a:avLst>
          </a:prstGeom>
          <a:ln>
            <a:solidFill>
              <a:schemeClr val="tx1">
                <a:lumMod val="65000"/>
                <a:lumOff val="35000"/>
                <a:alpha val="25000"/>
              </a:schemeClr>
            </a:solidFill>
            <a:tailEnd type="oval"/>
          </a:ln>
        </p:spPr>
        <p:style>
          <a:lnRef idx="1">
            <a:schemeClr val="accent1"/>
          </a:lnRef>
          <a:fillRef idx="0">
            <a:schemeClr val="accent1"/>
          </a:fillRef>
          <a:effectRef idx="0">
            <a:schemeClr val="accent1"/>
          </a:effectRef>
          <a:fontRef idx="minor">
            <a:schemeClr val="tx1"/>
          </a:fontRef>
        </p:style>
        <p:txBody>
          <a:bodyPr rtlCol="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endParaRPr lang="zh-CN" altLang="en-US">
              <a:solidFill>
                <a:schemeClr val="tx1"/>
              </a:solidFill>
            </a:endParaRPr>
          </a:p>
        </p:txBody>
      </p:sp>
      <p:sp>
        <p:nvSpPr>
          <p:cNvPr id="67" name="弧形 66"/>
          <p:cNvSpPr/>
          <p:nvPr>
            <p:custDataLst>
              <p:tags r:id="rId43"/>
            </p:custDataLst>
          </p:nvPr>
        </p:nvSpPr>
        <p:spPr>
          <a:xfrm rot="16500000">
            <a:off x="7738159" y="3355506"/>
            <a:ext cx="2267367" cy="2266926"/>
          </a:xfrm>
          <a:prstGeom prst="arc">
            <a:avLst>
              <a:gd name="adj1" fmla="val 13827116"/>
              <a:gd name="adj2" fmla="val 15489774"/>
            </a:avLst>
          </a:prstGeom>
          <a:ln>
            <a:solidFill>
              <a:schemeClr val="tx1">
                <a:lumMod val="65000"/>
                <a:lumOff val="35000"/>
                <a:alpha val="25000"/>
              </a:schemeClr>
            </a:solidFill>
            <a:tailEnd type="oval"/>
          </a:ln>
        </p:spPr>
        <p:style>
          <a:lnRef idx="1">
            <a:schemeClr val="accent1"/>
          </a:lnRef>
          <a:fillRef idx="0">
            <a:schemeClr val="accent1"/>
          </a:fillRef>
          <a:effectRef idx="0">
            <a:schemeClr val="accent1"/>
          </a:effectRef>
          <a:fontRef idx="minor">
            <a:schemeClr val="tx1"/>
          </a:fontRef>
        </p:style>
        <p:txBody>
          <a:bodyPr rtlCol="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endParaRPr lang="zh-CN" altLang="en-US">
              <a:solidFill>
                <a:schemeClr val="tx1"/>
              </a:solidFill>
            </a:endParaRPr>
          </a:p>
        </p:txBody>
      </p:sp>
      <p:sp>
        <p:nvSpPr>
          <p:cNvPr id="68" name="椭圆 67"/>
          <p:cNvSpPr/>
          <p:nvPr>
            <p:custDataLst>
              <p:tags r:id="rId44"/>
            </p:custDataLst>
          </p:nvPr>
        </p:nvSpPr>
        <p:spPr>
          <a:xfrm>
            <a:off x="9547289" y="3769198"/>
            <a:ext cx="725063" cy="725063"/>
          </a:xfrm>
          <a:prstGeom prst="ellipse">
            <a:avLst/>
          </a:prstGeom>
          <a:noFill/>
          <a:ln w="6350">
            <a:solidFill>
              <a:schemeClr val="tx1">
                <a:lumMod val="65000"/>
                <a:lumOff val="35000"/>
                <a:alpha val="2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vert="horz" wrap="square" numCol="1" spcCol="0" rtlCol="0" fromWordArt="0" anchor="ctr" anchorCtr="0" forceAA="0" compatLnSpc="1">
            <a:noAutofit/>
          </a:bodyP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lvl="0" algn="ctr">
              <a:buClrTx/>
              <a:buSzTx/>
              <a:buFontTx/>
            </a:pPr>
            <a:endParaRPr lang="zh-CN" altLang="en-US">
              <a:solidFill>
                <a:schemeClr val="lt1"/>
              </a:solidFill>
              <a:sym typeface="+mn-ea"/>
            </a:endParaRPr>
          </a:p>
        </p:txBody>
      </p:sp>
      <p:sp>
        <p:nvSpPr>
          <p:cNvPr id="69" name="任意多边形: 形状 41"/>
          <p:cNvSpPr/>
          <p:nvPr>
            <p:custDataLst>
              <p:tags r:id="rId45"/>
            </p:custDataLst>
          </p:nvPr>
        </p:nvSpPr>
        <p:spPr>
          <a:xfrm>
            <a:off x="9622265" y="3844174"/>
            <a:ext cx="575552" cy="575552"/>
          </a:xfrm>
          <a:custGeom>
            <a:avLst/>
            <a:gdLst>
              <a:gd name="connsiteX0" fmla="*/ 0 w 1075272"/>
              <a:gd name="connsiteY0" fmla="*/ 537636 h 1075272"/>
              <a:gd name="connsiteX1" fmla="*/ 537636 w 1075272"/>
              <a:gd name="connsiteY1" fmla="*/ 0 h 1075272"/>
              <a:gd name="connsiteX2" fmla="*/ 1075272 w 1075272"/>
              <a:gd name="connsiteY2" fmla="*/ 537636 h 1075272"/>
              <a:gd name="connsiteX3" fmla="*/ 537636 w 1075272"/>
              <a:gd name="connsiteY3" fmla="*/ 1075272 h 1075272"/>
              <a:gd name="connsiteX4" fmla="*/ 0 w 1075272"/>
              <a:gd name="connsiteY4" fmla="*/ 537636 h 107527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75272" h="1075272">
                <a:moveTo>
                  <a:pt x="0" y="537636"/>
                </a:moveTo>
                <a:cubicBezTo>
                  <a:pt x="0" y="240708"/>
                  <a:pt x="240708" y="0"/>
                  <a:pt x="537636" y="0"/>
                </a:cubicBezTo>
                <a:cubicBezTo>
                  <a:pt x="834564" y="0"/>
                  <a:pt x="1075272" y="240708"/>
                  <a:pt x="1075272" y="537636"/>
                </a:cubicBezTo>
                <a:cubicBezTo>
                  <a:pt x="1075272" y="834564"/>
                  <a:pt x="834564" y="1075272"/>
                  <a:pt x="537636" y="1075272"/>
                </a:cubicBezTo>
                <a:cubicBezTo>
                  <a:pt x="240708" y="1075272"/>
                  <a:pt x="0" y="834564"/>
                  <a:pt x="0" y="537636"/>
                </a:cubicBezTo>
                <a:close/>
              </a:path>
            </a:pathLst>
          </a:custGeom>
          <a:gradFill>
            <a:gsLst>
              <a:gs pos="0">
                <a:srgbClr val="E0C09E"/>
              </a:gs>
              <a:gs pos="71000">
                <a:srgbClr val="D4A979"/>
              </a:gs>
            </a:gsLst>
            <a:lin ang="2700000" scaled="0"/>
          </a:gradFill>
          <a:ln>
            <a:noFill/>
          </a:ln>
          <a:effectLst>
            <a:outerShdw blurRad="50800" dist="38100" dir="8100000" algn="tr" rotWithShape="0">
              <a:schemeClr val="accent1">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lvl="0" algn="ctr" defTabSz="914400">
              <a:buClrTx/>
              <a:buSzTx/>
              <a:buFontTx/>
            </a:pPr>
            <a:endParaRPr lang="zh-CN" altLang="en-US" dirty="0">
              <a:sym typeface="+mn-ea"/>
            </a:endParaRPr>
          </a:p>
        </p:txBody>
      </p:sp>
      <p:sp>
        <p:nvSpPr>
          <p:cNvPr id="70" name="椭圆 69"/>
          <p:cNvSpPr/>
          <p:nvPr>
            <p:custDataLst>
              <p:tags r:id="rId46"/>
            </p:custDataLst>
          </p:nvPr>
        </p:nvSpPr>
        <p:spPr>
          <a:xfrm>
            <a:off x="9146387" y="5006304"/>
            <a:ext cx="725063" cy="725063"/>
          </a:xfrm>
          <a:prstGeom prst="ellipse">
            <a:avLst/>
          </a:prstGeom>
          <a:noFill/>
          <a:ln w="6350">
            <a:solidFill>
              <a:schemeClr val="tx1">
                <a:lumMod val="65000"/>
                <a:lumOff val="35000"/>
                <a:alpha val="2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vert="horz" wrap="square" numCol="1" spcCol="0" rtlCol="0" fromWordArt="0" anchor="ctr" anchorCtr="0" forceAA="0" compatLnSpc="1">
            <a:noAutofit/>
          </a:bodyP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lvl="0" algn="ctr">
              <a:buClrTx/>
              <a:buSzTx/>
              <a:buFontTx/>
            </a:pPr>
            <a:endParaRPr lang="zh-CN" altLang="en-US">
              <a:solidFill>
                <a:schemeClr val="lt1"/>
              </a:solidFill>
              <a:sym typeface="+mn-ea"/>
            </a:endParaRPr>
          </a:p>
        </p:txBody>
      </p:sp>
      <p:sp>
        <p:nvSpPr>
          <p:cNvPr id="71" name="任意多边形: 形状 42"/>
          <p:cNvSpPr/>
          <p:nvPr>
            <p:custDataLst>
              <p:tags r:id="rId47"/>
            </p:custDataLst>
          </p:nvPr>
        </p:nvSpPr>
        <p:spPr>
          <a:xfrm>
            <a:off x="9221364" y="5081280"/>
            <a:ext cx="575552" cy="575552"/>
          </a:xfrm>
          <a:custGeom>
            <a:avLst/>
            <a:gdLst>
              <a:gd name="connsiteX0" fmla="*/ 0 w 1075272"/>
              <a:gd name="connsiteY0" fmla="*/ 537636 h 1075272"/>
              <a:gd name="connsiteX1" fmla="*/ 537636 w 1075272"/>
              <a:gd name="connsiteY1" fmla="*/ 0 h 1075272"/>
              <a:gd name="connsiteX2" fmla="*/ 1075272 w 1075272"/>
              <a:gd name="connsiteY2" fmla="*/ 537636 h 1075272"/>
              <a:gd name="connsiteX3" fmla="*/ 537636 w 1075272"/>
              <a:gd name="connsiteY3" fmla="*/ 1075272 h 1075272"/>
              <a:gd name="connsiteX4" fmla="*/ 0 w 1075272"/>
              <a:gd name="connsiteY4" fmla="*/ 537636 h 107527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75272" h="1075272">
                <a:moveTo>
                  <a:pt x="0" y="537636"/>
                </a:moveTo>
                <a:cubicBezTo>
                  <a:pt x="0" y="240708"/>
                  <a:pt x="240708" y="0"/>
                  <a:pt x="537636" y="0"/>
                </a:cubicBezTo>
                <a:cubicBezTo>
                  <a:pt x="834564" y="0"/>
                  <a:pt x="1075272" y="240708"/>
                  <a:pt x="1075272" y="537636"/>
                </a:cubicBezTo>
                <a:cubicBezTo>
                  <a:pt x="1075272" y="834564"/>
                  <a:pt x="834564" y="1075272"/>
                  <a:pt x="537636" y="1075272"/>
                </a:cubicBezTo>
                <a:cubicBezTo>
                  <a:pt x="240708" y="1075272"/>
                  <a:pt x="0" y="834564"/>
                  <a:pt x="0" y="537636"/>
                </a:cubicBezTo>
                <a:close/>
              </a:path>
            </a:pathLst>
          </a:custGeom>
          <a:gradFill>
            <a:gsLst>
              <a:gs pos="0">
                <a:srgbClr val="E0C09E"/>
              </a:gs>
              <a:gs pos="71000">
                <a:srgbClr val="D4A979"/>
              </a:gs>
            </a:gsLst>
            <a:lin ang="2700000" scaled="0"/>
          </a:gradFill>
          <a:ln>
            <a:noFill/>
          </a:ln>
          <a:effectLst>
            <a:outerShdw blurRad="50800" dist="38100" dir="8100000" algn="tr" rotWithShape="0">
              <a:schemeClr val="accent1">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lvl="0" algn="ctr" defTabSz="914400">
              <a:buClrTx/>
              <a:buSzTx/>
              <a:buFontTx/>
            </a:pPr>
            <a:endParaRPr lang="zh-CN" altLang="en-US" dirty="0">
              <a:sym typeface="+mn-ea"/>
            </a:endParaRPr>
          </a:p>
        </p:txBody>
      </p:sp>
      <p:sp>
        <p:nvSpPr>
          <p:cNvPr id="72" name="任意多边形: 形状 39"/>
          <p:cNvSpPr>
            <a:spLocks noChangeAspect="1"/>
          </p:cNvSpPr>
          <p:nvPr>
            <p:custDataLst>
              <p:tags r:id="rId48"/>
            </p:custDataLst>
          </p:nvPr>
        </p:nvSpPr>
        <p:spPr>
          <a:xfrm>
            <a:off x="8427058" y="4043522"/>
            <a:ext cx="875127" cy="875127"/>
          </a:xfrm>
          <a:custGeom>
            <a:avLst/>
            <a:gdLst>
              <a:gd name="connsiteX0" fmla="*/ 0 w 1536103"/>
              <a:gd name="connsiteY0" fmla="*/ 768052 h 1536103"/>
              <a:gd name="connsiteX1" fmla="*/ 768052 w 1536103"/>
              <a:gd name="connsiteY1" fmla="*/ 0 h 1536103"/>
              <a:gd name="connsiteX2" fmla="*/ 1536104 w 1536103"/>
              <a:gd name="connsiteY2" fmla="*/ 768052 h 1536103"/>
              <a:gd name="connsiteX3" fmla="*/ 768052 w 1536103"/>
              <a:gd name="connsiteY3" fmla="*/ 1536104 h 1536103"/>
              <a:gd name="connsiteX4" fmla="*/ 0 w 1536103"/>
              <a:gd name="connsiteY4" fmla="*/ 768052 h 153610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36103" h="1536103">
                <a:moveTo>
                  <a:pt x="0" y="768052"/>
                </a:moveTo>
                <a:cubicBezTo>
                  <a:pt x="0" y="343869"/>
                  <a:pt x="343869" y="0"/>
                  <a:pt x="768052" y="0"/>
                </a:cubicBezTo>
                <a:cubicBezTo>
                  <a:pt x="1192235" y="0"/>
                  <a:pt x="1536104" y="343869"/>
                  <a:pt x="1536104" y="768052"/>
                </a:cubicBezTo>
                <a:cubicBezTo>
                  <a:pt x="1536104" y="1192235"/>
                  <a:pt x="1192235" y="1536104"/>
                  <a:pt x="768052" y="1536104"/>
                </a:cubicBezTo>
                <a:cubicBezTo>
                  <a:pt x="343869" y="1536104"/>
                  <a:pt x="0" y="1192235"/>
                  <a:pt x="0" y="768052"/>
                </a:cubicBezTo>
                <a:close/>
              </a:path>
            </a:pathLst>
          </a:custGeom>
          <a:gradFill>
            <a:gsLst>
              <a:gs pos="0">
                <a:srgbClr val="E0C09E"/>
              </a:gs>
              <a:gs pos="71000">
                <a:srgbClr val="D4A979"/>
              </a:gs>
            </a:gsLst>
            <a:lin ang="2700000" scaled="0"/>
          </a:gradFill>
          <a:ln>
            <a:noFill/>
          </a:ln>
          <a:effectLst>
            <a:outerShdw blurRad="50800" dist="38100" dir="8100000" algn="tr" rotWithShape="0">
              <a:schemeClr val="accent1">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spcFirstLastPara="0" vertOverflow="overflow" horzOverflow="overflow" vert="horz" wrap="square" lIns="91440" tIns="45720" rIns="91440" bIns="45720" numCol="1" spcCol="0" rtlCol="0" fromWordArt="0" anchor="ctr" anchorCtr="0" forceAA="0" compatLnSpc="1">
            <a:noAutofit/>
          </a:bodyP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lvl="0" algn="ctr" defTabSz="914400">
              <a:buClrTx/>
              <a:buSzTx/>
              <a:buFontTx/>
            </a:pPr>
            <a:r>
              <a:rPr lang="zh-CN" altLang="en-US" sz="1600" b="1">
                <a:sym typeface="+mn-ea"/>
              </a:rPr>
              <a:t>运营</a:t>
            </a:r>
            <a:endParaRPr lang="zh-CN" altLang="en-US" sz="1600" b="1">
              <a:sym typeface="+mn-ea"/>
            </a:endParaRPr>
          </a:p>
          <a:p>
            <a:pPr lvl="0" algn="ctr" defTabSz="914400">
              <a:buClrTx/>
              <a:buSzTx/>
              <a:buFontTx/>
            </a:pPr>
            <a:r>
              <a:rPr lang="zh-CN" altLang="en-US" sz="1600" b="1">
                <a:sym typeface="+mn-ea"/>
              </a:rPr>
              <a:t>能力</a:t>
            </a:r>
            <a:endParaRPr lang="zh-CN" altLang="en-US" sz="1600" b="1" dirty="0">
              <a:sym typeface="+mn-ea"/>
            </a:endParaRPr>
          </a:p>
        </p:txBody>
      </p:sp>
      <p:sp>
        <p:nvSpPr>
          <p:cNvPr id="73" name="文本框 72"/>
          <p:cNvSpPr txBox="1"/>
          <p:nvPr>
            <p:custDataLst>
              <p:tags r:id="rId49"/>
            </p:custDataLst>
          </p:nvPr>
        </p:nvSpPr>
        <p:spPr>
          <a:xfrm>
            <a:off x="10375265" y="3666490"/>
            <a:ext cx="1050925" cy="694690"/>
          </a:xfrm>
          <a:prstGeom prst="rect">
            <a:avLst/>
          </a:prstGeom>
          <a:noFill/>
        </p:spPr>
        <p:txBody>
          <a:bodyPr wrap="square" lIns="0" tIns="0" rIns="0" bIns="0" rtlCol="0" anchor="t" anchorCtr="0">
            <a:noAutofit/>
          </a:bodyPr>
          <a:lstStyle/>
          <a:p>
            <a:pPr lvl="0" algn="l">
              <a:lnSpc>
                <a:spcPct val="130000"/>
              </a:lnSpc>
              <a:buClrTx/>
              <a:buSzTx/>
              <a:buFontTx/>
            </a:pPr>
            <a:r>
              <a:rPr lang="zh-CN" altLang="en-US" sz="1400" spc="150" dirty="0">
                <a:solidFill>
                  <a:schemeClr val="tx1">
                    <a:lumMod val="65000"/>
                    <a:lumOff val="35000"/>
                  </a:schemeClr>
                </a:solidFill>
                <a:uFillTx/>
                <a:latin typeface="+mn-ea"/>
                <a:cs typeface="+mn-ea"/>
                <a:sym typeface="+mn-ea"/>
              </a:rPr>
              <a:t>用大数据优化课程与师资配置</a:t>
            </a:r>
            <a:endParaRPr lang="zh-CN" altLang="en-US" sz="1400" spc="150" dirty="0">
              <a:solidFill>
                <a:schemeClr val="tx1">
                  <a:lumMod val="65000"/>
                  <a:lumOff val="35000"/>
                </a:schemeClr>
              </a:solidFill>
              <a:uFillTx/>
              <a:latin typeface="+mn-ea"/>
              <a:cs typeface="+mn-ea"/>
              <a:sym typeface="+mn-ea"/>
            </a:endParaRPr>
          </a:p>
        </p:txBody>
      </p:sp>
      <p:sp>
        <p:nvSpPr>
          <p:cNvPr id="74" name="文本框 73"/>
          <p:cNvSpPr txBox="1"/>
          <p:nvPr>
            <p:custDataLst>
              <p:tags r:id="rId50"/>
            </p:custDataLst>
          </p:nvPr>
        </p:nvSpPr>
        <p:spPr>
          <a:xfrm>
            <a:off x="10006330" y="5269865"/>
            <a:ext cx="1327150" cy="867410"/>
          </a:xfrm>
          <a:prstGeom prst="rect">
            <a:avLst/>
          </a:prstGeom>
          <a:noFill/>
        </p:spPr>
        <p:txBody>
          <a:bodyPr wrap="square" lIns="0" tIns="0" rIns="0" bIns="0" rtlCol="0" anchor="t" anchorCtr="0">
            <a:noAutofit/>
          </a:bodyPr>
          <a:lstStyle/>
          <a:p>
            <a:pPr lvl="0" algn="l">
              <a:lnSpc>
                <a:spcPct val="130000"/>
              </a:lnSpc>
              <a:buClrTx/>
              <a:buSzTx/>
              <a:buFontTx/>
            </a:pPr>
            <a:r>
              <a:rPr lang="zh-CN" altLang="en-US" sz="1400" spc="150" dirty="0">
                <a:solidFill>
                  <a:schemeClr val="tx1">
                    <a:lumMod val="65000"/>
                    <a:lumOff val="35000"/>
                  </a:schemeClr>
                </a:solidFill>
                <a:uFillTx/>
                <a:latin typeface="+mn-ea"/>
                <a:cs typeface="+mn-ea"/>
                <a:sym typeface="+mn-ea"/>
              </a:rPr>
              <a:t>定期培训学校和机构，推广优秀案例</a:t>
            </a:r>
            <a:endParaRPr lang="zh-CN" altLang="en-US" sz="1400" spc="150" dirty="0">
              <a:solidFill>
                <a:schemeClr val="tx1">
                  <a:lumMod val="65000"/>
                  <a:lumOff val="35000"/>
                </a:schemeClr>
              </a:solidFill>
              <a:uFillTx/>
              <a:latin typeface="+mn-ea"/>
              <a:cs typeface="+mn-ea"/>
              <a:sym typeface="+mn-ea"/>
            </a:endParaRPr>
          </a:p>
        </p:txBody>
      </p:sp>
      <p:sp>
        <p:nvSpPr>
          <p:cNvPr id="75" name="文本框 74"/>
          <p:cNvSpPr txBox="1"/>
          <p:nvPr>
            <p:custDataLst>
              <p:tags r:id="rId51"/>
            </p:custDataLst>
          </p:nvPr>
        </p:nvSpPr>
        <p:spPr>
          <a:xfrm>
            <a:off x="6421120" y="3595370"/>
            <a:ext cx="960120" cy="753110"/>
          </a:xfrm>
          <a:prstGeom prst="rect">
            <a:avLst/>
          </a:prstGeom>
          <a:noFill/>
        </p:spPr>
        <p:txBody>
          <a:bodyPr wrap="square" lIns="0" tIns="0" rIns="0" bIns="0" rtlCol="0" anchor="t" anchorCtr="0">
            <a:noAutofit/>
          </a:bodyPr>
          <a:lstStyle/>
          <a:p>
            <a:pPr lvl="0" algn="r">
              <a:lnSpc>
                <a:spcPct val="130000"/>
              </a:lnSpc>
              <a:buClrTx/>
              <a:buSzTx/>
              <a:buFontTx/>
            </a:pPr>
            <a:r>
              <a:rPr lang="zh-CN" altLang="en-US" sz="1400" spc="150" dirty="0">
                <a:solidFill>
                  <a:schemeClr val="tx1">
                    <a:lumMod val="65000"/>
                    <a:lumOff val="35000"/>
                  </a:schemeClr>
                </a:solidFill>
                <a:uFillTx/>
                <a:latin typeface="+mn-ea"/>
                <a:cs typeface="+mn-ea"/>
                <a:sym typeface="+mn-ea"/>
              </a:rPr>
              <a:t>每周运营监控，发现问题即时预警</a:t>
            </a:r>
            <a:endParaRPr lang="zh-CN" altLang="en-US" sz="1400" spc="150" dirty="0">
              <a:solidFill>
                <a:schemeClr val="tx1">
                  <a:lumMod val="65000"/>
                  <a:lumOff val="35000"/>
                </a:schemeClr>
              </a:solidFill>
              <a:uFillTx/>
              <a:latin typeface="+mn-ea"/>
              <a:cs typeface="+mn-ea"/>
              <a:sym typeface="+mn-ea"/>
            </a:endParaRPr>
          </a:p>
        </p:txBody>
      </p:sp>
      <p:sp>
        <p:nvSpPr>
          <p:cNvPr id="76" name="文本框 75"/>
          <p:cNvSpPr txBox="1"/>
          <p:nvPr>
            <p:custDataLst>
              <p:tags r:id="rId52"/>
            </p:custDataLst>
          </p:nvPr>
        </p:nvSpPr>
        <p:spPr>
          <a:xfrm>
            <a:off x="6366510" y="5269865"/>
            <a:ext cx="1386205" cy="867410"/>
          </a:xfrm>
          <a:prstGeom prst="rect">
            <a:avLst/>
          </a:prstGeom>
          <a:noFill/>
        </p:spPr>
        <p:txBody>
          <a:bodyPr wrap="square" lIns="0" tIns="0" rIns="0" bIns="0" rtlCol="0" anchor="t" anchorCtr="0">
            <a:noAutofit/>
          </a:bodyPr>
          <a:lstStyle/>
          <a:p>
            <a:pPr lvl="0" algn="r">
              <a:lnSpc>
                <a:spcPct val="130000"/>
              </a:lnSpc>
              <a:buClrTx/>
              <a:buSzTx/>
              <a:buFontTx/>
            </a:pPr>
            <a:r>
              <a:rPr lang="zh-CN" altLang="en-US" sz="1400" spc="150" dirty="0">
                <a:solidFill>
                  <a:schemeClr val="tx1">
                    <a:lumMod val="65000"/>
                    <a:lumOff val="35000"/>
                  </a:schemeClr>
                </a:solidFill>
                <a:uFillTx/>
                <a:latin typeface="+mn-ea"/>
                <a:cs typeface="+mn-ea"/>
                <a:sym typeface="+mn-ea"/>
              </a:rPr>
              <a:t>持续跟进政策变化，确保系统和服务合规、前瞻</a:t>
            </a:r>
            <a:endParaRPr lang="zh-CN" altLang="en-US" sz="1400" spc="150" dirty="0">
              <a:solidFill>
                <a:schemeClr val="tx1">
                  <a:lumMod val="65000"/>
                  <a:lumOff val="35000"/>
                </a:schemeClr>
              </a:solidFill>
              <a:uFillTx/>
              <a:latin typeface="+mn-ea"/>
              <a:cs typeface="+mn-ea"/>
              <a:sym typeface="+mn-ea"/>
            </a:endParaRPr>
          </a:p>
        </p:txBody>
      </p:sp>
      <p:sp>
        <p:nvSpPr>
          <p:cNvPr id="77" name="椭圆 76"/>
          <p:cNvSpPr/>
          <p:nvPr>
            <p:custDataLst>
              <p:tags r:id="rId53"/>
            </p:custDataLst>
          </p:nvPr>
        </p:nvSpPr>
        <p:spPr>
          <a:xfrm>
            <a:off x="7851064" y="5006304"/>
            <a:ext cx="725063" cy="725063"/>
          </a:xfrm>
          <a:prstGeom prst="ellipse">
            <a:avLst/>
          </a:prstGeom>
          <a:noFill/>
          <a:ln w="6350">
            <a:solidFill>
              <a:schemeClr val="tx1">
                <a:lumMod val="65000"/>
                <a:lumOff val="35000"/>
                <a:alpha val="2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vert="horz" wrap="square" numCol="1" spcCol="0" rtlCol="0" fromWordArt="0" anchor="ctr" anchorCtr="0" forceAA="0" compatLnSpc="1">
            <a:noAutofit/>
          </a:bodyP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lvl="0" algn="ctr">
              <a:buClrTx/>
              <a:buSzTx/>
              <a:buFontTx/>
            </a:pPr>
            <a:endParaRPr lang="zh-CN" altLang="en-US">
              <a:solidFill>
                <a:schemeClr val="lt1"/>
              </a:solidFill>
              <a:sym typeface="+mn-ea"/>
            </a:endParaRPr>
          </a:p>
        </p:txBody>
      </p:sp>
      <p:sp>
        <p:nvSpPr>
          <p:cNvPr id="78" name="任意多边形: 形状 44"/>
          <p:cNvSpPr/>
          <p:nvPr>
            <p:custDataLst>
              <p:tags r:id="rId54"/>
            </p:custDataLst>
          </p:nvPr>
        </p:nvSpPr>
        <p:spPr>
          <a:xfrm>
            <a:off x="7926041" y="5081280"/>
            <a:ext cx="575552" cy="575552"/>
          </a:xfrm>
          <a:custGeom>
            <a:avLst/>
            <a:gdLst>
              <a:gd name="connsiteX0" fmla="*/ 0 w 1075272"/>
              <a:gd name="connsiteY0" fmla="*/ 537636 h 1075272"/>
              <a:gd name="connsiteX1" fmla="*/ 537636 w 1075272"/>
              <a:gd name="connsiteY1" fmla="*/ 0 h 1075272"/>
              <a:gd name="connsiteX2" fmla="*/ 1075272 w 1075272"/>
              <a:gd name="connsiteY2" fmla="*/ 537636 h 1075272"/>
              <a:gd name="connsiteX3" fmla="*/ 537636 w 1075272"/>
              <a:gd name="connsiteY3" fmla="*/ 1075272 h 1075272"/>
              <a:gd name="connsiteX4" fmla="*/ 0 w 1075272"/>
              <a:gd name="connsiteY4" fmla="*/ 537636 h 107527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75272" h="1075272">
                <a:moveTo>
                  <a:pt x="0" y="537636"/>
                </a:moveTo>
                <a:cubicBezTo>
                  <a:pt x="0" y="240708"/>
                  <a:pt x="240708" y="0"/>
                  <a:pt x="537636" y="0"/>
                </a:cubicBezTo>
                <a:cubicBezTo>
                  <a:pt x="834564" y="0"/>
                  <a:pt x="1075272" y="240708"/>
                  <a:pt x="1075272" y="537636"/>
                </a:cubicBezTo>
                <a:cubicBezTo>
                  <a:pt x="1075272" y="834564"/>
                  <a:pt x="834564" y="1075272"/>
                  <a:pt x="537636" y="1075272"/>
                </a:cubicBezTo>
                <a:cubicBezTo>
                  <a:pt x="240708" y="1075272"/>
                  <a:pt x="0" y="834564"/>
                  <a:pt x="0" y="537636"/>
                </a:cubicBezTo>
                <a:close/>
              </a:path>
            </a:pathLst>
          </a:custGeom>
          <a:gradFill>
            <a:gsLst>
              <a:gs pos="0">
                <a:srgbClr val="E0C09E"/>
              </a:gs>
              <a:gs pos="71000">
                <a:srgbClr val="D4A979"/>
              </a:gs>
            </a:gsLst>
            <a:lin ang="2700000" scaled="0"/>
          </a:gradFill>
          <a:ln>
            <a:noFill/>
          </a:ln>
          <a:effectLst>
            <a:outerShdw blurRad="50800" dist="38100" dir="8100000" algn="tr" rotWithShape="0">
              <a:schemeClr val="accent1">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lvl="0" algn="ctr" defTabSz="914400">
              <a:buClrTx/>
              <a:buSzTx/>
              <a:buFontTx/>
            </a:pPr>
            <a:endParaRPr lang="zh-CN" altLang="en-US" dirty="0">
              <a:sym typeface="+mn-ea"/>
            </a:endParaRPr>
          </a:p>
        </p:txBody>
      </p:sp>
      <p:sp>
        <p:nvSpPr>
          <p:cNvPr id="79" name="椭圆 78"/>
          <p:cNvSpPr/>
          <p:nvPr>
            <p:custDataLst>
              <p:tags r:id="rId55"/>
            </p:custDataLst>
          </p:nvPr>
        </p:nvSpPr>
        <p:spPr>
          <a:xfrm>
            <a:off x="8495859" y="3019436"/>
            <a:ext cx="725063" cy="725063"/>
          </a:xfrm>
          <a:prstGeom prst="ellipse">
            <a:avLst/>
          </a:prstGeom>
          <a:noFill/>
          <a:ln w="6350">
            <a:solidFill>
              <a:schemeClr val="tx1">
                <a:lumMod val="65000"/>
                <a:lumOff val="35000"/>
                <a:alpha val="2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vert="horz" wrap="square" numCol="1" spcCol="0" rtlCol="0" fromWordArt="0" anchor="ctr" anchorCtr="0" forceAA="0" compatLnSpc="1">
            <a:noAutofit/>
          </a:bodyP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lvl="0" algn="ctr">
              <a:buClrTx/>
              <a:buSzTx/>
              <a:buFontTx/>
            </a:pPr>
            <a:endParaRPr lang="zh-CN" altLang="en-US">
              <a:solidFill>
                <a:schemeClr val="lt1"/>
              </a:solidFill>
              <a:sym typeface="+mn-ea"/>
            </a:endParaRPr>
          </a:p>
        </p:txBody>
      </p:sp>
      <p:sp>
        <p:nvSpPr>
          <p:cNvPr id="80" name="任意多边形: 形状 45"/>
          <p:cNvSpPr/>
          <p:nvPr>
            <p:custDataLst>
              <p:tags r:id="rId56"/>
            </p:custDataLst>
          </p:nvPr>
        </p:nvSpPr>
        <p:spPr>
          <a:xfrm>
            <a:off x="8570835" y="3094412"/>
            <a:ext cx="575552" cy="575552"/>
          </a:xfrm>
          <a:custGeom>
            <a:avLst/>
            <a:gdLst>
              <a:gd name="connsiteX0" fmla="*/ 0 w 1075272"/>
              <a:gd name="connsiteY0" fmla="*/ 537636 h 1075272"/>
              <a:gd name="connsiteX1" fmla="*/ 537636 w 1075272"/>
              <a:gd name="connsiteY1" fmla="*/ 0 h 1075272"/>
              <a:gd name="connsiteX2" fmla="*/ 1075272 w 1075272"/>
              <a:gd name="connsiteY2" fmla="*/ 537636 h 1075272"/>
              <a:gd name="connsiteX3" fmla="*/ 537636 w 1075272"/>
              <a:gd name="connsiteY3" fmla="*/ 1075272 h 1075272"/>
              <a:gd name="connsiteX4" fmla="*/ 0 w 1075272"/>
              <a:gd name="connsiteY4" fmla="*/ 537636 h 107527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75272" h="1075272">
                <a:moveTo>
                  <a:pt x="0" y="537636"/>
                </a:moveTo>
                <a:cubicBezTo>
                  <a:pt x="0" y="240708"/>
                  <a:pt x="240708" y="0"/>
                  <a:pt x="537636" y="0"/>
                </a:cubicBezTo>
                <a:cubicBezTo>
                  <a:pt x="834564" y="0"/>
                  <a:pt x="1075272" y="240708"/>
                  <a:pt x="1075272" y="537636"/>
                </a:cubicBezTo>
                <a:cubicBezTo>
                  <a:pt x="1075272" y="834564"/>
                  <a:pt x="834564" y="1075272"/>
                  <a:pt x="537636" y="1075272"/>
                </a:cubicBezTo>
                <a:cubicBezTo>
                  <a:pt x="240708" y="1075272"/>
                  <a:pt x="0" y="834564"/>
                  <a:pt x="0" y="537636"/>
                </a:cubicBezTo>
                <a:close/>
              </a:path>
            </a:pathLst>
          </a:custGeom>
          <a:gradFill>
            <a:gsLst>
              <a:gs pos="0">
                <a:srgbClr val="E0C09E"/>
              </a:gs>
              <a:gs pos="71000">
                <a:srgbClr val="D4A979"/>
              </a:gs>
            </a:gsLst>
            <a:lin ang="2700000" scaled="0"/>
          </a:gradFill>
          <a:ln>
            <a:noFill/>
          </a:ln>
          <a:effectLst>
            <a:outerShdw blurRad="50800" dist="38100" dir="8100000" algn="tr" rotWithShape="0">
              <a:schemeClr val="accent1">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lvl="0" algn="ctr" defTabSz="914400">
              <a:buClrTx/>
              <a:buSzTx/>
              <a:buFontTx/>
            </a:pPr>
            <a:endParaRPr lang="zh-CN" altLang="en-US" dirty="0">
              <a:sym typeface="+mn-ea"/>
            </a:endParaRPr>
          </a:p>
        </p:txBody>
      </p:sp>
      <p:sp>
        <p:nvSpPr>
          <p:cNvPr id="81" name="弧形 80"/>
          <p:cNvSpPr/>
          <p:nvPr>
            <p:custDataLst>
              <p:tags r:id="rId57"/>
            </p:custDataLst>
          </p:nvPr>
        </p:nvSpPr>
        <p:spPr>
          <a:xfrm rot="16500000">
            <a:off x="7738159" y="3355506"/>
            <a:ext cx="2267367" cy="2266926"/>
          </a:xfrm>
          <a:prstGeom prst="arc">
            <a:avLst>
              <a:gd name="adj1" fmla="val 18140667"/>
              <a:gd name="adj2" fmla="val 19782984"/>
            </a:avLst>
          </a:prstGeom>
          <a:ln>
            <a:solidFill>
              <a:schemeClr val="tx1">
                <a:lumMod val="65000"/>
                <a:lumOff val="35000"/>
                <a:alpha val="25000"/>
              </a:schemeClr>
            </a:solidFill>
            <a:tailEnd type="oval"/>
          </a:ln>
        </p:spPr>
        <p:style>
          <a:lnRef idx="1">
            <a:schemeClr val="accent1"/>
          </a:lnRef>
          <a:fillRef idx="0">
            <a:schemeClr val="accent1"/>
          </a:fillRef>
          <a:effectRef idx="0">
            <a:schemeClr val="accent1"/>
          </a:effectRef>
          <a:fontRef idx="minor">
            <a:schemeClr val="tx1"/>
          </a:fontRef>
        </p:style>
        <p:txBody>
          <a:bodyPr rtlCol="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endParaRPr lang="zh-CN" altLang="en-US">
              <a:solidFill>
                <a:schemeClr val="tx1"/>
              </a:solidFill>
            </a:endParaRPr>
          </a:p>
        </p:txBody>
      </p:sp>
      <p:sp>
        <p:nvSpPr>
          <p:cNvPr id="82" name="椭圆 81"/>
          <p:cNvSpPr/>
          <p:nvPr>
            <p:custDataLst>
              <p:tags r:id="rId58"/>
            </p:custDataLst>
          </p:nvPr>
        </p:nvSpPr>
        <p:spPr>
          <a:xfrm>
            <a:off x="7457219" y="3769198"/>
            <a:ext cx="725063" cy="725063"/>
          </a:xfrm>
          <a:prstGeom prst="ellipse">
            <a:avLst/>
          </a:prstGeom>
          <a:noFill/>
          <a:ln w="6350">
            <a:solidFill>
              <a:schemeClr val="tx1">
                <a:lumMod val="65000"/>
                <a:lumOff val="35000"/>
                <a:alpha val="2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vert="horz" wrap="square" numCol="1" spcCol="0" rtlCol="0" fromWordArt="0" anchor="ctr" anchorCtr="0" forceAA="0" compatLnSpc="1">
            <a:noAutofit/>
          </a:bodyP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lvl="0" algn="ctr">
              <a:buClrTx/>
              <a:buSzTx/>
              <a:buFontTx/>
            </a:pPr>
            <a:endParaRPr lang="zh-CN" altLang="en-US">
              <a:solidFill>
                <a:schemeClr val="lt1"/>
              </a:solidFill>
              <a:sym typeface="+mn-ea"/>
            </a:endParaRPr>
          </a:p>
        </p:txBody>
      </p:sp>
      <p:sp>
        <p:nvSpPr>
          <p:cNvPr id="83" name="任意多边形: 形状 45"/>
          <p:cNvSpPr/>
          <p:nvPr>
            <p:custDataLst>
              <p:tags r:id="rId59"/>
            </p:custDataLst>
          </p:nvPr>
        </p:nvSpPr>
        <p:spPr>
          <a:xfrm>
            <a:off x="7532195" y="3844174"/>
            <a:ext cx="575552" cy="575552"/>
          </a:xfrm>
          <a:custGeom>
            <a:avLst/>
            <a:gdLst>
              <a:gd name="connsiteX0" fmla="*/ 0 w 1075272"/>
              <a:gd name="connsiteY0" fmla="*/ 537636 h 1075272"/>
              <a:gd name="connsiteX1" fmla="*/ 537636 w 1075272"/>
              <a:gd name="connsiteY1" fmla="*/ 0 h 1075272"/>
              <a:gd name="connsiteX2" fmla="*/ 1075272 w 1075272"/>
              <a:gd name="connsiteY2" fmla="*/ 537636 h 1075272"/>
              <a:gd name="connsiteX3" fmla="*/ 537636 w 1075272"/>
              <a:gd name="connsiteY3" fmla="*/ 1075272 h 1075272"/>
              <a:gd name="connsiteX4" fmla="*/ 0 w 1075272"/>
              <a:gd name="connsiteY4" fmla="*/ 537636 h 107527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75272" h="1075272">
                <a:moveTo>
                  <a:pt x="0" y="537636"/>
                </a:moveTo>
                <a:cubicBezTo>
                  <a:pt x="0" y="240708"/>
                  <a:pt x="240708" y="0"/>
                  <a:pt x="537636" y="0"/>
                </a:cubicBezTo>
                <a:cubicBezTo>
                  <a:pt x="834564" y="0"/>
                  <a:pt x="1075272" y="240708"/>
                  <a:pt x="1075272" y="537636"/>
                </a:cubicBezTo>
                <a:cubicBezTo>
                  <a:pt x="1075272" y="834564"/>
                  <a:pt x="834564" y="1075272"/>
                  <a:pt x="537636" y="1075272"/>
                </a:cubicBezTo>
                <a:cubicBezTo>
                  <a:pt x="240708" y="1075272"/>
                  <a:pt x="0" y="834564"/>
                  <a:pt x="0" y="537636"/>
                </a:cubicBezTo>
                <a:close/>
              </a:path>
            </a:pathLst>
          </a:custGeom>
          <a:gradFill>
            <a:gsLst>
              <a:gs pos="0">
                <a:srgbClr val="E0C09E"/>
              </a:gs>
              <a:gs pos="71000">
                <a:srgbClr val="D4A979"/>
              </a:gs>
            </a:gsLst>
            <a:lin ang="2700000" scaled="0"/>
          </a:gradFill>
          <a:ln>
            <a:noFill/>
          </a:ln>
          <a:effectLst>
            <a:outerShdw blurRad="50800" dist="38100" dir="8100000" algn="tr" rotWithShape="0">
              <a:schemeClr val="accent1">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vert="horz" wrap="square" numCol="1" spcCol="0" rtlCol="0" fromWordArt="0" anchor="ctr" anchorCtr="0" forceAA="0" compatLnSpc="1">
            <a:noAutofit/>
          </a:bodyP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defTabSz="914400"/>
            <a:endParaRPr lang="zh-CN" altLang="en-US" dirty="0">
              <a:solidFill>
                <a:schemeClr val="lt1"/>
              </a:solidFill>
            </a:endParaRPr>
          </a:p>
        </p:txBody>
      </p:sp>
      <p:pic>
        <p:nvPicPr>
          <p:cNvPr id="84" name="图片 15" descr="教育理念"/>
          <p:cNvPicPr>
            <a:picLocks noChangeAspect="1"/>
          </p:cNvPicPr>
          <p:nvPr>
            <p:custDataLst>
              <p:tags r:id="rId60"/>
            </p:custDataLst>
          </p:nvPr>
        </p:nvPicPr>
        <p:blipFill>
          <a:blip r:embed="rId24">
            <a:extLst>
              <a:ext uri="{96DAC541-7B7A-43D3-8B79-37D633B846F1}">
                <asvg:svgBlip xmlns:asvg="http://schemas.microsoft.com/office/drawing/2016/SVG/main" r:embed="rId61"/>
              </a:ext>
            </a:extLst>
          </a:blip>
          <a:srcRect/>
          <a:stretch>
            <a:fillRect/>
          </a:stretch>
        </p:blipFill>
        <p:spPr>
          <a:xfrm>
            <a:off x="8696960" y="3220720"/>
            <a:ext cx="322580" cy="323850"/>
          </a:xfrm>
          <a:prstGeom prst="rect">
            <a:avLst/>
          </a:prstGeom>
          <a:gradFill>
            <a:gsLst>
              <a:gs pos="0">
                <a:srgbClr val="E0C09E"/>
              </a:gs>
              <a:gs pos="71000">
                <a:srgbClr val="D4A979"/>
              </a:gs>
            </a:gsLst>
            <a:lin ang="2700000" scaled="0"/>
          </a:gradFill>
          <a:effectLst/>
        </p:spPr>
      </p:pic>
      <p:pic>
        <p:nvPicPr>
          <p:cNvPr id="85" name="图片 23" descr="343439383331313b343532303034303bcffacadbb9dcc0ed"/>
          <p:cNvPicPr>
            <a:picLocks noChangeAspect="1"/>
          </p:cNvPicPr>
          <p:nvPr>
            <p:custDataLst>
              <p:tags r:id="rId62"/>
            </p:custDataLst>
          </p:nvPr>
        </p:nvPicPr>
        <p:blipFill>
          <a:blip r:embed="rId27">
            <a:extLst>
              <a:ext uri="{96DAC541-7B7A-43D3-8B79-37D633B846F1}">
                <asvg:svgBlip xmlns:asvg="http://schemas.microsoft.com/office/drawing/2016/SVG/main" r:embed="rId28"/>
              </a:ext>
            </a:extLst>
          </a:blip>
          <a:stretch>
            <a:fillRect/>
          </a:stretch>
        </p:blipFill>
        <p:spPr>
          <a:xfrm>
            <a:off x="7713461" y="4025439"/>
            <a:ext cx="212531" cy="212531"/>
          </a:xfrm>
          <a:prstGeom prst="rect">
            <a:avLst/>
          </a:prstGeom>
        </p:spPr>
      </p:pic>
      <p:pic>
        <p:nvPicPr>
          <p:cNvPr id="86" name="图片 19" descr="安全"/>
          <p:cNvPicPr>
            <a:picLocks noChangeAspect="1"/>
          </p:cNvPicPr>
          <p:nvPr>
            <p:custDataLst>
              <p:tags r:id="rId63"/>
            </p:custDataLst>
          </p:nvPr>
        </p:nvPicPr>
        <p:blipFill>
          <a:blip r:embed="rId30">
            <a:extLst>
              <a:ext uri="{96DAC541-7B7A-43D3-8B79-37D633B846F1}">
                <asvg:svgBlip xmlns:asvg="http://schemas.microsoft.com/office/drawing/2016/SVG/main" r:embed="rId64"/>
              </a:ext>
            </a:extLst>
          </a:blip>
          <a:srcRect/>
          <a:stretch>
            <a:fillRect/>
          </a:stretch>
        </p:blipFill>
        <p:spPr>
          <a:xfrm>
            <a:off x="8081010" y="5235575"/>
            <a:ext cx="265430" cy="266700"/>
          </a:xfrm>
          <a:prstGeom prst="rect">
            <a:avLst/>
          </a:prstGeom>
        </p:spPr>
      </p:pic>
      <p:pic>
        <p:nvPicPr>
          <p:cNvPr id="87" name="图片 20" descr="家长会"/>
          <p:cNvPicPr>
            <a:picLocks noChangeAspect="1"/>
          </p:cNvPicPr>
          <p:nvPr>
            <p:custDataLst>
              <p:tags r:id="rId65"/>
            </p:custDataLst>
          </p:nvPr>
        </p:nvPicPr>
        <p:blipFill>
          <a:blip r:embed="rId33">
            <a:extLst>
              <a:ext uri="{96DAC541-7B7A-43D3-8B79-37D633B846F1}">
                <asvg:svgBlip xmlns:asvg="http://schemas.microsoft.com/office/drawing/2016/SVG/main" r:embed="rId66"/>
              </a:ext>
            </a:extLst>
          </a:blip>
          <a:srcRect/>
          <a:stretch>
            <a:fillRect/>
          </a:stretch>
        </p:blipFill>
        <p:spPr>
          <a:xfrm>
            <a:off x="9366250" y="5225415"/>
            <a:ext cx="285750" cy="287020"/>
          </a:xfrm>
          <a:prstGeom prst="rect">
            <a:avLst/>
          </a:prstGeom>
        </p:spPr>
      </p:pic>
      <p:pic>
        <p:nvPicPr>
          <p:cNvPr id="88" name="图片 19" descr="343435383038363b343532323339393bd6b4d0d0d5aad2aa"/>
          <p:cNvPicPr>
            <a:picLocks noChangeAspect="1"/>
          </p:cNvPicPr>
          <p:nvPr>
            <p:custDataLst>
              <p:tags r:id="rId67"/>
            </p:custDataLst>
          </p:nvPr>
        </p:nvPicPr>
        <p:blipFill>
          <a:blip r:embed="rId36">
            <a:extLst>
              <a:ext uri="{96DAC541-7B7A-43D3-8B79-37D633B846F1}">
                <asvg:svgBlip xmlns:asvg="http://schemas.microsoft.com/office/drawing/2016/SVG/main" r:embed="rId37"/>
              </a:ext>
            </a:extLst>
          </a:blip>
          <a:stretch>
            <a:fillRect/>
          </a:stretch>
        </p:blipFill>
        <p:spPr>
          <a:xfrm>
            <a:off x="9803531" y="4025439"/>
            <a:ext cx="212531" cy="212531"/>
          </a:xfrm>
          <a:prstGeom prst="rect">
            <a:avLst/>
          </a:prstGeom>
        </p:spPr>
      </p:pic>
      <p:sp>
        <p:nvSpPr>
          <p:cNvPr id="89" name="文本框 88"/>
          <p:cNvSpPr txBox="1"/>
          <p:nvPr>
            <p:custDataLst>
              <p:tags r:id="rId68"/>
            </p:custDataLst>
          </p:nvPr>
        </p:nvSpPr>
        <p:spPr>
          <a:xfrm>
            <a:off x="7151370" y="2434590"/>
            <a:ext cx="3414395" cy="500380"/>
          </a:xfrm>
          <a:prstGeom prst="rect">
            <a:avLst/>
          </a:prstGeom>
          <a:noFill/>
        </p:spPr>
        <p:txBody>
          <a:bodyPr wrap="square" lIns="0" tIns="0" rIns="0" bIns="0" rtlCol="0" anchor="t" anchorCtr="0">
            <a:noAutofit/>
          </a:bodyPr>
          <a:lstStyle/>
          <a:p>
            <a:pPr lvl="0" algn="ctr">
              <a:lnSpc>
                <a:spcPct val="130000"/>
              </a:lnSpc>
              <a:buClrTx/>
              <a:buSzTx/>
              <a:buFontTx/>
            </a:pPr>
            <a:r>
              <a:rPr lang="zh-CN" altLang="en-US" sz="1400" spc="150" dirty="0">
                <a:solidFill>
                  <a:schemeClr val="tx1">
                    <a:lumMod val="65000"/>
                    <a:lumOff val="35000"/>
                  </a:schemeClr>
                </a:solidFill>
                <a:uFillTx/>
                <a:latin typeface="+mn-ea"/>
                <a:cs typeface="+mn-ea"/>
                <a:sym typeface="+mn-ea"/>
              </a:rPr>
              <a:t>每学期出具《课后服务质量评估报告》直接可用于年度总结与民生汇报</a:t>
            </a:r>
            <a:endParaRPr lang="zh-CN" altLang="en-US" sz="1400" spc="150" dirty="0">
              <a:solidFill>
                <a:schemeClr val="tx1">
                  <a:lumMod val="65000"/>
                  <a:lumOff val="35000"/>
                </a:schemeClr>
              </a:solidFill>
              <a:uFillTx/>
              <a:latin typeface="+mn-ea"/>
              <a:cs typeface="+mn-ea"/>
              <a:sym typeface="+mn-ea"/>
            </a:endParaRPr>
          </a:p>
        </p:txBody>
      </p:sp>
      <p:grpSp>
        <p:nvGrpSpPr>
          <p:cNvPr id="276" name="组合 275"/>
          <p:cNvGrpSpPr/>
          <p:nvPr/>
        </p:nvGrpSpPr>
        <p:grpSpPr>
          <a:xfrm>
            <a:off x="939165" y="1845945"/>
            <a:ext cx="5080635" cy="354330"/>
            <a:chOff x="1814" y="1567"/>
            <a:chExt cx="8001" cy="558"/>
          </a:xfrm>
        </p:grpSpPr>
        <p:sp>
          <p:nvSpPr>
            <p:cNvPr id="4" name="文本框 3"/>
            <p:cNvSpPr txBox="1"/>
            <p:nvPr/>
          </p:nvSpPr>
          <p:spPr>
            <a:xfrm>
              <a:off x="2213" y="1567"/>
              <a:ext cx="7602" cy="558"/>
            </a:xfrm>
            <a:prstGeom prst="rect">
              <a:avLst/>
            </a:prstGeom>
            <a:noFill/>
          </p:spPr>
          <p:txBody>
            <a:bodyPr wrap="square" rtlCol="0">
              <a:noAutofit/>
            </a:bodyPr>
            <a:p>
              <a:pPr algn="l"/>
              <a:r>
                <a:rPr lang="zh-CN" altLang="en-US" sz="1600" b="1">
                  <a:solidFill>
                    <a:srgbClr val="285AA1"/>
                  </a:solidFill>
                </a:rPr>
                <a:t>专业团队，能保证运行过程中保障服务</a:t>
              </a:r>
              <a:endParaRPr lang="zh-CN" altLang="en-US" sz="1600" b="1">
                <a:solidFill>
                  <a:srgbClr val="285AA1"/>
                </a:solidFill>
              </a:endParaRPr>
            </a:p>
            <a:p>
              <a:pPr algn="l"/>
              <a:endParaRPr lang="zh-CN" altLang="en-US" sz="1600" b="1">
                <a:solidFill>
                  <a:srgbClr val="285AA1"/>
                </a:solidFill>
              </a:endParaRPr>
            </a:p>
          </p:txBody>
        </p:sp>
        <p:pic>
          <p:nvPicPr>
            <p:cNvPr id="273" name="图片 272" descr="资源 19"/>
            <p:cNvPicPr>
              <a:picLocks noChangeAspect="1"/>
            </p:cNvPicPr>
            <p:nvPr>
              <p:custDataLst>
                <p:tags r:id="rId69"/>
              </p:custDataLst>
            </p:nvPr>
          </p:nvPicPr>
          <p:blipFill>
            <a:blip r:embed="rId70"/>
            <a:stretch>
              <a:fillRect/>
            </a:stretch>
          </p:blipFill>
          <p:spPr>
            <a:xfrm>
              <a:off x="1814" y="1606"/>
              <a:ext cx="439" cy="440"/>
            </a:xfrm>
            <a:prstGeom prst="rect">
              <a:avLst/>
            </a:prstGeom>
          </p:spPr>
        </p:pic>
      </p:grpSp>
      <p:grpSp>
        <p:nvGrpSpPr>
          <p:cNvPr id="5" name="组合 4"/>
          <p:cNvGrpSpPr/>
          <p:nvPr/>
        </p:nvGrpSpPr>
        <p:grpSpPr>
          <a:xfrm>
            <a:off x="6366510" y="1845945"/>
            <a:ext cx="5080635" cy="354330"/>
            <a:chOff x="1814" y="1567"/>
            <a:chExt cx="8001" cy="558"/>
          </a:xfrm>
        </p:grpSpPr>
        <p:sp>
          <p:nvSpPr>
            <p:cNvPr id="18" name="文本框 17"/>
            <p:cNvSpPr txBox="1"/>
            <p:nvPr/>
          </p:nvSpPr>
          <p:spPr>
            <a:xfrm>
              <a:off x="2213" y="1567"/>
              <a:ext cx="7602" cy="558"/>
            </a:xfrm>
            <a:prstGeom prst="rect">
              <a:avLst/>
            </a:prstGeom>
            <a:noFill/>
          </p:spPr>
          <p:txBody>
            <a:bodyPr wrap="square" rtlCol="0">
              <a:noAutofit/>
            </a:bodyPr>
            <a:p>
              <a:pPr algn="l"/>
              <a:r>
                <a:rPr lang="zh-CN" altLang="en-US" sz="1600" b="1">
                  <a:solidFill>
                    <a:srgbClr val="285AA1"/>
                  </a:solidFill>
                </a:rPr>
                <a:t>通过</a:t>
              </a:r>
              <a:r>
                <a:rPr lang="zh-CN" altLang="en-US" sz="1600" b="1">
                  <a:solidFill>
                    <a:srgbClr val="285AA1"/>
                  </a:solidFill>
                </a:rPr>
                <a:t>运营</a:t>
              </a:r>
              <a:endParaRPr lang="zh-CN" altLang="en-US" sz="1600" b="1">
                <a:solidFill>
                  <a:srgbClr val="285AA1"/>
                </a:solidFill>
              </a:endParaRPr>
            </a:p>
          </p:txBody>
        </p:sp>
        <p:pic>
          <p:nvPicPr>
            <p:cNvPr id="20" name="图片 19" descr="资源 19"/>
            <p:cNvPicPr>
              <a:picLocks noChangeAspect="1"/>
            </p:cNvPicPr>
            <p:nvPr>
              <p:custDataLst>
                <p:tags r:id="rId71"/>
              </p:custDataLst>
            </p:nvPr>
          </p:nvPicPr>
          <p:blipFill>
            <a:blip r:embed="rId70"/>
            <a:stretch>
              <a:fillRect/>
            </a:stretch>
          </p:blipFill>
          <p:spPr>
            <a:xfrm>
              <a:off x="1814" y="1606"/>
              <a:ext cx="439" cy="440"/>
            </a:xfrm>
            <a:prstGeom prst="rect">
              <a:avLst/>
            </a:prstGeom>
          </p:spPr>
        </p:pic>
      </p:grpSp>
    </p:spTree>
    <p:custDataLst>
      <p:tags r:id="rId72"/>
    </p:custData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矩形 15"/>
          <p:cNvSpPr/>
          <p:nvPr/>
        </p:nvSpPr>
        <p:spPr>
          <a:xfrm>
            <a:off x="8580755" y="5934075"/>
            <a:ext cx="3529330" cy="822960"/>
          </a:xfrm>
          <a:prstGeom prst="rect">
            <a:avLst/>
          </a:prstGeom>
          <a:solidFill>
            <a:schemeClr val="bg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9" name="标题 8"/>
          <p:cNvSpPr>
            <a:spLocks noGrp="1"/>
          </p:cNvSpPr>
          <p:nvPr>
            <p:custDataLst>
              <p:tags r:id="rId1"/>
            </p:custDataLst>
          </p:nvPr>
        </p:nvSpPr>
        <p:spPr>
          <a:xfrm>
            <a:off x="937260" y="0"/>
            <a:ext cx="10830560" cy="799465"/>
          </a:xfrm>
          <a:prstGeom prst="rect">
            <a:avLst/>
          </a:prstGeom>
        </p:spPr>
        <p:txBody>
          <a:bodyPr vert="horz" lIns="90170" tIns="46990" rIns="90170" bIns="46990" rtlCol="0" anchor="ctr" anchorCtr="0">
            <a:noAutofit/>
          </a:bodyPr>
          <a:lstStyle>
            <a:lvl1pPr>
              <a:defRPr sz="6000">
                <a:solidFill>
                  <a:srgbClr val="1D43F3"/>
                </a:solidFill>
              </a:defRPr>
            </a:lvl1pPr>
          </a:lstStyle>
          <a:p>
            <a:r>
              <a:rPr lang="zh-CN" altLang="en-US" sz="3600" b="1">
                <a:solidFill>
                  <a:srgbClr val="254D97"/>
                </a:solidFill>
                <a:cs typeface="微软雅黑 Light" panose="020B0502040204020203" charset="-122"/>
              </a:rPr>
              <a:t>内容体系：落实教育强国战略，支撑课程高质量开展</a:t>
            </a:r>
            <a:endParaRPr lang="zh-CN" altLang="en-US" sz="3600" b="1">
              <a:solidFill>
                <a:srgbClr val="254D97"/>
              </a:solidFill>
              <a:cs typeface="微软雅黑 Light" panose="020B0502040204020203" charset="-122"/>
            </a:endParaRPr>
          </a:p>
        </p:txBody>
      </p:sp>
      <p:graphicFrame>
        <p:nvGraphicFramePr>
          <p:cNvPr id="4" name="表格 3"/>
          <p:cNvGraphicFramePr/>
          <p:nvPr>
            <p:custDataLst>
              <p:tags r:id="rId2"/>
            </p:custDataLst>
          </p:nvPr>
        </p:nvGraphicFramePr>
        <p:xfrm>
          <a:off x="1118870" y="4036695"/>
          <a:ext cx="6581775" cy="1212850"/>
        </p:xfrm>
        <a:graphic>
          <a:graphicData uri="http://schemas.openxmlformats.org/drawingml/2006/table">
            <a:tbl>
              <a:tblPr firstRow="1" bandRow="1">
                <a:tableStyleId>{0E64CAED-956A-463B-916D-C92FA230421B}</a:tableStyleId>
              </a:tblPr>
              <a:tblGrid>
                <a:gridCol w="1938020"/>
                <a:gridCol w="4643755"/>
              </a:tblGrid>
              <a:tr h="242570">
                <a:tc>
                  <a:txBody>
                    <a:bodyPr/>
                    <a:p>
                      <a:pPr algn="ctr"/>
                      <a:r>
                        <a:rPr lang="zh-CN" altLang="en-US" sz="1400"/>
                        <a:t>模块类型</a:t>
                      </a:r>
                      <a:endParaRPr lang="zh-CN" altLang="en-US" sz="1400"/>
                    </a:p>
                  </a:txBody>
                  <a:tcPr marL="0" marR="0" marT="0" marB="0" anchor="ctr" anchorCtr="0">
                    <a:solidFill>
                      <a:srgbClr val="254D97"/>
                    </a:solidFill>
                  </a:tcPr>
                </a:tc>
                <a:tc>
                  <a:txBody>
                    <a:bodyPr/>
                    <a:p>
                      <a:pPr algn="ctr"/>
                      <a:r>
                        <a:rPr lang="zh-CN" altLang="en-US" sz="1400"/>
                        <a:t>示例课程</a:t>
                      </a:r>
                      <a:endParaRPr lang="zh-CN" altLang="en-US" sz="1400"/>
                    </a:p>
                  </a:txBody>
                  <a:tcPr marL="0" marR="0" marT="0" marB="0" anchor="ctr" anchorCtr="0">
                    <a:solidFill>
                      <a:srgbClr val="254D97"/>
                    </a:solidFill>
                  </a:tcPr>
                </a:tc>
              </a:tr>
              <a:tr h="242570">
                <a:tc>
                  <a:txBody>
                    <a:bodyPr/>
                    <a:p>
                      <a:pPr algn="ctr"/>
                      <a:r>
                        <a:rPr lang="zh-CN" altLang="en-US" sz="1200">
                          <a:latin typeface="+mn-ea"/>
                        </a:rPr>
                        <a:t>基础素养类</a:t>
                      </a:r>
                      <a:endParaRPr lang="zh-CN" altLang="en-US" sz="1200">
                        <a:latin typeface="+mn-ea"/>
                      </a:endParaRPr>
                    </a:p>
                  </a:txBody>
                  <a:tcPr marL="0" marR="0" marT="0" marB="0" anchor="ctr" anchorCtr="0"/>
                </a:tc>
                <a:tc>
                  <a:txBody>
                    <a:bodyPr/>
                    <a:p>
                      <a:pPr algn="ctr"/>
                      <a:r>
                        <a:rPr lang="zh-CN" altLang="en-US" sz="1200">
                          <a:latin typeface="+mn-ea"/>
                        </a:rPr>
                        <a:t>科学小实验、美术、阅读表达、劳动教育、体育游戏</a:t>
                      </a:r>
                      <a:endParaRPr lang="zh-CN" altLang="en-US" sz="1200">
                        <a:latin typeface="+mn-ea"/>
                      </a:endParaRPr>
                    </a:p>
                  </a:txBody>
                  <a:tcPr marL="0" marR="0" marT="0" marB="0" anchor="ctr" anchorCtr="0"/>
                </a:tc>
              </a:tr>
              <a:tr h="242570">
                <a:tc>
                  <a:txBody>
                    <a:bodyPr/>
                    <a:p>
                      <a:pPr algn="ctr"/>
                      <a:r>
                        <a:rPr lang="zh-CN" altLang="en-US" sz="1200">
                          <a:latin typeface="+mn-ea"/>
                        </a:rPr>
                        <a:t>特色拓展类</a:t>
                      </a:r>
                      <a:endParaRPr lang="zh-CN" altLang="en-US" sz="1200">
                        <a:latin typeface="+mn-ea"/>
                      </a:endParaRPr>
                    </a:p>
                  </a:txBody>
                  <a:tcPr marL="0" marR="0" marT="0" marB="0" anchor="ctr" anchorCtr="0"/>
                </a:tc>
                <a:tc>
                  <a:txBody>
                    <a:bodyPr/>
                    <a:p>
                      <a:pPr algn="ctr"/>
                      <a:r>
                        <a:rPr lang="zh-CN" altLang="en-US" sz="1200">
                          <a:latin typeface="+mn-ea"/>
                        </a:rPr>
                        <a:t>非遗工艺、地方文化、机器人启蒙、创意编程</a:t>
                      </a:r>
                      <a:endParaRPr lang="zh-CN" altLang="en-US" sz="1200">
                        <a:latin typeface="+mn-ea"/>
                      </a:endParaRPr>
                    </a:p>
                  </a:txBody>
                  <a:tcPr marL="0" marR="0" marT="0" marB="0" anchor="ctr" anchorCtr="0"/>
                </a:tc>
              </a:tr>
              <a:tr h="242570">
                <a:tc>
                  <a:txBody>
                    <a:bodyPr/>
                    <a:p>
                      <a:pPr algn="ctr"/>
                      <a:r>
                        <a:rPr lang="zh-CN" altLang="en-US" sz="1200">
                          <a:latin typeface="+mn-ea"/>
                        </a:rPr>
                        <a:t>项目化课程包</a:t>
                      </a:r>
                      <a:endParaRPr lang="zh-CN" altLang="en-US" sz="1200">
                        <a:latin typeface="+mn-ea"/>
                      </a:endParaRPr>
                    </a:p>
                  </a:txBody>
                  <a:tcPr marL="0" marR="0" marT="0" marB="0" anchor="ctr" anchorCtr="0"/>
                </a:tc>
                <a:tc>
                  <a:txBody>
                    <a:bodyPr/>
                    <a:p>
                      <a:pPr algn="ctr"/>
                      <a:r>
                        <a:rPr lang="en-US" altLang="zh-CN" sz="1200">
                          <a:latin typeface="+mn-ea"/>
                          <a:cs typeface="+mn-ea"/>
                        </a:rPr>
                        <a:t>6-12</a:t>
                      </a:r>
                      <a:r>
                        <a:rPr lang="zh-CN" altLang="en-US" sz="1200">
                          <a:latin typeface="+mn-ea"/>
                          <a:cs typeface="+mn-ea"/>
                        </a:rPr>
                        <a:t>节成套课程，配教案、课件、材料建议</a:t>
                      </a:r>
                      <a:endParaRPr lang="zh-CN" altLang="en-US" sz="1200">
                        <a:latin typeface="+mn-ea"/>
                        <a:cs typeface="+mn-ea"/>
                      </a:endParaRPr>
                    </a:p>
                  </a:txBody>
                  <a:tcPr marL="0" marR="0" marT="0" marB="0" anchor="ctr" anchorCtr="0"/>
                </a:tc>
              </a:tr>
              <a:tr h="242570">
                <a:tc>
                  <a:txBody>
                    <a:bodyPr/>
                    <a:p>
                      <a:pPr algn="ctr"/>
                      <a:r>
                        <a:rPr lang="zh-CN" altLang="en-US" sz="1200">
                          <a:latin typeface="+mn-ea"/>
                        </a:rPr>
                        <a:t>安全合规服务</a:t>
                      </a:r>
                      <a:endParaRPr lang="zh-CN" altLang="en-US" sz="1200">
                        <a:latin typeface="+mn-ea"/>
                      </a:endParaRPr>
                    </a:p>
                  </a:txBody>
                  <a:tcPr marL="0" marR="0" marT="0" marB="0" anchor="ctr" anchorCtr="0"/>
                </a:tc>
                <a:tc>
                  <a:txBody>
                    <a:bodyPr/>
                    <a:p>
                      <a:pPr algn="ctr"/>
                      <a:r>
                        <a:rPr lang="zh-CN" altLang="en-US" sz="1200">
                          <a:latin typeface="+mn-ea"/>
                        </a:rPr>
                        <a:t>内容预审机制、风险预案、思想政治审核建议</a:t>
                      </a:r>
                      <a:endParaRPr lang="zh-CN" altLang="en-US" sz="1200">
                        <a:latin typeface="+mn-ea"/>
                      </a:endParaRPr>
                    </a:p>
                  </a:txBody>
                  <a:tcPr marL="0" marR="0" marT="0" marB="0" anchor="ctr" anchorCtr="0"/>
                </a:tc>
              </a:tr>
            </a:tbl>
          </a:graphicData>
        </a:graphic>
      </p:graphicFrame>
      <p:sp>
        <p:nvSpPr>
          <p:cNvPr id="3" name="文本框 2"/>
          <p:cNvSpPr txBox="1"/>
          <p:nvPr/>
        </p:nvSpPr>
        <p:spPr>
          <a:xfrm>
            <a:off x="979170" y="1023620"/>
            <a:ext cx="10485120" cy="737235"/>
          </a:xfrm>
          <a:prstGeom prst="rect">
            <a:avLst/>
          </a:prstGeom>
          <a:noFill/>
        </p:spPr>
        <p:txBody>
          <a:bodyPr wrap="square" rtlCol="0" anchor="t">
            <a:spAutoFit/>
          </a:bodyPr>
          <a:p>
            <a:pPr>
              <a:lnSpc>
                <a:spcPct val="150000"/>
              </a:lnSpc>
            </a:pPr>
            <a:r>
              <a:rPr lang="zh-CN" altLang="en-US" sz="1400">
                <a:solidFill>
                  <a:schemeClr val="tx1">
                    <a:lumMod val="85000"/>
                    <a:lumOff val="15000"/>
                  </a:schemeClr>
                </a:solidFill>
                <a:sym typeface="+mn-ea"/>
              </a:rPr>
              <a:t>我们深知，课后服务的核心不仅是</a:t>
            </a:r>
            <a:r>
              <a:rPr lang="en-US" altLang="zh-CN" sz="1400">
                <a:solidFill>
                  <a:schemeClr val="tx1">
                    <a:lumMod val="85000"/>
                    <a:lumOff val="15000"/>
                  </a:schemeClr>
                </a:solidFill>
                <a:sym typeface="+mn-ea"/>
              </a:rPr>
              <a:t>“</a:t>
            </a:r>
            <a:r>
              <a:rPr lang="zh-CN" altLang="en-US" sz="1400">
                <a:solidFill>
                  <a:schemeClr val="tx1">
                    <a:lumMod val="85000"/>
                    <a:lumOff val="15000"/>
                  </a:schemeClr>
                </a:solidFill>
                <a:sym typeface="+mn-ea"/>
              </a:rPr>
              <a:t>有没有人上课</a:t>
            </a:r>
            <a:r>
              <a:rPr lang="en-US" altLang="zh-CN" sz="1400">
                <a:solidFill>
                  <a:schemeClr val="tx1">
                    <a:lumMod val="85000"/>
                    <a:lumOff val="15000"/>
                  </a:schemeClr>
                </a:solidFill>
                <a:sym typeface="+mn-ea"/>
              </a:rPr>
              <a:t>”</a:t>
            </a:r>
            <a:r>
              <a:rPr lang="zh-CN" altLang="en-US" sz="1400">
                <a:solidFill>
                  <a:schemeClr val="tx1">
                    <a:lumMod val="85000"/>
                    <a:lumOff val="15000"/>
                  </a:schemeClr>
                </a:solidFill>
                <a:sym typeface="+mn-ea"/>
              </a:rPr>
              <a:t>，更是</a:t>
            </a:r>
            <a:r>
              <a:rPr lang="en-US" altLang="zh-CN" sz="1400">
                <a:solidFill>
                  <a:schemeClr val="tx1">
                    <a:lumMod val="85000"/>
                    <a:lumOff val="15000"/>
                  </a:schemeClr>
                </a:solidFill>
                <a:sym typeface="+mn-ea"/>
              </a:rPr>
              <a:t>“</a:t>
            </a:r>
            <a:r>
              <a:rPr lang="zh-CN" altLang="en-US" sz="1400">
                <a:solidFill>
                  <a:schemeClr val="tx1">
                    <a:lumMod val="85000"/>
                    <a:lumOff val="15000"/>
                  </a:schemeClr>
                </a:solidFill>
                <a:sym typeface="+mn-ea"/>
              </a:rPr>
              <a:t>课程是否有价值</a:t>
            </a:r>
            <a:r>
              <a:rPr lang="en-US" altLang="zh-CN" sz="1400">
                <a:solidFill>
                  <a:schemeClr val="tx1">
                    <a:lumMod val="85000"/>
                    <a:lumOff val="15000"/>
                  </a:schemeClr>
                </a:solidFill>
                <a:sym typeface="+mn-ea"/>
              </a:rPr>
              <a:t>”</a:t>
            </a:r>
            <a:r>
              <a:rPr lang="zh-CN" altLang="en-US" sz="1400">
                <a:solidFill>
                  <a:schemeClr val="tx1">
                    <a:lumMod val="85000"/>
                    <a:lumOff val="15000"/>
                  </a:schemeClr>
                </a:solidFill>
                <a:sym typeface="+mn-ea"/>
              </a:rPr>
              <a:t>。为此，我们联合</a:t>
            </a:r>
            <a:r>
              <a:rPr lang="zh-CN" altLang="en-US" sz="1400" b="1">
                <a:solidFill>
                  <a:schemeClr val="tx1">
                    <a:lumMod val="85000"/>
                    <a:lumOff val="15000"/>
                  </a:schemeClr>
                </a:solidFill>
                <a:sym typeface="+mn-ea"/>
              </a:rPr>
              <a:t>北京师范大学教育学专家团队</a:t>
            </a:r>
            <a:r>
              <a:rPr lang="zh-CN" altLang="en-US" sz="1400">
                <a:solidFill>
                  <a:schemeClr val="tx1">
                    <a:lumMod val="85000"/>
                    <a:lumOff val="15000"/>
                  </a:schemeClr>
                </a:solidFill>
                <a:sym typeface="+mn-ea"/>
              </a:rPr>
              <a:t>，围绕国家</a:t>
            </a:r>
            <a:r>
              <a:rPr lang="en-US" altLang="zh-CN" sz="1400">
                <a:solidFill>
                  <a:schemeClr val="tx1">
                    <a:lumMod val="85000"/>
                    <a:lumOff val="15000"/>
                  </a:schemeClr>
                </a:solidFill>
                <a:sym typeface="+mn-ea"/>
              </a:rPr>
              <a:t>“</a:t>
            </a:r>
            <a:r>
              <a:rPr lang="zh-CN" altLang="en-US" sz="1400">
                <a:solidFill>
                  <a:schemeClr val="tx1">
                    <a:lumMod val="85000"/>
                    <a:lumOff val="15000"/>
                  </a:schemeClr>
                </a:solidFill>
                <a:sym typeface="+mn-ea"/>
              </a:rPr>
              <a:t>教育强国建设纲要</a:t>
            </a:r>
            <a:r>
              <a:rPr lang="en-US" altLang="zh-CN" sz="1400">
                <a:solidFill>
                  <a:schemeClr val="tx1">
                    <a:lumMod val="85000"/>
                    <a:lumOff val="15000"/>
                  </a:schemeClr>
                </a:solidFill>
                <a:sym typeface="+mn-ea"/>
              </a:rPr>
              <a:t>”“</a:t>
            </a:r>
            <a:r>
              <a:rPr lang="zh-CN" altLang="en-US" sz="1400">
                <a:solidFill>
                  <a:schemeClr val="tx1">
                    <a:lumMod val="85000"/>
                    <a:lumOff val="15000"/>
                  </a:schemeClr>
                </a:solidFill>
                <a:sym typeface="+mn-ea"/>
              </a:rPr>
              <a:t>义务教育课程方案</a:t>
            </a:r>
            <a:r>
              <a:rPr lang="en-US" altLang="zh-CN" sz="1400">
                <a:solidFill>
                  <a:schemeClr val="tx1">
                    <a:lumMod val="85000"/>
                    <a:lumOff val="15000"/>
                  </a:schemeClr>
                </a:solidFill>
                <a:sym typeface="+mn-ea"/>
              </a:rPr>
              <a:t>”</a:t>
            </a:r>
            <a:r>
              <a:rPr lang="zh-CN" altLang="en-US" sz="1400">
                <a:solidFill>
                  <a:schemeClr val="tx1">
                    <a:lumMod val="85000"/>
                    <a:lumOff val="15000"/>
                  </a:schemeClr>
                </a:solidFill>
                <a:sym typeface="+mn-ea"/>
              </a:rPr>
              <a:t>和</a:t>
            </a:r>
            <a:r>
              <a:rPr lang="en-US" altLang="zh-CN" sz="1400">
                <a:solidFill>
                  <a:schemeClr val="tx1">
                    <a:lumMod val="85000"/>
                    <a:lumOff val="15000"/>
                  </a:schemeClr>
                </a:solidFill>
                <a:sym typeface="+mn-ea"/>
              </a:rPr>
              <a:t>“</a:t>
            </a:r>
            <a:r>
              <a:rPr lang="zh-CN" altLang="en-US" sz="1400">
                <a:solidFill>
                  <a:schemeClr val="tx1">
                    <a:lumMod val="85000"/>
                    <a:lumOff val="15000"/>
                  </a:schemeClr>
                </a:solidFill>
                <a:sym typeface="+mn-ea"/>
              </a:rPr>
              <a:t>五育并举</a:t>
            </a:r>
            <a:r>
              <a:rPr lang="en-US" altLang="zh-CN" sz="1400">
                <a:solidFill>
                  <a:schemeClr val="tx1">
                    <a:lumMod val="85000"/>
                    <a:lumOff val="15000"/>
                  </a:schemeClr>
                </a:solidFill>
                <a:sym typeface="+mn-ea"/>
              </a:rPr>
              <a:t>”</a:t>
            </a:r>
            <a:r>
              <a:rPr lang="zh-CN" altLang="en-US" sz="1400">
                <a:solidFill>
                  <a:schemeClr val="tx1">
                    <a:lumMod val="85000"/>
                    <a:lumOff val="15000"/>
                  </a:schemeClr>
                </a:solidFill>
                <a:sym typeface="+mn-ea"/>
              </a:rPr>
              <a:t>精神，构建出具有区域特色与全国视野的课后课程体系。</a:t>
            </a:r>
            <a:endParaRPr lang="zh-CN" altLang="en-US" sz="1400">
              <a:solidFill>
                <a:schemeClr val="tx1">
                  <a:lumMod val="85000"/>
                  <a:lumOff val="15000"/>
                </a:schemeClr>
              </a:solidFill>
              <a:sym typeface="+mn-ea"/>
            </a:endParaRPr>
          </a:p>
        </p:txBody>
      </p:sp>
      <p:grpSp>
        <p:nvGrpSpPr>
          <p:cNvPr id="276" name="组合 275"/>
          <p:cNvGrpSpPr/>
          <p:nvPr/>
        </p:nvGrpSpPr>
        <p:grpSpPr>
          <a:xfrm>
            <a:off x="1118870" y="2048510"/>
            <a:ext cx="5080635" cy="354330"/>
            <a:chOff x="1814" y="1567"/>
            <a:chExt cx="8001" cy="558"/>
          </a:xfrm>
        </p:grpSpPr>
        <p:sp>
          <p:nvSpPr>
            <p:cNvPr id="31" name="文本框 30"/>
            <p:cNvSpPr txBox="1"/>
            <p:nvPr/>
          </p:nvSpPr>
          <p:spPr>
            <a:xfrm>
              <a:off x="2213" y="1567"/>
              <a:ext cx="7602" cy="558"/>
            </a:xfrm>
            <a:prstGeom prst="rect">
              <a:avLst/>
            </a:prstGeom>
            <a:noFill/>
          </p:spPr>
          <p:txBody>
            <a:bodyPr wrap="square" rtlCol="0">
              <a:noAutofit/>
            </a:bodyPr>
            <a:p>
              <a:pPr algn="l"/>
              <a:r>
                <a:rPr lang="zh-CN" altLang="en-US" sz="1600" b="1">
                  <a:solidFill>
                    <a:srgbClr val="285AA1"/>
                  </a:solidFill>
                </a:rPr>
                <a:t>国家政策依据</a:t>
              </a:r>
              <a:r>
                <a:rPr lang="en-US" altLang="zh-CN" sz="1600" b="1">
                  <a:solidFill>
                    <a:srgbClr val="285AA1"/>
                  </a:solidFill>
                </a:rPr>
                <a:t> —— </a:t>
              </a:r>
              <a:r>
                <a:rPr lang="zh-CN" altLang="en-US" sz="1600" b="1">
                  <a:solidFill>
                    <a:srgbClr val="285AA1"/>
                  </a:solidFill>
                </a:rPr>
                <a:t>教育强国建设规划纲要</a:t>
              </a:r>
              <a:endParaRPr lang="zh-CN" altLang="en-US" sz="1600" b="1">
                <a:solidFill>
                  <a:srgbClr val="285AA1"/>
                </a:solidFill>
              </a:endParaRPr>
            </a:p>
            <a:p>
              <a:pPr algn="l"/>
              <a:endParaRPr lang="zh-CN" altLang="en-US" sz="1600" b="1">
                <a:solidFill>
                  <a:srgbClr val="285AA1"/>
                </a:solidFill>
              </a:endParaRPr>
            </a:p>
          </p:txBody>
        </p:sp>
        <p:pic>
          <p:nvPicPr>
            <p:cNvPr id="273" name="图片 272" descr="资源 19"/>
            <p:cNvPicPr>
              <a:picLocks noChangeAspect="1"/>
            </p:cNvPicPr>
            <p:nvPr>
              <p:custDataLst>
                <p:tags r:id="rId3"/>
              </p:custDataLst>
            </p:nvPr>
          </p:nvPicPr>
          <p:blipFill>
            <a:blip r:embed="rId4"/>
            <a:stretch>
              <a:fillRect/>
            </a:stretch>
          </p:blipFill>
          <p:spPr>
            <a:xfrm>
              <a:off x="1814" y="1606"/>
              <a:ext cx="439" cy="440"/>
            </a:xfrm>
            <a:prstGeom prst="rect">
              <a:avLst/>
            </a:prstGeom>
          </p:spPr>
        </p:pic>
      </p:grpSp>
      <p:sp>
        <p:nvSpPr>
          <p:cNvPr id="7" name="文本框 6"/>
          <p:cNvSpPr txBox="1"/>
          <p:nvPr/>
        </p:nvSpPr>
        <p:spPr>
          <a:xfrm>
            <a:off x="1372235" y="2352040"/>
            <a:ext cx="6579235" cy="1060450"/>
          </a:xfrm>
          <a:prstGeom prst="rect">
            <a:avLst/>
          </a:prstGeom>
          <a:noFill/>
        </p:spPr>
        <p:txBody>
          <a:bodyPr wrap="square" rtlCol="0" anchor="t">
            <a:spAutoFit/>
          </a:bodyPr>
          <a:p>
            <a:pPr marL="285750" indent="-285750">
              <a:lnSpc>
                <a:spcPct val="150000"/>
              </a:lnSpc>
              <a:buFont typeface="Wingdings" panose="05000000000000000000" charset="0"/>
              <a:buChar char="l"/>
            </a:pPr>
            <a:r>
              <a:rPr lang="zh-CN" altLang="en-US" sz="1400">
                <a:solidFill>
                  <a:schemeClr val="tx1">
                    <a:lumMod val="85000"/>
                    <a:lumOff val="15000"/>
                  </a:schemeClr>
                </a:solidFill>
                <a:latin typeface="+mn-ea"/>
                <a:cs typeface="+mn-ea"/>
                <a:sym typeface="+mn-ea"/>
              </a:rPr>
              <a:t>明确提出</a:t>
            </a:r>
            <a:r>
              <a:rPr lang="en-US" altLang="zh-CN" sz="1400">
                <a:solidFill>
                  <a:schemeClr val="tx1">
                    <a:lumMod val="85000"/>
                    <a:lumOff val="15000"/>
                  </a:schemeClr>
                </a:solidFill>
                <a:latin typeface="+mn-ea"/>
                <a:cs typeface="+mn-ea"/>
                <a:sym typeface="+mn-ea"/>
              </a:rPr>
              <a:t>“</a:t>
            </a:r>
            <a:r>
              <a:rPr lang="zh-CN" altLang="en-US" sz="1400">
                <a:solidFill>
                  <a:schemeClr val="tx1">
                    <a:lumMod val="85000"/>
                    <a:lumOff val="15000"/>
                  </a:schemeClr>
                </a:solidFill>
                <a:latin typeface="+mn-ea"/>
                <a:cs typeface="+mn-ea"/>
                <a:sym typeface="+mn-ea"/>
              </a:rPr>
              <a:t>五育并举</a:t>
            </a:r>
            <a:r>
              <a:rPr lang="en-US" altLang="zh-CN" sz="1400">
                <a:solidFill>
                  <a:schemeClr val="tx1">
                    <a:lumMod val="85000"/>
                    <a:lumOff val="15000"/>
                  </a:schemeClr>
                </a:solidFill>
                <a:latin typeface="+mn-ea"/>
                <a:cs typeface="+mn-ea"/>
                <a:sym typeface="+mn-ea"/>
              </a:rPr>
              <a:t>”</a:t>
            </a:r>
            <a:r>
              <a:rPr lang="zh-CN" altLang="en-US" sz="1400">
                <a:solidFill>
                  <a:schemeClr val="tx1">
                    <a:lumMod val="85000"/>
                    <a:lumOff val="15000"/>
                  </a:schemeClr>
                </a:solidFill>
                <a:latin typeface="+mn-ea"/>
                <a:cs typeface="+mn-ea"/>
                <a:sym typeface="+mn-ea"/>
              </a:rPr>
              <a:t>是教育主线，课后服务应落实德智体美劳全面发展；</a:t>
            </a:r>
            <a:endParaRPr lang="zh-CN" altLang="en-US" sz="1400">
              <a:solidFill>
                <a:schemeClr val="tx1">
                  <a:lumMod val="85000"/>
                  <a:lumOff val="15000"/>
                </a:schemeClr>
              </a:solidFill>
              <a:latin typeface="+mn-ea"/>
              <a:cs typeface="+mn-ea"/>
              <a:sym typeface="+mn-ea"/>
            </a:endParaRPr>
          </a:p>
          <a:p>
            <a:pPr marL="285750" indent="-285750">
              <a:lnSpc>
                <a:spcPct val="150000"/>
              </a:lnSpc>
              <a:buFont typeface="Wingdings" panose="05000000000000000000" charset="0"/>
              <a:buChar char="l"/>
            </a:pPr>
            <a:r>
              <a:rPr lang="zh-CN" altLang="en-US" sz="1400">
                <a:solidFill>
                  <a:schemeClr val="tx1">
                    <a:lumMod val="85000"/>
                    <a:lumOff val="15000"/>
                  </a:schemeClr>
                </a:solidFill>
                <a:latin typeface="+mn-ea"/>
                <a:cs typeface="+mn-ea"/>
                <a:sym typeface="+mn-ea"/>
              </a:rPr>
              <a:t>强调课后课程应作为</a:t>
            </a:r>
            <a:r>
              <a:rPr lang="en-US" altLang="zh-CN" sz="1400">
                <a:solidFill>
                  <a:schemeClr val="tx1">
                    <a:lumMod val="85000"/>
                    <a:lumOff val="15000"/>
                  </a:schemeClr>
                </a:solidFill>
                <a:latin typeface="+mn-ea"/>
                <a:cs typeface="+mn-ea"/>
                <a:sym typeface="+mn-ea"/>
              </a:rPr>
              <a:t>“</a:t>
            </a:r>
            <a:r>
              <a:rPr lang="zh-CN" altLang="en-US" sz="1400">
                <a:solidFill>
                  <a:schemeClr val="tx1">
                    <a:lumMod val="85000"/>
                    <a:lumOff val="15000"/>
                  </a:schemeClr>
                </a:solidFill>
                <a:latin typeface="+mn-ea"/>
                <a:cs typeface="+mn-ea"/>
                <a:sym typeface="+mn-ea"/>
              </a:rPr>
              <a:t>课内课程体系的有益补充</a:t>
            </a:r>
            <a:r>
              <a:rPr lang="en-US" altLang="zh-CN" sz="1400">
                <a:solidFill>
                  <a:schemeClr val="tx1">
                    <a:lumMod val="85000"/>
                    <a:lumOff val="15000"/>
                  </a:schemeClr>
                </a:solidFill>
                <a:latin typeface="+mn-ea"/>
                <a:cs typeface="+mn-ea"/>
                <a:sym typeface="+mn-ea"/>
              </a:rPr>
              <a:t>”</a:t>
            </a:r>
            <a:r>
              <a:rPr lang="zh-CN" altLang="en-US" sz="1400">
                <a:solidFill>
                  <a:schemeClr val="tx1">
                    <a:lumMod val="85000"/>
                    <a:lumOff val="15000"/>
                  </a:schemeClr>
                </a:solidFill>
                <a:latin typeface="+mn-ea"/>
                <a:cs typeface="+mn-ea"/>
                <a:sym typeface="+mn-ea"/>
              </a:rPr>
              <a:t>，统筹纳入校内教学安排；</a:t>
            </a:r>
            <a:endParaRPr lang="zh-CN" altLang="en-US" sz="1400">
              <a:solidFill>
                <a:schemeClr val="tx1">
                  <a:lumMod val="85000"/>
                  <a:lumOff val="15000"/>
                </a:schemeClr>
              </a:solidFill>
              <a:latin typeface="+mn-ea"/>
              <a:cs typeface="+mn-ea"/>
              <a:sym typeface="+mn-ea"/>
            </a:endParaRPr>
          </a:p>
          <a:p>
            <a:pPr marL="285750" indent="-285750">
              <a:lnSpc>
                <a:spcPct val="150000"/>
              </a:lnSpc>
              <a:buFont typeface="Wingdings" panose="05000000000000000000" charset="0"/>
              <a:buChar char="l"/>
            </a:pPr>
            <a:r>
              <a:rPr lang="zh-CN" altLang="en-US" sz="1400">
                <a:solidFill>
                  <a:schemeClr val="tx1">
                    <a:lumMod val="85000"/>
                    <a:lumOff val="15000"/>
                  </a:schemeClr>
                </a:solidFill>
                <a:latin typeface="+mn-ea"/>
                <a:cs typeface="+mn-ea"/>
                <a:sym typeface="+mn-ea"/>
              </a:rPr>
              <a:t>鼓励学校开发</a:t>
            </a:r>
            <a:r>
              <a:rPr lang="en-US" altLang="zh-CN" sz="1400">
                <a:solidFill>
                  <a:schemeClr val="tx1">
                    <a:lumMod val="85000"/>
                    <a:lumOff val="15000"/>
                  </a:schemeClr>
                </a:solidFill>
                <a:latin typeface="+mn-ea"/>
                <a:cs typeface="+mn-ea"/>
                <a:sym typeface="+mn-ea"/>
              </a:rPr>
              <a:t>“</a:t>
            </a:r>
            <a:r>
              <a:rPr lang="zh-CN" altLang="en-US" sz="1400">
                <a:solidFill>
                  <a:schemeClr val="tx1">
                    <a:lumMod val="85000"/>
                    <a:lumOff val="15000"/>
                  </a:schemeClr>
                </a:solidFill>
                <a:latin typeface="+mn-ea"/>
                <a:cs typeface="+mn-ea"/>
                <a:sym typeface="+mn-ea"/>
              </a:rPr>
              <a:t>校本课程</a:t>
            </a:r>
            <a:r>
              <a:rPr lang="en-US" altLang="zh-CN" sz="1400">
                <a:solidFill>
                  <a:schemeClr val="tx1">
                    <a:lumMod val="85000"/>
                    <a:lumOff val="15000"/>
                  </a:schemeClr>
                </a:solidFill>
                <a:latin typeface="+mn-ea"/>
                <a:cs typeface="+mn-ea"/>
                <a:sym typeface="+mn-ea"/>
              </a:rPr>
              <a:t>”“</a:t>
            </a:r>
            <a:r>
              <a:rPr lang="zh-CN" altLang="en-US" sz="1400">
                <a:solidFill>
                  <a:schemeClr val="tx1">
                    <a:lumMod val="85000"/>
                    <a:lumOff val="15000"/>
                  </a:schemeClr>
                </a:solidFill>
                <a:latin typeface="+mn-ea"/>
                <a:cs typeface="+mn-ea"/>
                <a:sym typeface="+mn-ea"/>
              </a:rPr>
              <a:t>课程菜单</a:t>
            </a:r>
            <a:r>
              <a:rPr lang="en-US" altLang="zh-CN" sz="1400">
                <a:solidFill>
                  <a:schemeClr val="tx1">
                    <a:lumMod val="85000"/>
                    <a:lumOff val="15000"/>
                  </a:schemeClr>
                </a:solidFill>
                <a:latin typeface="+mn-ea"/>
                <a:cs typeface="+mn-ea"/>
                <a:sym typeface="+mn-ea"/>
              </a:rPr>
              <a:t>”</a:t>
            </a:r>
            <a:r>
              <a:rPr lang="zh-CN" altLang="en-US" sz="1400">
                <a:solidFill>
                  <a:schemeClr val="tx1">
                    <a:lumMod val="85000"/>
                    <a:lumOff val="15000"/>
                  </a:schemeClr>
                </a:solidFill>
                <a:latin typeface="+mn-ea"/>
                <a:cs typeface="+mn-ea"/>
                <a:sym typeface="+mn-ea"/>
              </a:rPr>
              <a:t>，体现区域特色和多样育人。</a:t>
            </a:r>
            <a:endParaRPr lang="zh-CN" altLang="en-US" sz="1400">
              <a:solidFill>
                <a:schemeClr val="tx1">
                  <a:lumMod val="85000"/>
                  <a:lumOff val="15000"/>
                </a:schemeClr>
              </a:solidFill>
              <a:latin typeface="+mn-ea"/>
              <a:cs typeface="+mn-ea"/>
              <a:sym typeface="+mn-ea"/>
            </a:endParaRPr>
          </a:p>
        </p:txBody>
      </p:sp>
      <p:grpSp>
        <p:nvGrpSpPr>
          <p:cNvPr id="10" name="组合 9"/>
          <p:cNvGrpSpPr/>
          <p:nvPr/>
        </p:nvGrpSpPr>
        <p:grpSpPr>
          <a:xfrm>
            <a:off x="1118870" y="3623310"/>
            <a:ext cx="5080635" cy="354330"/>
            <a:chOff x="1814" y="1567"/>
            <a:chExt cx="8001" cy="558"/>
          </a:xfrm>
        </p:grpSpPr>
        <p:sp>
          <p:nvSpPr>
            <p:cNvPr id="11" name="文本框 10"/>
            <p:cNvSpPr txBox="1"/>
            <p:nvPr/>
          </p:nvSpPr>
          <p:spPr>
            <a:xfrm>
              <a:off x="2213" y="1567"/>
              <a:ext cx="7602" cy="558"/>
            </a:xfrm>
            <a:prstGeom prst="rect">
              <a:avLst/>
            </a:prstGeom>
            <a:noFill/>
          </p:spPr>
          <p:txBody>
            <a:bodyPr wrap="square" rtlCol="0">
              <a:noAutofit/>
            </a:bodyPr>
            <a:p>
              <a:pPr algn="l"/>
              <a:r>
                <a:rPr lang="zh-CN" altLang="en-US" sz="1600" b="1">
                  <a:solidFill>
                    <a:srgbClr val="285AA1"/>
                  </a:solidFill>
                </a:rPr>
                <a:t>我们如何响应</a:t>
              </a:r>
              <a:endParaRPr lang="zh-CN" altLang="en-US" sz="1600" b="1">
                <a:solidFill>
                  <a:srgbClr val="285AA1"/>
                </a:solidFill>
              </a:endParaRPr>
            </a:p>
          </p:txBody>
        </p:sp>
        <p:pic>
          <p:nvPicPr>
            <p:cNvPr id="12" name="图片 11" descr="资源 19"/>
            <p:cNvPicPr>
              <a:picLocks noChangeAspect="1"/>
            </p:cNvPicPr>
            <p:nvPr>
              <p:custDataLst>
                <p:tags r:id="rId5"/>
              </p:custDataLst>
            </p:nvPr>
          </p:nvPicPr>
          <p:blipFill>
            <a:blip r:embed="rId4"/>
            <a:stretch>
              <a:fillRect/>
            </a:stretch>
          </p:blipFill>
          <p:spPr>
            <a:xfrm>
              <a:off x="1814" y="1606"/>
              <a:ext cx="439" cy="440"/>
            </a:xfrm>
            <a:prstGeom prst="rect">
              <a:avLst/>
            </a:prstGeom>
          </p:spPr>
        </p:pic>
      </p:grpSp>
      <p:sp>
        <p:nvSpPr>
          <p:cNvPr id="76" name="矩形 75"/>
          <p:cNvSpPr/>
          <p:nvPr/>
        </p:nvSpPr>
        <p:spPr>
          <a:xfrm>
            <a:off x="1146810" y="5610860"/>
            <a:ext cx="9954895" cy="434340"/>
          </a:xfrm>
          <a:prstGeom prst="rect">
            <a:avLst/>
          </a:prstGeom>
          <a:solidFill>
            <a:schemeClr val="bg1">
              <a:lumMod val="95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sz="1600">
                <a:solidFill>
                  <a:schemeClr val="tx1">
                    <a:lumMod val="85000"/>
                    <a:lumOff val="15000"/>
                  </a:schemeClr>
                </a:solidFill>
                <a:sym typeface="+mn-ea"/>
              </a:rPr>
              <a:t>课程体系不是附属品，而是落实教育战略的</a:t>
            </a:r>
            <a:r>
              <a:rPr lang="en-US" altLang="zh-CN" sz="1600">
                <a:solidFill>
                  <a:schemeClr val="tx1">
                    <a:lumMod val="85000"/>
                    <a:lumOff val="15000"/>
                  </a:schemeClr>
                </a:solidFill>
                <a:sym typeface="+mn-ea"/>
              </a:rPr>
              <a:t>“</a:t>
            </a:r>
            <a:r>
              <a:rPr lang="zh-CN" altLang="en-US" sz="1600">
                <a:solidFill>
                  <a:schemeClr val="tx1">
                    <a:lumMod val="85000"/>
                    <a:lumOff val="15000"/>
                  </a:schemeClr>
                </a:solidFill>
                <a:sym typeface="+mn-ea"/>
              </a:rPr>
              <a:t>抓手</a:t>
            </a:r>
            <a:r>
              <a:rPr lang="en-US" altLang="zh-CN" sz="1600">
                <a:solidFill>
                  <a:schemeClr val="tx1">
                    <a:lumMod val="85000"/>
                    <a:lumOff val="15000"/>
                  </a:schemeClr>
                </a:solidFill>
                <a:sym typeface="+mn-ea"/>
              </a:rPr>
              <a:t>”</a:t>
            </a:r>
            <a:r>
              <a:rPr lang="zh-CN" altLang="en-US" sz="1600">
                <a:solidFill>
                  <a:schemeClr val="tx1">
                    <a:lumMod val="85000"/>
                    <a:lumOff val="15000"/>
                  </a:schemeClr>
                </a:solidFill>
                <a:sym typeface="+mn-ea"/>
              </a:rPr>
              <a:t>，是校本课程建设与教育局标准化管理的结合点</a:t>
            </a:r>
            <a:endParaRPr lang="zh-CN" altLang="en-US" sz="1600">
              <a:solidFill>
                <a:schemeClr val="tx1">
                  <a:lumMod val="85000"/>
                  <a:lumOff val="15000"/>
                </a:schemeClr>
              </a:solidFill>
              <a:sym typeface="+mn-ea"/>
            </a:endParaRPr>
          </a:p>
        </p:txBody>
      </p:sp>
      <p:grpSp>
        <p:nvGrpSpPr>
          <p:cNvPr id="63" name="组合 62"/>
          <p:cNvGrpSpPr/>
          <p:nvPr/>
        </p:nvGrpSpPr>
        <p:grpSpPr>
          <a:xfrm>
            <a:off x="8082280" y="2048510"/>
            <a:ext cx="1391920" cy="354330"/>
            <a:chOff x="1814" y="1567"/>
            <a:chExt cx="2192" cy="558"/>
          </a:xfrm>
        </p:grpSpPr>
        <p:sp>
          <p:nvSpPr>
            <p:cNvPr id="64" name="文本框 63"/>
            <p:cNvSpPr txBox="1"/>
            <p:nvPr/>
          </p:nvSpPr>
          <p:spPr>
            <a:xfrm>
              <a:off x="2213" y="1567"/>
              <a:ext cx="1793" cy="558"/>
            </a:xfrm>
            <a:prstGeom prst="rect">
              <a:avLst/>
            </a:prstGeom>
            <a:noFill/>
          </p:spPr>
          <p:txBody>
            <a:bodyPr wrap="square" rtlCol="0">
              <a:noAutofit/>
            </a:bodyPr>
            <a:p>
              <a:pPr algn="l"/>
              <a:r>
                <a:rPr lang="zh-CN" altLang="en-US" sz="1600" b="1">
                  <a:solidFill>
                    <a:srgbClr val="285AA1"/>
                  </a:solidFill>
                </a:rPr>
                <a:t>配套提供</a:t>
              </a:r>
              <a:endParaRPr lang="zh-CN" altLang="en-US" sz="1600" b="1">
                <a:solidFill>
                  <a:srgbClr val="285AA1"/>
                </a:solidFill>
              </a:endParaRPr>
            </a:p>
          </p:txBody>
        </p:sp>
        <p:pic>
          <p:nvPicPr>
            <p:cNvPr id="65" name="图片 64" descr="资源 19"/>
            <p:cNvPicPr>
              <a:picLocks noChangeAspect="1"/>
            </p:cNvPicPr>
            <p:nvPr>
              <p:custDataLst>
                <p:tags r:id="rId6"/>
              </p:custDataLst>
            </p:nvPr>
          </p:nvPicPr>
          <p:blipFill>
            <a:blip r:embed="rId4"/>
            <a:stretch>
              <a:fillRect/>
            </a:stretch>
          </p:blipFill>
          <p:spPr>
            <a:xfrm>
              <a:off x="1814" y="1606"/>
              <a:ext cx="439" cy="440"/>
            </a:xfrm>
            <a:prstGeom prst="rect">
              <a:avLst/>
            </a:prstGeom>
          </p:spPr>
        </p:pic>
      </p:grpSp>
      <p:sp>
        <p:nvSpPr>
          <p:cNvPr id="66" name="圆角矩形 65"/>
          <p:cNvSpPr/>
          <p:nvPr/>
        </p:nvSpPr>
        <p:spPr>
          <a:xfrm>
            <a:off x="8104505" y="2447290"/>
            <a:ext cx="2939415" cy="2797175"/>
          </a:xfrm>
          <a:prstGeom prst="roundRect">
            <a:avLst>
              <a:gd name="adj" fmla="val 5216"/>
            </a:avLst>
          </a:prstGeom>
          <a:noFill/>
          <a:ln>
            <a:solidFill>
              <a:schemeClr val="accent1"/>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90" name="圆角矩形 89"/>
          <p:cNvSpPr/>
          <p:nvPr/>
        </p:nvSpPr>
        <p:spPr>
          <a:xfrm>
            <a:off x="8202295" y="2613025"/>
            <a:ext cx="2691130" cy="549910"/>
          </a:xfrm>
          <a:prstGeom prst="roundRect">
            <a:avLst>
              <a:gd name="adj" fmla="val 50000"/>
            </a:avLst>
          </a:prstGeom>
          <a:solidFill>
            <a:srgbClr val="254D97"/>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sz="1400">
                <a:sym typeface="+mn-ea"/>
              </a:rPr>
              <a:t>完整教学设计</a:t>
            </a:r>
            <a:endParaRPr lang="zh-CN" altLang="en-US" sz="1400">
              <a:sym typeface="+mn-ea"/>
            </a:endParaRPr>
          </a:p>
          <a:p>
            <a:pPr algn="ctr"/>
            <a:r>
              <a:rPr lang="zh-CN" altLang="en-US" sz="1000">
                <a:sym typeface="+mn-ea"/>
              </a:rPr>
              <a:t>含教学目标、课程纲要、评价标准</a:t>
            </a:r>
            <a:endParaRPr lang="zh-CN" altLang="en-US" sz="1000">
              <a:sym typeface="+mn-ea"/>
            </a:endParaRPr>
          </a:p>
        </p:txBody>
      </p:sp>
      <p:sp>
        <p:nvSpPr>
          <p:cNvPr id="91" name="圆角矩形 90"/>
          <p:cNvSpPr/>
          <p:nvPr/>
        </p:nvSpPr>
        <p:spPr>
          <a:xfrm>
            <a:off x="8202295" y="3246120"/>
            <a:ext cx="2691130" cy="549910"/>
          </a:xfrm>
          <a:prstGeom prst="roundRect">
            <a:avLst>
              <a:gd name="adj" fmla="val 50000"/>
            </a:avLst>
          </a:prstGeom>
          <a:solidFill>
            <a:srgbClr val="D4A979"/>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sz="1400">
                <a:sym typeface="+mn-ea"/>
              </a:rPr>
              <a:t>可选师资支持</a:t>
            </a:r>
            <a:endParaRPr lang="zh-CN" altLang="en-US" sz="1400">
              <a:sym typeface="+mn-ea"/>
            </a:endParaRPr>
          </a:p>
          <a:p>
            <a:pPr algn="ctr"/>
            <a:r>
              <a:rPr lang="zh-CN" altLang="en-US" sz="1000">
                <a:sym typeface="+mn-ea"/>
              </a:rPr>
              <a:t>经验讲师、在地合作机构、培训赋能</a:t>
            </a:r>
            <a:endParaRPr lang="zh-CN" altLang="en-US" sz="1000">
              <a:sym typeface="+mn-ea"/>
            </a:endParaRPr>
          </a:p>
        </p:txBody>
      </p:sp>
      <p:sp>
        <p:nvSpPr>
          <p:cNvPr id="92" name="圆角矩形 91"/>
          <p:cNvSpPr/>
          <p:nvPr/>
        </p:nvSpPr>
        <p:spPr>
          <a:xfrm>
            <a:off x="8202295" y="3879215"/>
            <a:ext cx="2691130" cy="549910"/>
          </a:xfrm>
          <a:prstGeom prst="roundRect">
            <a:avLst>
              <a:gd name="adj" fmla="val 50000"/>
            </a:avLst>
          </a:prstGeom>
          <a:solidFill>
            <a:srgbClr val="254D97"/>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sz="1400">
                <a:sym typeface="+mn-ea"/>
              </a:rPr>
              <a:t>内容平台化支持</a:t>
            </a:r>
            <a:endParaRPr lang="zh-CN" altLang="en-US" sz="1400">
              <a:sym typeface="+mn-ea"/>
            </a:endParaRPr>
          </a:p>
          <a:p>
            <a:pPr algn="ctr"/>
            <a:r>
              <a:rPr lang="zh-CN" altLang="en-US" sz="1000">
                <a:sym typeface="+mn-ea"/>
              </a:rPr>
              <a:t>可通过平台进行课程审核与推送</a:t>
            </a:r>
            <a:endParaRPr lang="zh-CN" altLang="en-US" sz="1000">
              <a:sym typeface="+mn-ea"/>
            </a:endParaRPr>
          </a:p>
        </p:txBody>
      </p:sp>
      <p:sp>
        <p:nvSpPr>
          <p:cNvPr id="93" name="圆角矩形 92"/>
          <p:cNvSpPr/>
          <p:nvPr/>
        </p:nvSpPr>
        <p:spPr>
          <a:xfrm>
            <a:off x="8202295" y="4512310"/>
            <a:ext cx="2691130" cy="549910"/>
          </a:xfrm>
          <a:prstGeom prst="roundRect">
            <a:avLst>
              <a:gd name="adj" fmla="val 50000"/>
            </a:avLst>
          </a:prstGeom>
          <a:solidFill>
            <a:srgbClr val="D4A979"/>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sz="1400">
                <a:sym typeface="+mn-ea"/>
              </a:rPr>
              <a:t>教研团队协助校内老师开展</a:t>
            </a:r>
            <a:r>
              <a:rPr lang="en-US" altLang="zh-CN" sz="1400">
                <a:sym typeface="+mn-ea"/>
              </a:rPr>
              <a:t>“</a:t>
            </a:r>
            <a:r>
              <a:rPr lang="zh-CN" altLang="en-US" sz="1400">
                <a:sym typeface="+mn-ea"/>
              </a:rPr>
              <a:t>校本</a:t>
            </a:r>
            <a:r>
              <a:rPr lang="en-US" altLang="zh-CN" sz="1400">
                <a:sym typeface="+mn-ea"/>
              </a:rPr>
              <a:t>+</a:t>
            </a:r>
            <a:r>
              <a:rPr lang="zh-CN" altLang="en-US" sz="1400">
                <a:sym typeface="+mn-ea"/>
              </a:rPr>
              <a:t>融合</a:t>
            </a:r>
            <a:r>
              <a:rPr lang="en-US" altLang="zh-CN" sz="1400">
                <a:sym typeface="+mn-ea"/>
              </a:rPr>
              <a:t>”</a:t>
            </a:r>
            <a:r>
              <a:rPr lang="zh-CN" altLang="en-US" sz="1400">
                <a:sym typeface="+mn-ea"/>
              </a:rPr>
              <a:t>式课后课开发</a:t>
            </a:r>
            <a:endParaRPr lang="zh-CN" altLang="en-US" sz="1400">
              <a:sym typeface="+mn-ea"/>
            </a:endParaRPr>
          </a:p>
        </p:txBody>
      </p:sp>
    </p:spTree>
    <p:custDataLst>
      <p:tags r:id="rId7"/>
    </p:custDataLst>
  </p:cSld>
  <p:clrMapOvr>
    <a:masterClrMapping/>
  </p:clrMapOvr>
  <p:transition/>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圆角矩形 18"/>
          <p:cNvSpPr/>
          <p:nvPr/>
        </p:nvSpPr>
        <p:spPr>
          <a:xfrm>
            <a:off x="1118235" y="1726565"/>
            <a:ext cx="9958070" cy="3931920"/>
          </a:xfrm>
          <a:prstGeom prst="roundRect">
            <a:avLst>
              <a:gd name="adj" fmla="val 2380"/>
            </a:avLst>
          </a:prstGeom>
          <a:solidFill>
            <a:schemeClr val="bg1">
              <a:lumMod val="95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16" name="矩形 15"/>
          <p:cNvSpPr/>
          <p:nvPr/>
        </p:nvSpPr>
        <p:spPr>
          <a:xfrm>
            <a:off x="8580755" y="5934075"/>
            <a:ext cx="3529330" cy="822960"/>
          </a:xfrm>
          <a:prstGeom prst="rect">
            <a:avLst/>
          </a:prstGeom>
          <a:solidFill>
            <a:schemeClr val="bg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9" name="标题 8"/>
          <p:cNvSpPr>
            <a:spLocks noGrp="1"/>
          </p:cNvSpPr>
          <p:nvPr>
            <p:custDataLst>
              <p:tags r:id="rId1"/>
            </p:custDataLst>
          </p:nvPr>
        </p:nvSpPr>
        <p:spPr>
          <a:xfrm>
            <a:off x="937260" y="0"/>
            <a:ext cx="10830560" cy="799465"/>
          </a:xfrm>
          <a:prstGeom prst="rect">
            <a:avLst/>
          </a:prstGeom>
        </p:spPr>
        <p:txBody>
          <a:bodyPr vert="horz" lIns="90170" tIns="46990" rIns="90170" bIns="46990" rtlCol="0" anchor="ctr" anchorCtr="0">
            <a:noAutofit/>
          </a:bodyPr>
          <a:lstStyle>
            <a:lvl1pPr>
              <a:defRPr sz="6000">
                <a:solidFill>
                  <a:srgbClr val="1D43F3"/>
                </a:solidFill>
              </a:defRPr>
            </a:lvl1pPr>
          </a:lstStyle>
          <a:p>
            <a:r>
              <a:rPr lang="zh-CN" altLang="en-US" sz="3600" b="1">
                <a:solidFill>
                  <a:srgbClr val="254D97"/>
                </a:solidFill>
                <a:cs typeface="微软雅黑 Light" panose="020B0502040204020203" charset="-122"/>
              </a:rPr>
              <a:t>师资</a:t>
            </a:r>
            <a:r>
              <a:rPr lang="zh-CN" altLang="en-US" sz="3600" b="1">
                <a:solidFill>
                  <a:srgbClr val="254D97"/>
                </a:solidFill>
                <a:cs typeface="微软雅黑 Light" panose="020B0502040204020203" charset="-122"/>
              </a:rPr>
              <a:t>机制：解决</a:t>
            </a:r>
            <a:r>
              <a:rPr lang="en-US" altLang="zh-CN" sz="3600" b="1">
                <a:solidFill>
                  <a:srgbClr val="254D97"/>
                </a:solidFill>
                <a:cs typeface="微软雅黑 Light" panose="020B0502040204020203" charset="-122"/>
              </a:rPr>
              <a:t>“</a:t>
            </a:r>
            <a:r>
              <a:rPr lang="zh-CN" altLang="en-US" sz="3600" b="1">
                <a:solidFill>
                  <a:srgbClr val="254D97"/>
                </a:solidFill>
                <a:cs typeface="微软雅黑 Light" panose="020B0502040204020203" charset="-122"/>
              </a:rPr>
              <a:t>谁来教</a:t>
            </a:r>
            <a:r>
              <a:rPr lang="en-US" altLang="zh-CN" sz="3600" b="1">
                <a:solidFill>
                  <a:srgbClr val="254D97"/>
                </a:solidFill>
                <a:cs typeface="微软雅黑 Light" panose="020B0502040204020203" charset="-122"/>
              </a:rPr>
              <a:t>”“</a:t>
            </a:r>
            <a:r>
              <a:rPr lang="zh-CN" altLang="en-US" sz="3600" b="1">
                <a:solidFill>
                  <a:srgbClr val="254D97"/>
                </a:solidFill>
                <a:cs typeface="微软雅黑 Light" panose="020B0502040204020203" charset="-122"/>
              </a:rPr>
              <a:t>教得合规</a:t>
            </a:r>
            <a:r>
              <a:rPr lang="en-US" altLang="zh-CN" sz="3600" b="1">
                <a:solidFill>
                  <a:srgbClr val="254D97"/>
                </a:solidFill>
                <a:cs typeface="微软雅黑 Light" panose="020B0502040204020203" charset="-122"/>
              </a:rPr>
              <a:t>”</a:t>
            </a:r>
            <a:r>
              <a:rPr lang="zh-CN" altLang="en-US" sz="3600" b="1">
                <a:solidFill>
                  <a:srgbClr val="254D97"/>
                </a:solidFill>
                <a:cs typeface="微软雅黑 Light" panose="020B0502040204020203" charset="-122"/>
              </a:rPr>
              <a:t>的核心问题</a:t>
            </a:r>
            <a:endParaRPr lang="zh-CN" altLang="en-US" sz="3600" b="1">
              <a:solidFill>
                <a:srgbClr val="254D97"/>
              </a:solidFill>
              <a:cs typeface="微软雅黑 Light" panose="020B0502040204020203" charset="-122"/>
            </a:endParaRPr>
          </a:p>
        </p:txBody>
      </p:sp>
      <p:graphicFrame>
        <p:nvGraphicFramePr>
          <p:cNvPr id="7" name="表格 6"/>
          <p:cNvGraphicFramePr/>
          <p:nvPr>
            <p:custDataLst>
              <p:tags r:id="rId2"/>
            </p:custDataLst>
          </p:nvPr>
        </p:nvGraphicFramePr>
        <p:xfrm>
          <a:off x="1331278" y="2316480"/>
          <a:ext cx="9531985" cy="1433830"/>
        </p:xfrm>
        <a:graphic>
          <a:graphicData uri="http://schemas.openxmlformats.org/drawingml/2006/table">
            <a:tbl>
              <a:tblPr firstRow="1" bandRow="1">
                <a:tableStyleId>{E540AE2A-119F-4CD3-B882-5AFB7FEADBD2}</a:tableStyleId>
              </a:tblPr>
              <a:tblGrid>
                <a:gridCol w="4627880"/>
                <a:gridCol w="4904105"/>
              </a:tblGrid>
              <a:tr h="381000">
                <a:tc>
                  <a:txBody>
                    <a:bodyPr/>
                    <a:p>
                      <a:pPr algn="ctr"/>
                      <a:r>
                        <a:rPr lang="zh-CN" altLang="en-US" sz="1600"/>
                        <a:t>来</a:t>
                      </a:r>
                      <a:r>
                        <a:rPr lang="en-US" altLang="zh-CN" sz="1600"/>
                        <a:t> </a:t>
                      </a:r>
                      <a:r>
                        <a:rPr lang="zh-CN" altLang="en-US" sz="1600"/>
                        <a:t>源</a:t>
                      </a:r>
                      <a:endParaRPr lang="zh-CN" altLang="en-US" sz="1600"/>
                    </a:p>
                  </a:txBody>
                  <a:tcPr marL="0" marR="0" marT="0" marB="0" anchor="ctr" anchorCtr="0">
                    <a:solidFill>
                      <a:srgbClr val="254D97"/>
                    </a:solidFill>
                  </a:tcPr>
                </a:tc>
                <a:tc>
                  <a:txBody>
                    <a:bodyPr/>
                    <a:p>
                      <a:pPr algn="ctr"/>
                      <a:r>
                        <a:rPr lang="zh-CN" altLang="en-US" sz="1600"/>
                        <a:t>说</a:t>
                      </a:r>
                      <a:r>
                        <a:rPr lang="en-US" altLang="zh-CN" sz="1600"/>
                        <a:t> </a:t>
                      </a:r>
                      <a:r>
                        <a:rPr lang="zh-CN" altLang="en-US" sz="1600"/>
                        <a:t>明</a:t>
                      </a:r>
                      <a:endParaRPr lang="zh-CN" altLang="en-US" sz="1600"/>
                    </a:p>
                  </a:txBody>
                  <a:tcPr marL="0" marR="0" marT="0" marB="0" anchor="ctr" anchorCtr="0">
                    <a:solidFill>
                      <a:srgbClr val="254D97"/>
                    </a:solidFill>
                  </a:tcPr>
                </a:tc>
              </a:tr>
              <a:tr h="262890">
                <a:tc>
                  <a:txBody>
                    <a:bodyPr/>
                    <a:p>
                      <a:pPr algn="ctr"/>
                      <a:r>
                        <a:rPr lang="zh-CN" altLang="en-US" sz="1200">
                          <a:solidFill>
                            <a:schemeClr val="tx1">
                              <a:lumMod val="85000"/>
                              <a:lumOff val="15000"/>
                            </a:schemeClr>
                          </a:solidFill>
                          <a:latin typeface="+mn-ea"/>
                        </a:rPr>
                        <a:t>校内教师</a:t>
                      </a:r>
                      <a:endParaRPr lang="zh-CN" altLang="en-US" sz="1200">
                        <a:solidFill>
                          <a:schemeClr val="tx1">
                            <a:lumMod val="85000"/>
                            <a:lumOff val="15000"/>
                          </a:schemeClr>
                        </a:solidFill>
                        <a:latin typeface="+mn-ea"/>
                      </a:endParaRPr>
                    </a:p>
                  </a:txBody>
                  <a:tcPr marL="0" marR="0" marT="0" marB="0" anchor="ctr" anchorCtr="0"/>
                </a:tc>
                <a:tc>
                  <a:txBody>
                    <a:bodyPr/>
                    <a:p>
                      <a:pPr algn="ctr"/>
                      <a:r>
                        <a:rPr lang="zh-CN" altLang="en-US" sz="1200">
                          <a:solidFill>
                            <a:schemeClr val="tx1">
                              <a:lumMod val="85000"/>
                              <a:lumOff val="15000"/>
                            </a:schemeClr>
                          </a:solidFill>
                          <a:latin typeface="+mn-ea"/>
                          <a:cs typeface="+mn-ea"/>
                        </a:rPr>
                        <a:t>可选课程负担减轻型支持，适配轻量劳动</a:t>
                      </a:r>
                      <a:r>
                        <a:rPr lang="en-US" altLang="zh-CN" sz="1200">
                          <a:solidFill>
                            <a:schemeClr val="tx1">
                              <a:lumMod val="85000"/>
                              <a:lumOff val="15000"/>
                            </a:schemeClr>
                          </a:solidFill>
                          <a:latin typeface="+mn-ea"/>
                          <a:cs typeface="+mn-ea"/>
                        </a:rPr>
                        <a:t>/</a:t>
                      </a:r>
                      <a:r>
                        <a:rPr lang="zh-CN" altLang="en-US" sz="1200">
                          <a:solidFill>
                            <a:schemeClr val="tx1">
                              <a:lumMod val="85000"/>
                              <a:lumOff val="15000"/>
                            </a:schemeClr>
                          </a:solidFill>
                          <a:latin typeface="+mn-ea"/>
                          <a:cs typeface="+mn-ea"/>
                        </a:rPr>
                        <a:t>阅读类</a:t>
                      </a:r>
                      <a:endParaRPr lang="zh-CN" altLang="en-US" sz="1200">
                        <a:solidFill>
                          <a:schemeClr val="tx1">
                            <a:lumMod val="85000"/>
                            <a:lumOff val="15000"/>
                          </a:schemeClr>
                        </a:solidFill>
                        <a:latin typeface="+mn-ea"/>
                        <a:cs typeface="+mn-ea"/>
                      </a:endParaRPr>
                    </a:p>
                  </a:txBody>
                  <a:tcPr marL="0" marR="0" marT="0" marB="0" anchor="ctr" anchorCtr="0"/>
                </a:tc>
              </a:tr>
              <a:tr h="263525">
                <a:tc>
                  <a:txBody>
                    <a:bodyPr/>
                    <a:p>
                      <a:pPr algn="ctr"/>
                      <a:r>
                        <a:rPr lang="zh-CN" altLang="en-US" sz="1200">
                          <a:solidFill>
                            <a:schemeClr val="tx1">
                              <a:lumMod val="85000"/>
                              <a:lumOff val="15000"/>
                            </a:schemeClr>
                          </a:solidFill>
                          <a:latin typeface="+mn-ea"/>
                        </a:rPr>
                        <a:t>教育公司专业讲师</a:t>
                      </a:r>
                      <a:endParaRPr lang="zh-CN" altLang="en-US" sz="1200">
                        <a:solidFill>
                          <a:schemeClr val="tx1">
                            <a:lumMod val="85000"/>
                            <a:lumOff val="15000"/>
                          </a:schemeClr>
                        </a:solidFill>
                        <a:latin typeface="+mn-ea"/>
                      </a:endParaRPr>
                    </a:p>
                  </a:txBody>
                  <a:tcPr marL="0" marR="0" marT="0" marB="0" anchor="ctr" anchorCtr="0"/>
                </a:tc>
                <a:tc>
                  <a:txBody>
                    <a:bodyPr/>
                    <a:p>
                      <a:pPr algn="ctr"/>
                      <a:r>
                        <a:rPr lang="zh-CN" altLang="en-US" sz="1200">
                          <a:solidFill>
                            <a:schemeClr val="tx1">
                              <a:lumMod val="85000"/>
                              <a:lumOff val="15000"/>
                            </a:schemeClr>
                          </a:solidFill>
                          <a:latin typeface="+mn-ea"/>
                        </a:rPr>
                        <a:t>平台机构端备案，资质预审、安全留痕</a:t>
                      </a:r>
                      <a:endParaRPr lang="zh-CN" altLang="en-US" sz="1200">
                        <a:solidFill>
                          <a:schemeClr val="tx1">
                            <a:lumMod val="85000"/>
                            <a:lumOff val="15000"/>
                          </a:schemeClr>
                        </a:solidFill>
                        <a:latin typeface="+mn-ea"/>
                      </a:endParaRPr>
                    </a:p>
                  </a:txBody>
                  <a:tcPr marL="0" marR="0" marT="0" marB="0" anchor="ctr" anchorCtr="0"/>
                </a:tc>
              </a:tr>
              <a:tr h="262890">
                <a:tc>
                  <a:txBody>
                    <a:bodyPr/>
                    <a:p>
                      <a:pPr algn="ctr"/>
                      <a:r>
                        <a:rPr lang="zh-CN" altLang="en-US" sz="1200">
                          <a:solidFill>
                            <a:schemeClr val="tx1">
                              <a:lumMod val="85000"/>
                              <a:lumOff val="15000"/>
                            </a:schemeClr>
                          </a:solidFill>
                          <a:latin typeface="+mn-ea"/>
                        </a:rPr>
                        <a:t>师范类高校学生</a:t>
                      </a:r>
                      <a:endParaRPr lang="zh-CN" altLang="en-US" sz="1200">
                        <a:solidFill>
                          <a:schemeClr val="tx1">
                            <a:lumMod val="85000"/>
                            <a:lumOff val="15000"/>
                          </a:schemeClr>
                        </a:solidFill>
                        <a:latin typeface="+mn-ea"/>
                      </a:endParaRPr>
                    </a:p>
                  </a:txBody>
                  <a:tcPr marL="0" marR="0" marT="0" marB="0" anchor="ctr" anchorCtr="0"/>
                </a:tc>
                <a:tc>
                  <a:txBody>
                    <a:bodyPr/>
                    <a:p>
                      <a:pPr algn="ctr"/>
                      <a:r>
                        <a:rPr lang="zh-CN" altLang="en-US" sz="1200">
                          <a:solidFill>
                            <a:schemeClr val="tx1">
                              <a:lumMod val="85000"/>
                              <a:lumOff val="15000"/>
                            </a:schemeClr>
                          </a:solidFill>
                          <a:latin typeface="+mn-ea"/>
                          <a:cs typeface="+mn-ea"/>
                        </a:rPr>
                        <a:t>与高校共建“课后实践基地”，实习</a:t>
                      </a:r>
                      <a:r>
                        <a:rPr lang="en-US" altLang="zh-CN" sz="1200">
                          <a:solidFill>
                            <a:schemeClr val="tx1">
                              <a:lumMod val="85000"/>
                              <a:lumOff val="15000"/>
                            </a:schemeClr>
                          </a:solidFill>
                          <a:latin typeface="+mn-ea"/>
                          <a:cs typeface="+mn-ea"/>
                        </a:rPr>
                        <a:t>+</a:t>
                      </a:r>
                      <a:r>
                        <a:rPr lang="zh-CN" altLang="en-US" sz="1200">
                          <a:solidFill>
                            <a:schemeClr val="tx1">
                              <a:lumMod val="85000"/>
                              <a:lumOff val="15000"/>
                            </a:schemeClr>
                          </a:solidFill>
                          <a:latin typeface="+mn-ea"/>
                          <a:cs typeface="+mn-ea"/>
                        </a:rPr>
                        <a:t>择优转岗</a:t>
                      </a:r>
                      <a:endParaRPr lang="zh-CN" altLang="en-US" sz="1200">
                        <a:solidFill>
                          <a:schemeClr val="tx1">
                            <a:lumMod val="85000"/>
                            <a:lumOff val="15000"/>
                          </a:schemeClr>
                        </a:solidFill>
                        <a:latin typeface="+mn-ea"/>
                        <a:cs typeface="+mn-ea"/>
                      </a:endParaRPr>
                    </a:p>
                  </a:txBody>
                  <a:tcPr marL="0" marR="0" marT="0" marB="0" anchor="ctr" anchorCtr="0"/>
                </a:tc>
              </a:tr>
              <a:tr h="263525">
                <a:tc>
                  <a:txBody>
                    <a:bodyPr/>
                    <a:p>
                      <a:pPr algn="ctr"/>
                      <a:r>
                        <a:rPr lang="zh-CN" altLang="en-US" sz="1200">
                          <a:solidFill>
                            <a:schemeClr val="tx1">
                              <a:lumMod val="85000"/>
                              <a:lumOff val="15000"/>
                            </a:schemeClr>
                          </a:solidFill>
                          <a:latin typeface="+mn-ea"/>
                        </a:rPr>
                        <a:t>社区退休教师资源</a:t>
                      </a:r>
                      <a:endParaRPr lang="zh-CN" altLang="en-US" sz="1200">
                        <a:solidFill>
                          <a:schemeClr val="tx1">
                            <a:lumMod val="85000"/>
                            <a:lumOff val="15000"/>
                          </a:schemeClr>
                        </a:solidFill>
                        <a:latin typeface="+mn-ea"/>
                      </a:endParaRPr>
                    </a:p>
                  </a:txBody>
                  <a:tcPr marL="0" marR="0" marT="0" marB="0" anchor="ctr" anchorCtr="0"/>
                </a:tc>
                <a:tc>
                  <a:txBody>
                    <a:bodyPr/>
                    <a:p>
                      <a:pPr algn="ctr"/>
                      <a:r>
                        <a:rPr lang="zh-CN" altLang="en-US" sz="1200">
                          <a:solidFill>
                            <a:schemeClr val="tx1">
                              <a:lumMod val="85000"/>
                              <a:lumOff val="15000"/>
                            </a:schemeClr>
                          </a:solidFill>
                          <a:latin typeface="+mn-ea"/>
                        </a:rPr>
                        <a:t>经合规培训与审查后加入，缓解人员紧张</a:t>
                      </a:r>
                      <a:endParaRPr lang="zh-CN" altLang="en-US" sz="1200">
                        <a:solidFill>
                          <a:schemeClr val="tx1">
                            <a:lumMod val="85000"/>
                            <a:lumOff val="15000"/>
                          </a:schemeClr>
                        </a:solidFill>
                        <a:latin typeface="+mn-ea"/>
                      </a:endParaRPr>
                    </a:p>
                  </a:txBody>
                  <a:tcPr marL="0" marR="0" marT="0" marB="0" anchor="ctr" anchorCtr="0"/>
                </a:tc>
              </a:tr>
            </a:tbl>
          </a:graphicData>
        </a:graphic>
      </p:graphicFrame>
      <p:sp>
        <p:nvSpPr>
          <p:cNvPr id="10" name="文本框 9"/>
          <p:cNvSpPr txBox="1"/>
          <p:nvPr/>
        </p:nvSpPr>
        <p:spPr>
          <a:xfrm>
            <a:off x="1005205" y="960755"/>
            <a:ext cx="10640695" cy="650240"/>
          </a:xfrm>
          <a:prstGeom prst="rect">
            <a:avLst/>
          </a:prstGeom>
          <a:noFill/>
        </p:spPr>
        <p:txBody>
          <a:bodyPr wrap="square" rtlCol="0">
            <a:spAutoFit/>
          </a:bodyPr>
          <a:p>
            <a:pPr>
              <a:lnSpc>
                <a:spcPct val="130000"/>
              </a:lnSpc>
            </a:pPr>
            <a:r>
              <a:rPr lang="zh-CN" altLang="en-US" sz="1400">
                <a:solidFill>
                  <a:schemeClr val="tx1">
                    <a:lumMod val="85000"/>
                    <a:lumOff val="15000"/>
                  </a:schemeClr>
                </a:solidFill>
                <a:latin typeface="+mn-ea"/>
                <a:cs typeface="+mn-ea"/>
                <a:sym typeface="+mn-ea"/>
              </a:rPr>
              <a:t>在服务多个地区的过程中，我们发现“师资”是课后服务最核心的瓶颈。</a:t>
            </a:r>
            <a:endParaRPr lang="zh-CN" altLang="en-US" sz="1400">
              <a:solidFill>
                <a:schemeClr val="tx1">
                  <a:lumMod val="85000"/>
                  <a:lumOff val="15000"/>
                </a:schemeClr>
              </a:solidFill>
              <a:latin typeface="+mn-ea"/>
              <a:cs typeface="+mn-ea"/>
              <a:sym typeface="+mn-ea"/>
            </a:endParaRPr>
          </a:p>
          <a:p>
            <a:pPr>
              <a:lnSpc>
                <a:spcPct val="130000"/>
              </a:lnSpc>
            </a:pPr>
            <a:r>
              <a:rPr lang="zh-CN" altLang="en-US" sz="1400">
                <a:solidFill>
                  <a:schemeClr val="tx1">
                    <a:lumMod val="85000"/>
                    <a:lumOff val="15000"/>
                  </a:schemeClr>
                </a:solidFill>
                <a:latin typeface="+mn-ea"/>
                <a:cs typeface="+mn-ea"/>
                <a:sym typeface="+mn-ea"/>
              </a:rPr>
              <a:t>因此，我们同步设计了师资支持体系，从</a:t>
            </a:r>
            <a:r>
              <a:rPr lang="zh-CN" altLang="en-US" sz="1400" b="1">
                <a:solidFill>
                  <a:srgbClr val="254D97"/>
                </a:solidFill>
                <a:latin typeface="+mn-ea"/>
                <a:cs typeface="+mn-ea"/>
                <a:sym typeface="+mn-ea"/>
              </a:rPr>
              <a:t>“来源</a:t>
            </a:r>
            <a:r>
              <a:rPr lang="en-US" altLang="zh-CN" sz="1400" b="1">
                <a:solidFill>
                  <a:srgbClr val="254D97"/>
                </a:solidFill>
                <a:latin typeface="+mn-ea"/>
                <a:cs typeface="+mn-ea"/>
                <a:sym typeface="+mn-ea"/>
              </a:rPr>
              <a:t>+</a:t>
            </a:r>
            <a:r>
              <a:rPr lang="zh-CN" altLang="en-US" sz="1400" b="1">
                <a:solidFill>
                  <a:srgbClr val="254D97"/>
                </a:solidFill>
                <a:latin typeface="+mn-ea"/>
                <a:cs typeface="+mn-ea"/>
                <a:sym typeface="+mn-ea"/>
              </a:rPr>
              <a:t>培训</a:t>
            </a:r>
            <a:r>
              <a:rPr lang="en-US" altLang="zh-CN" sz="1400" b="1">
                <a:solidFill>
                  <a:srgbClr val="254D97"/>
                </a:solidFill>
                <a:latin typeface="+mn-ea"/>
                <a:cs typeface="+mn-ea"/>
                <a:sym typeface="+mn-ea"/>
              </a:rPr>
              <a:t>+</a:t>
            </a:r>
            <a:r>
              <a:rPr lang="zh-CN" altLang="en-US" sz="1400" b="1">
                <a:solidFill>
                  <a:srgbClr val="254D97"/>
                </a:solidFill>
                <a:latin typeface="+mn-ea"/>
                <a:cs typeface="+mn-ea"/>
                <a:sym typeface="+mn-ea"/>
              </a:rPr>
              <a:t>管理</a:t>
            </a:r>
            <a:r>
              <a:rPr lang="en-US" altLang="zh-CN" sz="1400" b="1">
                <a:solidFill>
                  <a:srgbClr val="254D97"/>
                </a:solidFill>
                <a:latin typeface="+mn-ea"/>
                <a:cs typeface="+mn-ea"/>
                <a:sym typeface="+mn-ea"/>
              </a:rPr>
              <a:t>+</a:t>
            </a:r>
            <a:r>
              <a:rPr lang="zh-CN" altLang="en-US" sz="1400" b="1">
                <a:solidFill>
                  <a:srgbClr val="254D97"/>
                </a:solidFill>
                <a:latin typeface="+mn-ea"/>
                <a:cs typeface="+mn-ea"/>
                <a:sym typeface="+mn-ea"/>
              </a:rPr>
              <a:t>合规”</a:t>
            </a:r>
            <a:r>
              <a:rPr lang="zh-CN" altLang="en-US" sz="1400">
                <a:solidFill>
                  <a:schemeClr val="tx1">
                    <a:lumMod val="85000"/>
                    <a:lumOff val="15000"/>
                  </a:schemeClr>
                </a:solidFill>
                <a:latin typeface="+mn-ea"/>
                <a:cs typeface="+mn-ea"/>
                <a:sym typeface="+mn-ea"/>
              </a:rPr>
              <a:t>四个维度进行支撑。</a:t>
            </a:r>
            <a:endParaRPr lang="zh-CN" altLang="en-US" sz="1400">
              <a:solidFill>
                <a:schemeClr val="tx1">
                  <a:lumMod val="85000"/>
                  <a:lumOff val="15000"/>
                </a:schemeClr>
              </a:solidFill>
              <a:latin typeface="+mn-ea"/>
              <a:cs typeface="+mn-ea"/>
              <a:sym typeface="+mn-ea"/>
            </a:endParaRPr>
          </a:p>
        </p:txBody>
      </p:sp>
      <p:sp>
        <p:nvSpPr>
          <p:cNvPr id="76" name="矩形 75"/>
          <p:cNvSpPr/>
          <p:nvPr/>
        </p:nvSpPr>
        <p:spPr>
          <a:xfrm>
            <a:off x="1118870" y="5869940"/>
            <a:ext cx="9954895" cy="434340"/>
          </a:xfrm>
          <a:prstGeom prst="rect">
            <a:avLst/>
          </a:prstGeom>
          <a:solidFill>
            <a:srgbClr val="254D97"/>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sz="1600">
                <a:solidFill>
                  <a:schemeClr val="bg1"/>
                </a:solidFill>
                <a:sym typeface="+mn-ea"/>
              </a:rPr>
              <a:t>师资不是临时拼凑，而是我们构建完整教育服务闭环的关键一环</a:t>
            </a:r>
            <a:endParaRPr lang="zh-CN" altLang="en-US" sz="1600">
              <a:solidFill>
                <a:schemeClr val="bg1"/>
              </a:solidFill>
              <a:sym typeface="+mn-ea"/>
            </a:endParaRPr>
          </a:p>
        </p:txBody>
      </p:sp>
      <p:grpSp>
        <p:nvGrpSpPr>
          <p:cNvPr id="276" name="组合 275"/>
          <p:cNvGrpSpPr/>
          <p:nvPr/>
        </p:nvGrpSpPr>
        <p:grpSpPr>
          <a:xfrm>
            <a:off x="1331595" y="1887855"/>
            <a:ext cx="5026025" cy="354330"/>
            <a:chOff x="1814" y="1567"/>
            <a:chExt cx="8001" cy="558"/>
          </a:xfrm>
        </p:grpSpPr>
        <p:sp>
          <p:nvSpPr>
            <p:cNvPr id="31" name="文本框 30"/>
            <p:cNvSpPr txBox="1"/>
            <p:nvPr/>
          </p:nvSpPr>
          <p:spPr>
            <a:xfrm>
              <a:off x="2213" y="1567"/>
              <a:ext cx="7602" cy="558"/>
            </a:xfrm>
            <a:prstGeom prst="rect">
              <a:avLst/>
            </a:prstGeom>
            <a:noFill/>
          </p:spPr>
          <p:txBody>
            <a:bodyPr wrap="square" rtlCol="0">
              <a:noAutofit/>
            </a:bodyPr>
            <a:p>
              <a:pPr algn="l"/>
              <a:r>
                <a:rPr lang="zh-CN" altLang="en-US" sz="1600" b="1">
                  <a:solidFill>
                    <a:srgbClr val="285AA1"/>
                  </a:solidFill>
                </a:rPr>
                <a:t>教师来源组合</a:t>
              </a:r>
              <a:endParaRPr lang="zh-CN" altLang="en-US" sz="1600" b="1">
                <a:solidFill>
                  <a:srgbClr val="285AA1"/>
                </a:solidFill>
              </a:endParaRPr>
            </a:p>
          </p:txBody>
        </p:sp>
        <p:pic>
          <p:nvPicPr>
            <p:cNvPr id="273" name="图片 272" descr="资源 19"/>
            <p:cNvPicPr>
              <a:picLocks noChangeAspect="1"/>
            </p:cNvPicPr>
            <p:nvPr>
              <p:custDataLst>
                <p:tags r:id="rId3"/>
              </p:custDataLst>
            </p:nvPr>
          </p:nvPicPr>
          <p:blipFill>
            <a:blip r:embed="rId4"/>
            <a:stretch>
              <a:fillRect/>
            </a:stretch>
          </p:blipFill>
          <p:spPr>
            <a:xfrm>
              <a:off x="1814" y="1606"/>
              <a:ext cx="439" cy="440"/>
            </a:xfrm>
            <a:prstGeom prst="rect">
              <a:avLst/>
            </a:prstGeom>
          </p:spPr>
        </p:pic>
      </p:grpSp>
      <p:grpSp>
        <p:nvGrpSpPr>
          <p:cNvPr id="4" name="组合 3"/>
          <p:cNvGrpSpPr/>
          <p:nvPr/>
        </p:nvGrpSpPr>
        <p:grpSpPr>
          <a:xfrm>
            <a:off x="1331595" y="3933825"/>
            <a:ext cx="3549650" cy="354330"/>
            <a:chOff x="1814" y="1567"/>
            <a:chExt cx="5590" cy="558"/>
          </a:xfrm>
        </p:grpSpPr>
        <p:sp>
          <p:nvSpPr>
            <p:cNvPr id="5" name="文本框 4"/>
            <p:cNvSpPr txBox="1"/>
            <p:nvPr/>
          </p:nvSpPr>
          <p:spPr>
            <a:xfrm>
              <a:off x="2213" y="1567"/>
              <a:ext cx="5191" cy="558"/>
            </a:xfrm>
            <a:prstGeom prst="rect">
              <a:avLst/>
            </a:prstGeom>
            <a:noFill/>
          </p:spPr>
          <p:txBody>
            <a:bodyPr wrap="square" rtlCol="0">
              <a:noAutofit/>
            </a:bodyPr>
            <a:p>
              <a:pPr algn="l"/>
              <a:r>
                <a:rPr lang="zh-CN" altLang="en-US" sz="1600" b="1">
                  <a:solidFill>
                    <a:srgbClr val="285AA1"/>
                  </a:solidFill>
                </a:rPr>
                <a:t>管理与培训体系</a:t>
              </a:r>
              <a:endParaRPr lang="zh-CN" altLang="en-US" sz="1600" b="1">
                <a:solidFill>
                  <a:srgbClr val="285AA1"/>
                </a:solidFill>
              </a:endParaRPr>
            </a:p>
          </p:txBody>
        </p:sp>
        <p:pic>
          <p:nvPicPr>
            <p:cNvPr id="12" name="图片 11" descr="资源 19"/>
            <p:cNvPicPr>
              <a:picLocks noChangeAspect="1"/>
            </p:cNvPicPr>
            <p:nvPr>
              <p:custDataLst>
                <p:tags r:id="rId5"/>
              </p:custDataLst>
            </p:nvPr>
          </p:nvPicPr>
          <p:blipFill>
            <a:blip r:embed="rId4"/>
            <a:stretch>
              <a:fillRect/>
            </a:stretch>
          </p:blipFill>
          <p:spPr>
            <a:xfrm>
              <a:off x="1814" y="1606"/>
              <a:ext cx="439" cy="440"/>
            </a:xfrm>
            <a:prstGeom prst="rect">
              <a:avLst/>
            </a:prstGeom>
          </p:spPr>
        </p:pic>
      </p:grpSp>
      <p:sp>
        <p:nvSpPr>
          <p:cNvPr id="13" name="文本框 12"/>
          <p:cNvSpPr txBox="1"/>
          <p:nvPr/>
        </p:nvSpPr>
        <p:spPr>
          <a:xfrm>
            <a:off x="1610360" y="4250055"/>
            <a:ext cx="4064000" cy="1198880"/>
          </a:xfrm>
          <a:prstGeom prst="rect">
            <a:avLst/>
          </a:prstGeom>
          <a:noFill/>
        </p:spPr>
        <p:txBody>
          <a:bodyPr wrap="square" rtlCol="0">
            <a:spAutoFit/>
          </a:bodyPr>
          <a:p>
            <a:pPr marL="179705" indent="-179705" fontAlgn="auto">
              <a:lnSpc>
                <a:spcPct val="150000"/>
              </a:lnSpc>
              <a:buFont typeface="Arial" panose="020B0604020202020204"/>
              <a:buChar char="•"/>
            </a:pPr>
            <a:r>
              <a:rPr lang="zh-CN" altLang="en-US" sz="1200">
                <a:latin typeface="+mn-ea"/>
                <a:cs typeface="+mn-ea"/>
                <a:sym typeface="+mn-ea"/>
              </a:rPr>
              <a:t>平台实名注册，签到</a:t>
            </a:r>
            <a:r>
              <a:rPr lang="en-US" altLang="zh-CN" sz="1200">
                <a:latin typeface="+mn-ea"/>
                <a:cs typeface="+mn-ea"/>
                <a:sym typeface="+mn-ea"/>
              </a:rPr>
              <a:t>/</a:t>
            </a:r>
            <a:r>
              <a:rPr lang="zh-CN" altLang="en-US" sz="1200">
                <a:latin typeface="+mn-ea"/>
                <a:cs typeface="+mn-ea"/>
                <a:sym typeface="+mn-ea"/>
              </a:rPr>
              <a:t>评价</a:t>
            </a:r>
            <a:r>
              <a:rPr lang="en-US" altLang="zh-CN" sz="1200">
                <a:latin typeface="+mn-ea"/>
                <a:cs typeface="+mn-ea"/>
                <a:sym typeface="+mn-ea"/>
              </a:rPr>
              <a:t>/</a:t>
            </a:r>
            <a:r>
              <a:rPr lang="zh-CN" altLang="en-US" sz="1200">
                <a:latin typeface="+mn-ea"/>
                <a:cs typeface="+mn-ea"/>
                <a:sym typeface="+mn-ea"/>
              </a:rPr>
              <a:t>教学行为留痕；</a:t>
            </a:r>
            <a:endParaRPr lang="zh-CN" altLang="en-US" sz="1200">
              <a:latin typeface="+mn-ea"/>
              <a:cs typeface="+mn-ea"/>
            </a:endParaRPr>
          </a:p>
          <a:p>
            <a:pPr marL="179705" indent="-179705" fontAlgn="auto">
              <a:lnSpc>
                <a:spcPct val="150000"/>
              </a:lnSpc>
              <a:buFont typeface="Arial" panose="020B0604020202020204"/>
              <a:buChar char="•"/>
            </a:pPr>
            <a:r>
              <a:rPr lang="zh-CN" altLang="en-US" sz="1200">
                <a:latin typeface="+mn-ea"/>
                <a:cs typeface="+mn-ea"/>
                <a:sym typeface="+mn-ea"/>
              </a:rPr>
              <a:t>组织岗前培训（含安全、教学法、沟通等模块）；</a:t>
            </a:r>
            <a:endParaRPr lang="zh-CN" altLang="en-US" sz="1200">
              <a:latin typeface="+mn-ea"/>
              <a:cs typeface="+mn-ea"/>
            </a:endParaRPr>
          </a:p>
          <a:p>
            <a:pPr marL="179705" indent="-179705" fontAlgn="auto">
              <a:lnSpc>
                <a:spcPct val="150000"/>
              </a:lnSpc>
              <a:buFont typeface="Arial" panose="020B0604020202020204"/>
              <a:buChar char="•"/>
            </a:pPr>
            <a:r>
              <a:rPr lang="zh-CN" altLang="en-US" sz="1200">
                <a:latin typeface="+mn-ea"/>
                <a:cs typeface="+mn-ea"/>
                <a:sym typeface="+mn-ea"/>
              </a:rPr>
              <a:t>推出“课后教师星级体系”，增强治理维度；</a:t>
            </a:r>
            <a:endParaRPr lang="zh-CN" altLang="en-US" sz="1200">
              <a:latin typeface="+mn-ea"/>
              <a:cs typeface="+mn-ea"/>
            </a:endParaRPr>
          </a:p>
          <a:p>
            <a:pPr marL="179705" indent="-179705" fontAlgn="auto">
              <a:lnSpc>
                <a:spcPct val="150000"/>
              </a:lnSpc>
              <a:buFont typeface="Arial" panose="020B0604020202020204"/>
              <a:buChar char="•"/>
            </a:pPr>
            <a:r>
              <a:rPr lang="zh-CN" altLang="en-US" sz="1200">
                <a:latin typeface="+mn-ea"/>
                <a:cs typeface="+mn-ea"/>
                <a:sym typeface="+mn-ea"/>
              </a:rPr>
              <a:t>建立教师黑名单与异常记录管理，配合教育局处理投诉</a:t>
            </a:r>
            <a:endParaRPr lang="zh-CN" altLang="en-US" sz="1200">
              <a:latin typeface="+mn-ea"/>
              <a:cs typeface="+mn-ea"/>
              <a:sym typeface="+mn-ea"/>
            </a:endParaRPr>
          </a:p>
        </p:txBody>
      </p:sp>
      <p:grpSp>
        <p:nvGrpSpPr>
          <p:cNvPr id="14" name="组合 13"/>
          <p:cNvGrpSpPr/>
          <p:nvPr/>
        </p:nvGrpSpPr>
        <p:grpSpPr>
          <a:xfrm>
            <a:off x="6269990" y="3933825"/>
            <a:ext cx="4532630" cy="354330"/>
            <a:chOff x="1814" y="1567"/>
            <a:chExt cx="7138" cy="558"/>
          </a:xfrm>
        </p:grpSpPr>
        <p:sp>
          <p:nvSpPr>
            <p:cNvPr id="15" name="文本框 14"/>
            <p:cNvSpPr txBox="1"/>
            <p:nvPr/>
          </p:nvSpPr>
          <p:spPr>
            <a:xfrm>
              <a:off x="2213" y="1567"/>
              <a:ext cx="6739" cy="558"/>
            </a:xfrm>
            <a:prstGeom prst="rect">
              <a:avLst/>
            </a:prstGeom>
            <a:noFill/>
          </p:spPr>
          <p:txBody>
            <a:bodyPr wrap="square" rtlCol="0">
              <a:noAutofit/>
            </a:bodyPr>
            <a:p>
              <a:pPr algn="l"/>
              <a:r>
                <a:rPr lang="zh-CN" altLang="en-US" sz="1600" b="1">
                  <a:solidFill>
                    <a:srgbClr val="285AA1"/>
                  </a:solidFill>
                </a:rPr>
                <a:t>安全与政策匹配</a:t>
              </a:r>
              <a:endParaRPr lang="zh-CN" altLang="en-US" sz="1600" b="1">
                <a:solidFill>
                  <a:srgbClr val="285AA1"/>
                </a:solidFill>
              </a:endParaRPr>
            </a:p>
          </p:txBody>
        </p:sp>
        <p:pic>
          <p:nvPicPr>
            <p:cNvPr id="17" name="图片 16" descr="资源 19"/>
            <p:cNvPicPr>
              <a:picLocks noChangeAspect="1"/>
            </p:cNvPicPr>
            <p:nvPr>
              <p:custDataLst>
                <p:tags r:id="rId6"/>
              </p:custDataLst>
            </p:nvPr>
          </p:nvPicPr>
          <p:blipFill>
            <a:blip r:embed="rId4"/>
            <a:stretch>
              <a:fillRect/>
            </a:stretch>
          </p:blipFill>
          <p:spPr>
            <a:xfrm>
              <a:off x="1814" y="1606"/>
              <a:ext cx="439" cy="440"/>
            </a:xfrm>
            <a:prstGeom prst="rect">
              <a:avLst/>
            </a:prstGeom>
          </p:spPr>
        </p:pic>
      </p:grpSp>
      <p:sp>
        <p:nvSpPr>
          <p:cNvPr id="18" name="文本框 17"/>
          <p:cNvSpPr txBox="1"/>
          <p:nvPr/>
        </p:nvSpPr>
        <p:spPr>
          <a:xfrm>
            <a:off x="6530975" y="4250055"/>
            <a:ext cx="4391025" cy="1198880"/>
          </a:xfrm>
          <a:prstGeom prst="rect">
            <a:avLst/>
          </a:prstGeom>
          <a:noFill/>
        </p:spPr>
        <p:txBody>
          <a:bodyPr wrap="square" rtlCol="0">
            <a:spAutoFit/>
          </a:bodyPr>
          <a:p>
            <a:pPr marL="179705" indent="-179705" fontAlgn="auto">
              <a:lnSpc>
                <a:spcPct val="150000"/>
              </a:lnSpc>
              <a:buFont typeface="Arial" panose="020B0604020202020204"/>
              <a:buChar char="•"/>
            </a:pPr>
            <a:r>
              <a:rPr lang="zh-CN" altLang="en-US" sz="1200">
                <a:latin typeface="+mn-ea"/>
                <a:cs typeface="+mn-ea"/>
                <a:sym typeface="+mn-ea"/>
              </a:rPr>
              <a:t>对接阳光师资系统、核验无犯罪证明、政审与体检材料存档；</a:t>
            </a:r>
            <a:endParaRPr lang="zh-CN" altLang="en-US" sz="1200">
              <a:latin typeface="+mn-ea"/>
              <a:cs typeface="+mn-ea"/>
              <a:sym typeface="+mn-ea"/>
            </a:endParaRPr>
          </a:p>
          <a:p>
            <a:pPr marL="179705" indent="-179705" fontAlgn="auto">
              <a:lnSpc>
                <a:spcPct val="150000"/>
              </a:lnSpc>
              <a:buFont typeface="Arial" panose="020B0604020202020204"/>
              <a:buChar char="•"/>
            </a:pPr>
            <a:r>
              <a:rPr lang="zh-CN" altLang="en-US" sz="1200">
                <a:latin typeface="+mn-ea"/>
                <a:cs typeface="+mn-ea"/>
                <a:sym typeface="+mn-ea"/>
              </a:rPr>
              <a:t>平台提供</a:t>
            </a:r>
            <a:r>
              <a:rPr lang="en-US" altLang="zh-CN" sz="1200">
                <a:latin typeface="+mn-ea"/>
                <a:cs typeface="+mn-ea"/>
                <a:sym typeface="+mn-ea"/>
              </a:rPr>
              <a:t>“</a:t>
            </a:r>
            <a:r>
              <a:rPr lang="zh-CN" altLang="en-US" sz="1200">
                <a:latin typeface="+mn-ea"/>
                <a:cs typeface="+mn-ea"/>
                <a:sym typeface="+mn-ea"/>
              </a:rPr>
              <a:t>合规材料模板包</a:t>
            </a:r>
            <a:r>
              <a:rPr lang="en-US" altLang="zh-CN" sz="1200">
                <a:latin typeface="+mn-ea"/>
                <a:cs typeface="+mn-ea"/>
                <a:sym typeface="+mn-ea"/>
              </a:rPr>
              <a:t>”</a:t>
            </a:r>
            <a:r>
              <a:rPr lang="zh-CN" altLang="en-US" sz="1200">
                <a:latin typeface="+mn-ea"/>
                <a:cs typeface="+mn-ea"/>
                <a:sym typeface="+mn-ea"/>
              </a:rPr>
              <a:t>，供教育局一键审核；</a:t>
            </a:r>
            <a:endParaRPr lang="zh-CN" altLang="en-US" sz="1200">
              <a:latin typeface="+mn-ea"/>
              <a:cs typeface="+mn-ea"/>
              <a:sym typeface="+mn-ea"/>
            </a:endParaRPr>
          </a:p>
          <a:p>
            <a:pPr marL="179705" indent="-179705" fontAlgn="auto">
              <a:lnSpc>
                <a:spcPct val="150000"/>
              </a:lnSpc>
              <a:buFont typeface="Arial" panose="020B0604020202020204"/>
              <a:buChar char="•"/>
            </a:pPr>
            <a:r>
              <a:rPr lang="zh-CN" altLang="en-US" sz="1200">
                <a:latin typeface="+mn-ea"/>
                <a:cs typeface="+mn-ea"/>
                <a:sym typeface="+mn-ea"/>
              </a:rPr>
              <a:t>可配套引入教师意外伤害保险服务，减轻管理风险；</a:t>
            </a:r>
            <a:endParaRPr lang="zh-CN" altLang="en-US" sz="1200">
              <a:latin typeface="+mn-ea"/>
              <a:cs typeface="+mn-ea"/>
              <a:sym typeface="+mn-ea"/>
            </a:endParaRPr>
          </a:p>
          <a:p>
            <a:pPr marL="179705" indent="-179705" fontAlgn="auto">
              <a:lnSpc>
                <a:spcPct val="150000"/>
              </a:lnSpc>
              <a:buFont typeface="Arial" panose="020B0604020202020204"/>
              <a:buChar char="•"/>
            </a:pPr>
            <a:endParaRPr lang="zh-CN" altLang="en-US" sz="1200">
              <a:latin typeface="+mn-ea"/>
              <a:cs typeface="+mn-ea"/>
              <a:sym typeface="+mn-ea"/>
            </a:endParaRPr>
          </a:p>
        </p:txBody>
      </p:sp>
    </p:spTree>
    <p:custDataLst>
      <p:tags r:id="rId7"/>
    </p:custDataLst>
  </p:cSld>
  <p:clrMapOvr>
    <a:masterClrMapping/>
  </p:clrMapOvr>
  <p:transition/>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矩形 15"/>
          <p:cNvSpPr/>
          <p:nvPr/>
        </p:nvSpPr>
        <p:spPr>
          <a:xfrm>
            <a:off x="8580755" y="5934075"/>
            <a:ext cx="3529330" cy="822960"/>
          </a:xfrm>
          <a:prstGeom prst="rect">
            <a:avLst/>
          </a:prstGeom>
          <a:solidFill>
            <a:schemeClr val="bg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2" name="标题 8"/>
          <p:cNvSpPr>
            <a:spLocks noGrp="1"/>
          </p:cNvSpPr>
          <p:nvPr>
            <p:custDataLst>
              <p:tags r:id="rId1"/>
            </p:custDataLst>
          </p:nvPr>
        </p:nvSpPr>
        <p:spPr>
          <a:xfrm>
            <a:off x="937260" y="0"/>
            <a:ext cx="10601325" cy="799465"/>
          </a:xfrm>
          <a:prstGeom prst="rect">
            <a:avLst/>
          </a:prstGeom>
        </p:spPr>
        <p:txBody>
          <a:bodyPr vert="horz" lIns="90170" tIns="46990" rIns="90170" bIns="46990" rtlCol="0" anchor="ctr" anchorCtr="0">
            <a:noAutofit/>
          </a:bodyPr>
          <a:lstStyle>
            <a:lvl1pPr>
              <a:defRPr sz="6000">
                <a:solidFill>
                  <a:srgbClr val="1D43F3"/>
                </a:solidFill>
              </a:defRPr>
            </a:lvl1pPr>
          </a:lstStyle>
          <a:p>
            <a:r>
              <a:rPr lang="zh-CN" altLang="en-US" sz="3600" b="1">
                <a:solidFill>
                  <a:srgbClr val="254D97"/>
                </a:solidFill>
                <a:cs typeface="微软雅黑 Light" panose="020B0502040204020203" charset="-122"/>
              </a:rPr>
              <a:t>价值：减负、增效、可控、合规</a:t>
            </a:r>
            <a:endParaRPr lang="zh-CN" altLang="en-US" sz="3600" b="1">
              <a:solidFill>
                <a:srgbClr val="254D97"/>
              </a:solidFill>
              <a:cs typeface="微软雅黑 Light" panose="020B0502040204020203" charset="-122"/>
            </a:endParaRPr>
          </a:p>
        </p:txBody>
      </p:sp>
      <p:sp>
        <p:nvSpPr>
          <p:cNvPr id="10" name="椭圆 45"/>
          <p:cNvSpPr/>
          <p:nvPr>
            <p:custDataLst>
              <p:tags r:id="rId2"/>
            </p:custDataLst>
          </p:nvPr>
        </p:nvSpPr>
        <p:spPr>
          <a:xfrm rot="20825450">
            <a:off x="4200261" y="3197333"/>
            <a:ext cx="3338954" cy="973255"/>
          </a:xfrm>
          <a:prstGeom prst="ellipse">
            <a:avLst/>
          </a:prstGeom>
          <a:gradFill flip="none" rotWithShape="1">
            <a:gsLst>
              <a:gs pos="0">
                <a:schemeClr val="accent1">
                  <a:lumMod val="60000"/>
                  <a:lumOff val="40000"/>
                  <a:alpha val="40000"/>
                </a:schemeClr>
              </a:gs>
              <a:gs pos="100000">
                <a:schemeClr val="accent1">
                  <a:lumMod val="60000"/>
                  <a:lumOff val="40000"/>
                  <a:alpha val="0"/>
                </a:schemeClr>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latin typeface="+mn-ea"/>
              <a:sym typeface="微软雅黑 Light" panose="020B0502040204020203" charset="-122"/>
            </a:endParaRPr>
          </a:p>
        </p:txBody>
      </p:sp>
      <p:sp>
        <p:nvSpPr>
          <p:cNvPr id="9" name="椭圆 33"/>
          <p:cNvSpPr/>
          <p:nvPr>
            <p:custDataLst>
              <p:tags r:id="rId3"/>
            </p:custDataLst>
          </p:nvPr>
        </p:nvSpPr>
        <p:spPr>
          <a:xfrm rot="20825450">
            <a:off x="3106591" y="2790227"/>
            <a:ext cx="5526292" cy="1787466"/>
          </a:xfrm>
          <a:prstGeom prst="ellipse">
            <a:avLst/>
          </a:prstGeom>
          <a:noFill/>
          <a:ln w="28575">
            <a:gradFill>
              <a:gsLst>
                <a:gs pos="43800">
                  <a:schemeClr val="accent1">
                    <a:alpha val="70000"/>
                  </a:schemeClr>
                </a:gs>
                <a:gs pos="0">
                  <a:schemeClr val="accent1">
                    <a:alpha val="0"/>
                  </a:schemeClr>
                </a:gs>
                <a:gs pos="100000">
                  <a:schemeClr val="accent1">
                    <a:alpha val="100000"/>
                  </a:schemeClr>
                </a:gs>
              </a:gsLst>
              <a:lin ang="4800000" scaled="0"/>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latin typeface="+mn-ea"/>
              <a:sym typeface="微软雅黑 Light" panose="020B0502040204020203" charset="-122"/>
            </a:endParaRPr>
          </a:p>
        </p:txBody>
      </p:sp>
      <p:sp>
        <p:nvSpPr>
          <p:cNvPr id="12" name="直接连接符 12"/>
          <p:cNvSpPr/>
          <p:nvPr>
            <p:custDataLst>
              <p:tags r:id="rId4"/>
            </p:custDataLst>
          </p:nvPr>
        </p:nvSpPr>
        <p:spPr>
          <a:xfrm rot="20825450">
            <a:off x="3763720" y="3070063"/>
            <a:ext cx="4212034" cy="1227794"/>
          </a:xfrm>
          <a:prstGeom prst="arc">
            <a:avLst>
              <a:gd name="adj1" fmla="val 20527655"/>
              <a:gd name="adj2" fmla="val 873588"/>
            </a:avLst>
          </a:prstGeom>
          <a:noFill/>
          <a:ln cap="rnd">
            <a:gradFill flip="none" rotWithShape="1">
              <a:gsLst>
                <a:gs pos="0">
                  <a:schemeClr val="accent1">
                    <a:alpha val="0"/>
                  </a:schemeClr>
                </a:gs>
                <a:gs pos="100000">
                  <a:schemeClr val="accent1">
                    <a:alpha val="100000"/>
                  </a:schemeClr>
                </a:gs>
              </a:gsLst>
              <a:lin ang="5400000" scaled="1"/>
              <a:tileRect/>
            </a:gradFill>
            <a:headEnd type="none"/>
            <a:tailEnd type="arrow"/>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latin typeface="+mn-ea"/>
              <a:sym typeface="微软雅黑 Light" panose="020B0502040204020203" charset="-122"/>
            </a:endParaRPr>
          </a:p>
        </p:txBody>
      </p:sp>
      <p:sp>
        <p:nvSpPr>
          <p:cNvPr id="13" name="椭圆 1"/>
          <p:cNvSpPr/>
          <p:nvPr>
            <p:custDataLst>
              <p:tags r:id="rId5"/>
            </p:custDataLst>
          </p:nvPr>
        </p:nvSpPr>
        <p:spPr>
          <a:xfrm rot="20825450">
            <a:off x="3491368" y="2990700"/>
            <a:ext cx="4756740" cy="1386521"/>
          </a:xfrm>
          <a:prstGeom prst="arc">
            <a:avLst>
              <a:gd name="adj1" fmla="val 8633663"/>
              <a:gd name="adj2" fmla="val 11984035"/>
            </a:avLst>
          </a:prstGeom>
          <a:noFill/>
          <a:ln w="6350">
            <a:gradFill flip="none" rotWithShape="1">
              <a:gsLst>
                <a:gs pos="0">
                  <a:schemeClr val="accent1">
                    <a:alpha val="100000"/>
                  </a:schemeClr>
                </a:gs>
                <a:gs pos="46600">
                  <a:schemeClr val="accent1">
                    <a:alpha val="28000"/>
                  </a:schemeClr>
                </a:gs>
                <a:gs pos="100000">
                  <a:schemeClr val="accent1">
                    <a:alpha val="0"/>
                  </a:schemeClr>
                </a:gs>
              </a:gsLst>
              <a:lin ang="5400000" scaled="1"/>
              <a:tileRect/>
            </a:gradFill>
            <a:headEnd type="none"/>
            <a:tailEnd type="arrow"/>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latin typeface="+mn-ea"/>
              <a:sym typeface="微软雅黑 Light" panose="020B0502040204020203" charset="-122"/>
            </a:endParaRPr>
          </a:p>
        </p:txBody>
      </p:sp>
      <p:sp>
        <p:nvSpPr>
          <p:cNvPr id="14" name="椭圆 13"/>
          <p:cNvSpPr/>
          <p:nvPr>
            <p:custDataLst>
              <p:tags r:id="rId6"/>
            </p:custDataLst>
          </p:nvPr>
        </p:nvSpPr>
        <p:spPr bwMode="auto">
          <a:xfrm>
            <a:off x="8249449" y="2711121"/>
            <a:ext cx="454315" cy="454315"/>
          </a:xfrm>
          <a:prstGeom prst="ellipse">
            <a:avLst/>
          </a:prstGeom>
          <a:solidFill>
            <a:srgbClr val="2564A8"/>
          </a:solidFill>
          <a:ln>
            <a:noFill/>
          </a:ln>
          <a:effectLst/>
        </p:spPr>
        <p:style>
          <a:lnRef idx="1">
            <a:schemeClr val="accent1"/>
          </a:lnRef>
          <a:fillRef idx="2">
            <a:schemeClr val="accent1"/>
          </a:fillRef>
          <a:effectRef idx="1">
            <a:schemeClr val="accent1"/>
          </a:effectRef>
          <a:fontRef idx="minor">
            <a:schemeClr val="dk1"/>
          </a:fontRef>
        </p:style>
        <p:txBody>
          <a:bodyPr rtlCol="0" anchor="ctr">
            <a:normAutofit fontScale="77500"/>
          </a:bodyPr>
          <a:lstStyle/>
          <a:p>
            <a:pPr algn="ctr"/>
            <a:endParaRPr lang="zh-CN" altLang="en-US" dirty="0">
              <a:solidFill>
                <a:schemeClr val="dk1"/>
              </a:solidFill>
              <a:cs typeface="+mn-ea"/>
            </a:endParaRPr>
          </a:p>
        </p:txBody>
      </p:sp>
      <p:sp>
        <p:nvSpPr>
          <p:cNvPr id="27" name="椭圆 26"/>
          <p:cNvSpPr/>
          <p:nvPr>
            <p:custDataLst>
              <p:tags r:id="rId7"/>
            </p:custDataLst>
          </p:nvPr>
        </p:nvSpPr>
        <p:spPr bwMode="auto">
          <a:xfrm>
            <a:off x="5961492" y="4298987"/>
            <a:ext cx="454315" cy="454315"/>
          </a:xfrm>
          <a:prstGeom prst="ellipse">
            <a:avLst/>
          </a:prstGeom>
          <a:solidFill>
            <a:srgbClr val="2564A8"/>
          </a:solidFill>
          <a:ln>
            <a:noFill/>
          </a:ln>
          <a:effectLst/>
        </p:spPr>
        <p:style>
          <a:lnRef idx="1">
            <a:schemeClr val="accent1"/>
          </a:lnRef>
          <a:fillRef idx="2">
            <a:schemeClr val="accent1"/>
          </a:fillRef>
          <a:effectRef idx="1">
            <a:schemeClr val="accent1"/>
          </a:effectRef>
          <a:fontRef idx="minor">
            <a:schemeClr val="dk1"/>
          </a:fontRef>
        </p:style>
        <p:txBody>
          <a:bodyPr rtlCol="0" anchor="ctr">
            <a:normAutofit fontScale="77500"/>
          </a:bodyPr>
          <a:lstStyle/>
          <a:p>
            <a:pPr algn="ctr"/>
            <a:endParaRPr lang="zh-CN" altLang="en-US">
              <a:solidFill>
                <a:schemeClr val="dk1"/>
              </a:solidFill>
              <a:cs typeface="+mn-ea"/>
            </a:endParaRPr>
          </a:p>
        </p:txBody>
      </p:sp>
      <p:sp>
        <p:nvSpPr>
          <p:cNvPr id="29" name="椭圆 28"/>
          <p:cNvSpPr/>
          <p:nvPr>
            <p:custDataLst>
              <p:tags r:id="rId8"/>
            </p:custDataLst>
          </p:nvPr>
        </p:nvSpPr>
        <p:spPr bwMode="auto">
          <a:xfrm>
            <a:off x="3001775" y="4031971"/>
            <a:ext cx="454315" cy="454315"/>
          </a:xfrm>
          <a:prstGeom prst="ellipse">
            <a:avLst/>
          </a:prstGeom>
          <a:solidFill>
            <a:srgbClr val="2564A8"/>
          </a:solidFill>
          <a:ln>
            <a:noFill/>
          </a:ln>
          <a:effectLst/>
        </p:spPr>
        <p:style>
          <a:lnRef idx="1">
            <a:schemeClr val="accent1"/>
          </a:lnRef>
          <a:fillRef idx="2">
            <a:schemeClr val="accent1"/>
          </a:fillRef>
          <a:effectRef idx="1">
            <a:schemeClr val="accent1"/>
          </a:effectRef>
          <a:fontRef idx="minor">
            <a:schemeClr val="dk1"/>
          </a:fontRef>
        </p:style>
        <p:txBody>
          <a:bodyPr rtlCol="0" anchor="ctr">
            <a:normAutofit fontScale="77500"/>
          </a:bodyPr>
          <a:lstStyle/>
          <a:p>
            <a:pPr algn="ctr"/>
            <a:endParaRPr lang="zh-CN" altLang="en-US">
              <a:solidFill>
                <a:schemeClr val="dk1"/>
              </a:solidFill>
              <a:cs typeface="+mn-ea"/>
            </a:endParaRPr>
          </a:p>
        </p:txBody>
      </p:sp>
      <p:sp>
        <p:nvSpPr>
          <p:cNvPr id="31" name="矩形 30"/>
          <p:cNvSpPr/>
          <p:nvPr>
            <p:custDataLst>
              <p:tags r:id="rId9"/>
            </p:custDataLst>
          </p:nvPr>
        </p:nvSpPr>
        <p:spPr>
          <a:xfrm>
            <a:off x="8375015" y="1715770"/>
            <a:ext cx="3035300" cy="768985"/>
          </a:xfrm>
          <a:prstGeom prst="rect">
            <a:avLst/>
          </a:prstGeom>
          <a:noFill/>
        </p:spPr>
        <p:txBody>
          <a:bodyPr wrap="square" lIns="0" tIns="0" rIns="0" bIns="0" rtlCol="0" anchor="t" anchorCtr="0">
            <a:noAutofit/>
          </a:bodyPr>
          <a:lstStyle/>
          <a:p>
            <a:pPr marL="0" indent="0" algn="l">
              <a:lnSpc>
                <a:spcPct val="150000"/>
              </a:lnSpc>
              <a:spcBef>
                <a:spcPts val="0"/>
              </a:spcBef>
              <a:spcAft>
                <a:spcPts val="0"/>
              </a:spcAft>
              <a:buSzPct val="100000"/>
            </a:pPr>
            <a:r>
              <a:rPr lang="zh-CN" altLang="en-US" sz="1400">
                <a:solidFill>
                  <a:schemeClr val="tx1">
                    <a:lumMod val="85000"/>
                    <a:lumOff val="15000"/>
                  </a:schemeClr>
                </a:solidFill>
                <a:latin typeface="+mn-ea"/>
                <a:cs typeface="+mn-ea"/>
              </a:rPr>
              <a:t>监管数据集中、动态可视</a:t>
            </a:r>
            <a:endParaRPr lang="zh-CN" altLang="en-US" sz="1400">
              <a:solidFill>
                <a:schemeClr val="tx1">
                  <a:lumMod val="85000"/>
                  <a:lumOff val="15000"/>
                </a:schemeClr>
              </a:solidFill>
              <a:latin typeface="+mn-ea"/>
              <a:cs typeface="+mn-ea"/>
            </a:endParaRPr>
          </a:p>
          <a:p>
            <a:pPr algn="l">
              <a:lnSpc>
                <a:spcPct val="150000"/>
              </a:lnSpc>
              <a:spcBef>
                <a:spcPct val="0"/>
              </a:spcBef>
              <a:spcAft>
                <a:spcPct val="0"/>
              </a:spcAft>
            </a:pPr>
            <a:r>
              <a:rPr lang="zh-CN" altLang="en-US" sz="1400">
                <a:solidFill>
                  <a:schemeClr val="tx1">
                    <a:lumMod val="85000"/>
                    <a:lumOff val="15000"/>
                  </a:schemeClr>
                </a:solidFill>
                <a:latin typeface="+mn-ea"/>
                <a:cs typeface="+mn-ea"/>
              </a:rPr>
              <a:t>第三方合规接入、过程可控</a:t>
            </a:r>
            <a:endParaRPr lang="zh-CN" altLang="en-US" sz="1400">
              <a:solidFill>
                <a:schemeClr val="tx1">
                  <a:lumMod val="85000"/>
                  <a:lumOff val="15000"/>
                </a:schemeClr>
              </a:solidFill>
              <a:latin typeface="+mn-ea"/>
              <a:cs typeface="+mn-ea"/>
            </a:endParaRPr>
          </a:p>
          <a:p>
            <a:pPr algn="l">
              <a:lnSpc>
                <a:spcPct val="150000"/>
              </a:lnSpc>
              <a:spcBef>
                <a:spcPct val="0"/>
              </a:spcBef>
              <a:spcAft>
                <a:spcPct val="0"/>
              </a:spcAft>
            </a:pPr>
            <a:r>
              <a:rPr lang="zh-CN" altLang="en-US" sz="1400">
                <a:solidFill>
                  <a:schemeClr val="tx1">
                    <a:lumMod val="85000"/>
                    <a:lumOff val="15000"/>
                  </a:schemeClr>
                </a:solidFill>
                <a:latin typeface="+mn-ea"/>
                <a:cs typeface="+mn-ea"/>
              </a:rPr>
              <a:t>能真实提升政策满意度与民生评价指标</a:t>
            </a:r>
            <a:endParaRPr lang="zh-CN" altLang="en-US" sz="1400">
              <a:solidFill>
                <a:schemeClr val="tx1">
                  <a:lumMod val="85000"/>
                  <a:lumOff val="15000"/>
                </a:schemeClr>
              </a:solidFill>
              <a:latin typeface="+mn-ea"/>
              <a:cs typeface="+mn-ea"/>
            </a:endParaRPr>
          </a:p>
        </p:txBody>
      </p:sp>
      <p:sp>
        <p:nvSpPr>
          <p:cNvPr id="32" name="矩形 31"/>
          <p:cNvSpPr/>
          <p:nvPr>
            <p:custDataLst>
              <p:tags r:id="rId10"/>
            </p:custDataLst>
          </p:nvPr>
        </p:nvSpPr>
        <p:spPr>
          <a:xfrm>
            <a:off x="8375312" y="1284283"/>
            <a:ext cx="2575857" cy="440206"/>
          </a:xfrm>
          <a:prstGeom prst="rect">
            <a:avLst/>
          </a:prstGeom>
          <a:noFill/>
        </p:spPr>
        <p:txBody>
          <a:bodyPr wrap="square" lIns="0" tIns="0" rIns="0" bIns="0" rtlCol="0" anchor="b">
            <a:noAutofit/>
          </a:bodyPr>
          <a:lstStyle/>
          <a:p>
            <a:pPr marL="0" indent="0" algn="l">
              <a:lnSpc>
                <a:spcPct val="100000"/>
              </a:lnSpc>
              <a:spcBef>
                <a:spcPts val="0"/>
              </a:spcBef>
              <a:spcAft>
                <a:spcPts val="0"/>
              </a:spcAft>
              <a:buSzPct val="100000"/>
            </a:pPr>
            <a:r>
              <a:rPr lang="zh-CN" altLang="en-US" sz="2000" b="1">
                <a:solidFill>
                  <a:srgbClr val="2564A8"/>
                </a:solidFill>
                <a:latin typeface="+mn-ea"/>
                <a:cs typeface="+mn-ea"/>
              </a:rPr>
              <a:t>对教育局而言</a:t>
            </a:r>
            <a:endParaRPr lang="zh-CN" altLang="en-US" sz="2000" b="1">
              <a:solidFill>
                <a:srgbClr val="2564A8"/>
              </a:solidFill>
              <a:latin typeface="+mn-ea"/>
              <a:cs typeface="+mn-ea"/>
            </a:endParaRPr>
          </a:p>
        </p:txBody>
      </p:sp>
      <p:sp>
        <p:nvSpPr>
          <p:cNvPr id="33" name="矩形 32"/>
          <p:cNvSpPr/>
          <p:nvPr>
            <p:custDataLst>
              <p:tags r:id="rId11"/>
            </p:custDataLst>
          </p:nvPr>
        </p:nvSpPr>
        <p:spPr>
          <a:xfrm>
            <a:off x="6603365" y="4826635"/>
            <a:ext cx="3817620" cy="1480185"/>
          </a:xfrm>
          <a:prstGeom prst="rect">
            <a:avLst/>
          </a:prstGeom>
          <a:noFill/>
        </p:spPr>
        <p:txBody>
          <a:bodyPr wrap="square" lIns="0" tIns="0" rIns="0" bIns="0" rtlCol="0" anchor="t" anchorCtr="0">
            <a:noAutofit/>
          </a:bodyPr>
          <a:lstStyle/>
          <a:p>
            <a:pPr algn="l">
              <a:lnSpc>
                <a:spcPct val="150000"/>
              </a:lnSpc>
              <a:buClrTx/>
              <a:buSzTx/>
              <a:buFontTx/>
            </a:pPr>
            <a:r>
              <a:rPr lang="zh-CN" altLang="en-US" sz="1400">
                <a:solidFill>
                  <a:schemeClr val="tx1">
                    <a:lumMod val="85000"/>
                    <a:lumOff val="15000"/>
                  </a:schemeClr>
                </a:solidFill>
                <a:latin typeface="+mn-ea"/>
                <a:cs typeface="+mn-ea"/>
              </a:rPr>
              <a:t>统一入口备案、课程上架、师资审核，合规省心</a:t>
            </a:r>
            <a:endParaRPr lang="zh-CN" altLang="en-US" sz="1400">
              <a:solidFill>
                <a:schemeClr val="tx1">
                  <a:lumMod val="85000"/>
                  <a:lumOff val="15000"/>
                </a:schemeClr>
              </a:solidFill>
              <a:latin typeface="+mn-ea"/>
              <a:cs typeface="+mn-ea"/>
            </a:endParaRPr>
          </a:p>
          <a:p>
            <a:pPr algn="l">
              <a:lnSpc>
                <a:spcPct val="150000"/>
              </a:lnSpc>
              <a:buClrTx/>
              <a:buSzTx/>
              <a:buFontTx/>
            </a:pPr>
            <a:r>
              <a:rPr lang="zh-CN" altLang="en-US" sz="1400">
                <a:solidFill>
                  <a:schemeClr val="tx1">
                    <a:lumMod val="85000"/>
                    <a:lumOff val="15000"/>
                  </a:schemeClr>
                </a:solidFill>
                <a:latin typeface="+mn-ea"/>
                <a:cs typeface="+mn-ea"/>
              </a:rPr>
              <a:t>报名、排课、签到、结算全流程留痕可追溯</a:t>
            </a:r>
            <a:endParaRPr lang="zh-CN" altLang="en-US" sz="1400">
              <a:solidFill>
                <a:schemeClr val="tx1">
                  <a:lumMod val="85000"/>
                  <a:lumOff val="15000"/>
                </a:schemeClr>
              </a:solidFill>
              <a:latin typeface="+mn-ea"/>
              <a:cs typeface="+mn-ea"/>
            </a:endParaRPr>
          </a:p>
          <a:p>
            <a:pPr algn="l">
              <a:lnSpc>
                <a:spcPct val="150000"/>
              </a:lnSpc>
              <a:buClrTx/>
              <a:buSzTx/>
              <a:buFontTx/>
            </a:pPr>
            <a:r>
              <a:rPr lang="zh-CN" altLang="en-US" sz="1400">
                <a:solidFill>
                  <a:schemeClr val="tx1">
                    <a:lumMod val="85000"/>
                    <a:lumOff val="15000"/>
                  </a:schemeClr>
                </a:solidFill>
                <a:latin typeface="+mn-ea"/>
                <a:cs typeface="+mn-ea"/>
              </a:rPr>
              <a:t>数据驱动运营：报名率、完课率、满意度可视化</a:t>
            </a:r>
            <a:endParaRPr lang="zh-CN" altLang="en-US" sz="1400">
              <a:solidFill>
                <a:schemeClr val="tx1">
                  <a:lumMod val="85000"/>
                  <a:lumOff val="15000"/>
                </a:schemeClr>
              </a:solidFill>
              <a:latin typeface="+mn-ea"/>
              <a:cs typeface="+mn-ea"/>
            </a:endParaRPr>
          </a:p>
          <a:p>
            <a:pPr algn="l">
              <a:lnSpc>
                <a:spcPct val="150000"/>
              </a:lnSpc>
              <a:buClrTx/>
              <a:buSzTx/>
              <a:buFontTx/>
            </a:pPr>
            <a:r>
              <a:rPr lang="zh-CN" altLang="en-US" sz="1400">
                <a:solidFill>
                  <a:schemeClr val="tx1">
                    <a:lumMod val="85000"/>
                    <a:lumOff val="15000"/>
                  </a:schemeClr>
                </a:solidFill>
                <a:latin typeface="+mn-ea"/>
                <a:cs typeface="+mn-ea"/>
              </a:rPr>
              <a:t>降低对接成本，提升合作复购率</a:t>
            </a:r>
            <a:endParaRPr lang="zh-CN" altLang="en-US" sz="1400">
              <a:solidFill>
                <a:schemeClr val="tx1">
                  <a:lumMod val="85000"/>
                  <a:lumOff val="15000"/>
                </a:schemeClr>
              </a:solidFill>
              <a:latin typeface="+mn-ea"/>
              <a:cs typeface="+mn-ea"/>
            </a:endParaRPr>
          </a:p>
          <a:p>
            <a:pPr algn="l">
              <a:lnSpc>
                <a:spcPct val="150000"/>
              </a:lnSpc>
              <a:buClrTx/>
              <a:buSzTx/>
              <a:buFontTx/>
            </a:pPr>
            <a:endParaRPr lang="zh-CN" altLang="en-US" sz="1400">
              <a:solidFill>
                <a:schemeClr val="tx1">
                  <a:lumMod val="85000"/>
                  <a:lumOff val="15000"/>
                </a:schemeClr>
              </a:solidFill>
              <a:latin typeface="+mn-ea"/>
              <a:cs typeface="+mn-ea"/>
            </a:endParaRPr>
          </a:p>
        </p:txBody>
      </p:sp>
      <p:sp>
        <p:nvSpPr>
          <p:cNvPr id="34" name="矩形 33"/>
          <p:cNvSpPr/>
          <p:nvPr>
            <p:custDataLst>
              <p:tags r:id="rId12"/>
            </p:custDataLst>
          </p:nvPr>
        </p:nvSpPr>
        <p:spPr>
          <a:xfrm>
            <a:off x="6612616" y="4396085"/>
            <a:ext cx="2575856" cy="440206"/>
          </a:xfrm>
          <a:prstGeom prst="rect">
            <a:avLst/>
          </a:prstGeom>
          <a:noFill/>
        </p:spPr>
        <p:txBody>
          <a:bodyPr wrap="square" lIns="0" tIns="0" rIns="0" bIns="0" rtlCol="0" anchor="b">
            <a:noAutofit/>
          </a:bodyPr>
          <a:lstStyle/>
          <a:p>
            <a:pPr algn="l">
              <a:spcBef>
                <a:spcPct val="0"/>
              </a:spcBef>
              <a:spcAft>
                <a:spcPct val="0"/>
              </a:spcAft>
            </a:pPr>
            <a:r>
              <a:rPr lang="zh-CN" altLang="en-US" sz="2000" b="1">
                <a:solidFill>
                  <a:srgbClr val="2564A8"/>
                </a:solidFill>
                <a:latin typeface="+mn-ea"/>
                <a:cs typeface="+mn-ea"/>
              </a:rPr>
              <a:t>对机构而言</a:t>
            </a:r>
            <a:endParaRPr lang="zh-CN" altLang="en-US" sz="2000" b="1">
              <a:solidFill>
                <a:srgbClr val="2564A8"/>
              </a:solidFill>
              <a:latin typeface="+mn-ea"/>
              <a:cs typeface="+mn-ea"/>
            </a:endParaRPr>
          </a:p>
        </p:txBody>
      </p:sp>
      <p:sp>
        <p:nvSpPr>
          <p:cNvPr id="35" name="矩形 34"/>
          <p:cNvSpPr/>
          <p:nvPr>
            <p:custDataLst>
              <p:tags r:id="rId13"/>
            </p:custDataLst>
          </p:nvPr>
        </p:nvSpPr>
        <p:spPr>
          <a:xfrm>
            <a:off x="662967" y="4939164"/>
            <a:ext cx="2575856" cy="769014"/>
          </a:xfrm>
          <a:prstGeom prst="rect">
            <a:avLst/>
          </a:prstGeom>
          <a:noFill/>
        </p:spPr>
        <p:txBody>
          <a:bodyPr wrap="square" lIns="0" tIns="0" rIns="0" bIns="0" rtlCol="0" anchor="t" anchorCtr="0">
            <a:noAutofit/>
          </a:bodyPr>
          <a:lstStyle/>
          <a:p>
            <a:pPr marL="0" indent="0" algn="r">
              <a:lnSpc>
                <a:spcPct val="150000"/>
              </a:lnSpc>
              <a:spcBef>
                <a:spcPts val="0"/>
              </a:spcBef>
              <a:spcAft>
                <a:spcPts val="0"/>
              </a:spcAft>
              <a:buSzPct val="100000"/>
            </a:pPr>
            <a:r>
              <a:rPr lang="zh-CN" altLang="en-US" sz="1400">
                <a:solidFill>
                  <a:schemeClr val="tx1">
                    <a:lumMod val="85000"/>
                    <a:lumOff val="15000"/>
                  </a:schemeClr>
                </a:solidFill>
                <a:latin typeface="+mn-ea"/>
                <a:cs typeface="+mn-ea"/>
              </a:rPr>
              <a:t>平台入口统一，信息公开透明</a:t>
            </a:r>
            <a:endParaRPr lang="zh-CN" altLang="en-US" sz="1400">
              <a:solidFill>
                <a:schemeClr val="tx1">
                  <a:lumMod val="85000"/>
                  <a:lumOff val="15000"/>
                </a:schemeClr>
              </a:solidFill>
              <a:latin typeface="+mn-ea"/>
              <a:cs typeface="+mn-ea"/>
            </a:endParaRPr>
          </a:p>
          <a:p>
            <a:pPr algn="r">
              <a:lnSpc>
                <a:spcPct val="150000"/>
              </a:lnSpc>
              <a:spcBef>
                <a:spcPct val="0"/>
              </a:spcBef>
              <a:spcAft>
                <a:spcPct val="0"/>
              </a:spcAft>
            </a:pPr>
            <a:r>
              <a:rPr lang="zh-CN" altLang="en-US" sz="1400">
                <a:solidFill>
                  <a:schemeClr val="tx1">
                    <a:lumMod val="85000"/>
                    <a:lumOff val="15000"/>
                  </a:schemeClr>
                </a:solidFill>
                <a:latin typeface="+mn-ea"/>
                <a:cs typeface="+mn-ea"/>
              </a:rPr>
              <a:t>可自主选课、缴费、评价</a:t>
            </a:r>
            <a:endParaRPr lang="zh-CN" altLang="en-US" sz="1400">
              <a:solidFill>
                <a:schemeClr val="tx1">
                  <a:lumMod val="85000"/>
                  <a:lumOff val="15000"/>
                </a:schemeClr>
              </a:solidFill>
              <a:latin typeface="+mn-ea"/>
              <a:cs typeface="+mn-ea"/>
            </a:endParaRPr>
          </a:p>
          <a:p>
            <a:pPr algn="r">
              <a:lnSpc>
                <a:spcPct val="150000"/>
              </a:lnSpc>
              <a:spcBef>
                <a:spcPct val="0"/>
              </a:spcBef>
              <a:spcAft>
                <a:spcPct val="0"/>
              </a:spcAft>
            </a:pPr>
            <a:r>
              <a:rPr lang="zh-CN" altLang="en-US" sz="1400">
                <a:solidFill>
                  <a:schemeClr val="tx1">
                    <a:lumMod val="85000"/>
                    <a:lumOff val="15000"/>
                  </a:schemeClr>
                </a:solidFill>
                <a:latin typeface="+mn-ea"/>
                <a:cs typeface="+mn-ea"/>
              </a:rPr>
              <a:t>服务可见、过程可查、费用合规</a:t>
            </a:r>
            <a:endParaRPr lang="zh-CN" altLang="en-US" sz="1400">
              <a:solidFill>
                <a:schemeClr val="tx1">
                  <a:lumMod val="85000"/>
                  <a:lumOff val="15000"/>
                </a:schemeClr>
              </a:solidFill>
              <a:latin typeface="+mn-ea"/>
              <a:cs typeface="+mn-ea"/>
            </a:endParaRPr>
          </a:p>
        </p:txBody>
      </p:sp>
      <p:sp>
        <p:nvSpPr>
          <p:cNvPr id="36" name="矩形 35"/>
          <p:cNvSpPr/>
          <p:nvPr>
            <p:custDataLst>
              <p:tags r:id="rId14"/>
            </p:custDataLst>
          </p:nvPr>
        </p:nvSpPr>
        <p:spPr>
          <a:xfrm>
            <a:off x="662967" y="4507869"/>
            <a:ext cx="2575856" cy="440206"/>
          </a:xfrm>
          <a:prstGeom prst="rect">
            <a:avLst/>
          </a:prstGeom>
          <a:noFill/>
        </p:spPr>
        <p:txBody>
          <a:bodyPr wrap="square" lIns="0" tIns="0" rIns="0" bIns="0" rtlCol="0" anchor="b">
            <a:noAutofit/>
          </a:bodyPr>
          <a:lstStyle/>
          <a:p>
            <a:pPr marL="0" indent="0" algn="r">
              <a:lnSpc>
                <a:spcPct val="100000"/>
              </a:lnSpc>
              <a:spcBef>
                <a:spcPts val="0"/>
              </a:spcBef>
              <a:spcAft>
                <a:spcPts val="0"/>
              </a:spcAft>
              <a:buSzPct val="100000"/>
            </a:pPr>
            <a:r>
              <a:rPr lang="zh-CN" altLang="en-US" sz="2000" b="1">
                <a:solidFill>
                  <a:srgbClr val="2564A8"/>
                </a:solidFill>
                <a:latin typeface="+mn-ea"/>
                <a:cs typeface="+mn-ea"/>
              </a:rPr>
              <a:t>对家长而言</a:t>
            </a:r>
            <a:endParaRPr lang="zh-CN" altLang="en-US" sz="2000" b="1">
              <a:solidFill>
                <a:srgbClr val="2564A8"/>
              </a:solidFill>
              <a:latin typeface="+mn-ea"/>
              <a:cs typeface="+mn-ea"/>
            </a:endParaRPr>
          </a:p>
        </p:txBody>
      </p:sp>
      <p:sp>
        <p:nvSpPr>
          <p:cNvPr id="37" name="椭圆 36"/>
          <p:cNvSpPr/>
          <p:nvPr>
            <p:custDataLst>
              <p:tags r:id="rId15"/>
            </p:custDataLst>
          </p:nvPr>
        </p:nvSpPr>
        <p:spPr bwMode="auto">
          <a:xfrm>
            <a:off x="5641057" y="2555891"/>
            <a:ext cx="454315" cy="454315"/>
          </a:xfrm>
          <a:prstGeom prst="ellipse">
            <a:avLst/>
          </a:prstGeom>
          <a:solidFill>
            <a:srgbClr val="2564A8"/>
          </a:solidFill>
          <a:ln>
            <a:noFill/>
          </a:ln>
          <a:effectLst/>
        </p:spPr>
        <p:style>
          <a:lnRef idx="1">
            <a:schemeClr val="accent1"/>
          </a:lnRef>
          <a:fillRef idx="2">
            <a:schemeClr val="accent1"/>
          </a:fillRef>
          <a:effectRef idx="1">
            <a:schemeClr val="accent1"/>
          </a:effectRef>
          <a:fontRef idx="minor">
            <a:schemeClr val="dk1"/>
          </a:fontRef>
        </p:style>
        <p:txBody>
          <a:bodyPr rtlCol="0" anchor="ctr">
            <a:normAutofit fontScale="77500"/>
          </a:bodyPr>
          <a:lstStyle/>
          <a:p>
            <a:pPr algn="ctr"/>
            <a:endParaRPr lang="zh-CN" altLang="en-US">
              <a:solidFill>
                <a:schemeClr val="dk1"/>
              </a:solidFill>
              <a:cs typeface="+mn-ea"/>
            </a:endParaRPr>
          </a:p>
        </p:txBody>
      </p:sp>
      <p:sp>
        <p:nvSpPr>
          <p:cNvPr id="39" name="矩形 38"/>
          <p:cNvSpPr/>
          <p:nvPr>
            <p:custDataLst>
              <p:tags r:id="rId16"/>
            </p:custDataLst>
          </p:nvPr>
        </p:nvSpPr>
        <p:spPr>
          <a:xfrm>
            <a:off x="2472690" y="1728470"/>
            <a:ext cx="3079750" cy="767080"/>
          </a:xfrm>
          <a:prstGeom prst="rect">
            <a:avLst/>
          </a:prstGeom>
          <a:noFill/>
        </p:spPr>
        <p:txBody>
          <a:bodyPr wrap="square" lIns="0" tIns="0" rIns="0" bIns="0" rtlCol="0" anchor="t" anchorCtr="0">
            <a:noAutofit/>
          </a:bodyPr>
          <a:lstStyle/>
          <a:p>
            <a:pPr marL="0" indent="0" algn="r">
              <a:lnSpc>
                <a:spcPct val="150000"/>
              </a:lnSpc>
              <a:spcBef>
                <a:spcPts val="0"/>
              </a:spcBef>
              <a:spcAft>
                <a:spcPts val="0"/>
              </a:spcAft>
              <a:buSzPct val="100000"/>
            </a:pPr>
            <a:r>
              <a:rPr lang="zh-CN" altLang="en-US" sz="1400">
                <a:solidFill>
                  <a:schemeClr val="tx1">
                    <a:lumMod val="85000"/>
                    <a:lumOff val="15000"/>
                  </a:schemeClr>
                </a:solidFill>
                <a:latin typeface="+mn-ea"/>
                <a:cs typeface="+mn-ea"/>
              </a:rPr>
              <a:t>降低组织成本，提升工作效率</a:t>
            </a:r>
            <a:endParaRPr lang="en-US" altLang="zh-CN" sz="1400">
              <a:solidFill>
                <a:schemeClr val="tx1">
                  <a:lumMod val="85000"/>
                  <a:lumOff val="15000"/>
                </a:schemeClr>
              </a:solidFill>
              <a:latin typeface="+mn-ea"/>
              <a:cs typeface="+mn-ea"/>
            </a:endParaRPr>
          </a:p>
          <a:p>
            <a:pPr algn="r">
              <a:lnSpc>
                <a:spcPct val="150000"/>
              </a:lnSpc>
              <a:spcBef>
                <a:spcPct val="0"/>
              </a:spcBef>
              <a:spcAft>
                <a:spcPct val="0"/>
              </a:spcAft>
            </a:pPr>
            <a:r>
              <a:rPr lang="zh-CN" altLang="en-US" sz="1400">
                <a:solidFill>
                  <a:schemeClr val="tx1">
                    <a:lumMod val="85000"/>
                    <a:lumOff val="15000"/>
                  </a:schemeClr>
                </a:solidFill>
                <a:latin typeface="+mn-ea"/>
                <a:cs typeface="+mn-ea"/>
              </a:rPr>
              <a:t>教师、课程、学生、服务一张表管理</a:t>
            </a:r>
            <a:endParaRPr lang="en-US" altLang="zh-CN" sz="1400">
              <a:solidFill>
                <a:schemeClr val="tx1">
                  <a:lumMod val="85000"/>
                  <a:lumOff val="15000"/>
                </a:schemeClr>
              </a:solidFill>
              <a:latin typeface="+mn-ea"/>
              <a:cs typeface="+mn-ea"/>
            </a:endParaRPr>
          </a:p>
          <a:p>
            <a:pPr algn="r">
              <a:lnSpc>
                <a:spcPct val="150000"/>
              </a:lnSpc>
              <a:spcBef>
                <a:spcPct val="0"/>
              </a:spcBef>
              <a:spcAft>
                <a:spcPct val="0"/>
              </a:spcAft>
            </a:pPr>
            <a:r>
              <a:rPr lang="zh-CN" altLang="en-US" sz="1400">
                <a:solidFill>
                  <a:schemeClr val="tx1">
                    <a:lumMod val="85000"/>
                    <a:lumOff val="15000"/>
                  </a:schemeClr>
                </a:solidFill>
                <a:latin typeface="+mn-ea"/>
                <a:cs typeface="+mn-ea"/>
              </a:rPr>
              <a:t>一校一账一报表，轻松迎检</a:t>
            </a:r>
            <a:endParaRPr lang="zh-CN" altLang="en-US" sz="1400">
              <a:solidFill>
                <a:schemeClr val="tx1">
                  <a:lumMod val="85000"/>
                  <a:lumOff val="15000"/>
                </a:schemeClr>
              </a:solidFill>
              <a:latin typeface="+mn-ea"/>
              <a:cs typeface="+mn-ea"/>
            </a:endParaRPr>
          </a:p>
        </p:txBody>
      </p:sp>
      <p:sp>
        <p:nvSpPr>
          <p:cNvPr id="40" name="矩形 39"/>
          <p:cNvSpPr/>
          <p:nvPr>
            <p:custDataLst>
              <p:tags r:id="rId17"/>
            </p:custDataLst>
          </p:nvPr>
        </p:nvSpPr>
        <p:spPr>
          <a:xfrm>
            <a:off x="2977152" y="1331948"/>
            <a:ext cx="2575856" cy="405439"/>
          </a:xfrm>
          <a:prstGeom prst="rect">
            <a:avLst/>
          </a:prstGeom>
          <a:noFill/>
        </p:spPr>
        <p:txBody>
          <a:bodyPr wrap="square" lIns="0" tIns="0" rIns="0" bIns="0" rtlCol="0" anchor="b">
            <a:noAutofit/>
          </a:bodyPr>
          <a:lstStyle/>
          <a:p>
            <a:pPr marL="0" indent="0" algn="r">
              <a:lnSpc>
                <a:spcPct val="100000"/>
              </a:lnSpc>
              <a:spcBef>
                <a:spcPts val="0"/>
              </a:spcBef>
              <a:spcAft>
                <a:spcPts val="0"/>
              </a:spcAft>
              <a:buSzPct val="100000"/>
            </a:pPr>
            <a:r>
              <a:rPr lang="zh-CN" altLang="en-US" sz="2000" b="1">
                <a:solidFill>
                  <a:srgbClr val="2564A8"/>
                </a:solidFill>
                <a:latin typeface="+mn-ea"/>
                <a:cs typeface="+mn-ea"/>
              </a:rPr>
              <a:t>对学校而言</a:t>
            </a:r>
            <a:endParaRPr lang="zh-CN" altLang="en-US" sz="2000" b="1">
              <a:solidFill>
                <a:srgbClr val="2564A8"/>
              </a:solidFill>
              <a:latin typeface="+mn-ea"/>
              <a:cs typeface="+mn-ea"/>
            </a:endParaRPr>
          </a:p>
        </p:txBody>
      </p:sp>
      <p:pic>
        <p:nvPicPr>
          <p:cNvPr id="270" name="图片 269" descr="家长会"/>
          <p:cNvPicPr>
            <a:picLocks noChangeAspect="1"/>
          </p:cNvPicPr>
          <p:nvPr/>
        </p:nvPicPr>
        <p:blipFill>
          <a:blip r:embed="rId18">
            <a:extLst>
              <a:ext uri="{96DAC541-7B7A-43D3-8B79-37D633B846F1}">
                <asvg:svgBlip xmlns:asvg="http://schemas.microsoft.com/office/drawing/2016/SVG/main" r:embed="rId19"/>
              </a:ext>
            </a:extLst>
          </a:blip>
          <a:stretch>
            <a:fillRect/>
          </a:stretch>
        </p:blipFill>
        <p:spPr>
          <a:xfrm>
            <a:off x="3086100" y="4111625"/>
            <a:ext cx="289560" cy="289560"/>
          </a:xfrm>
          <a:prstGeom prst="rect">
            <a:avLst/>
          </a:prstGeom>
        </p:spPr>
      </p:pic>
      <p:pic>
        <p:nvPicPr>
          <p:cNvPr id="271" name="图片 270" descr="学校"/>
          <p:cNvPicPr>
            <a:picLocks noChangeAspect="1"/>
          </p:cNvPicPr>
          <p:nvPr/>
        </p:nvPicPr>
        <p:blipFill>
          <a:blip r:embed="rId20">
            <a:extLst>
              <a:ext uri="{96DAC541-7B7A-43D3-8B79-37D633B846F1}">
                <asvg:svgBlip xmlns:asvg="http://schemas.microsoft.com/office/drawing/2016/SVG/main" r:embed="rId21"/>
              </a:ext>
            </a:extLst>
          </a:blip>
          <a:stretch>
            <a:fillRect/>
          </a:stretch>
        </p:blipFill>
        <p:spPr>
          <a:xfrm>
            <a:off x="5736590" y="2628265"/>
            <a:ext cx="266700" cy="266700"/>
          </a:xfrm>
          <a:prstGeom prst="rect">
            <a:avLst/>
          </a:prstGeom>
        </p:spPr>
      </p:pic>
      <p:pic>
        <p:nvPicPr>
          <p:cNvPr id="268" name="图片 267" descr="教学大楼"/>
          <p:cNvPicPr>
            <a:picLocks noChangeAspect="1"/>
          </p:cNvPicPr>
          <p:nvPr/>
        </p:nvPicPr>
        <p:blipFill>
          <a:blip r:embed="rId22">
            <a:extLst>
              <a:ext uri="{96DAC541-7B7A-43D3-8B79-37D633B846F1}">
                <asvg:svgBlip xmlns:asvg="http://schemas.microsoft.com/office/drawing/2016/SVG/main" r:embed="rId23"/>
              </a:ext>
            </a:extLst>
          </a:blip>
          <a:stretch>
            <a:fillRect/>
          </a:stretch>
        </p:blipFill>
        <p:spPr>
          <a:xfrm>
            <a:off x="6050915" y="4382135"/>
            <a:ext cx="266700" cy="266700"/>
          </a:xfrm>
          <a:prstGeom prst="rect">
            <a:avLst/>
          </a:prstGeom>
        </p:spPr>
      </p:pic>
      <p:pic>
        <p:nvPicPr>
          <p:cNvPr id="269" name="图片 268" descr="建筑"/>
          <p:cNvPicPr>
            <a:picLocks noChangeAspect="1"/>
          </p:cNvPicPr>
          <p:nvPr/>
        </p:nvPicPr>
        <p:blipFill>
          <a:blip r:embed="rId24">
            <a:extLst>
              <a:ext uri="{96DAC541-7B7A-43D3-8B79-37D633B846F1}">
                <asvg:svgBlip xmlns:asvg="http://schemas.microsoft.com/office/drawing/2016/SVG/main" r:embed="rId25"/>
              </a:ext>
            </a:extLst>
          </a:blip>
          <a:stretch>
            <a:fillRect/>
          </a:stretch>
        </p:blipFill>
        <p:spPr>
          <a:xfrm>
            <a:off x="8336915" y="2779395"/>
            <a:ext cx="291465" cy="292100"/>
          </a:xfrm>
          <a:prstGeom prst="rect">
            <a:avLst/>
          </a:prstGeom>
        </p:spPr>
      </p:pic>
    </p:spTree>
    <p:custDataLst>
      <p:tags r:id="rId26"/>
    </p:custDataLst>
  </p:cSld>
  <p:clrMapOvr>
    <a:masterClrMapping/>
  </p:clrMapOvr>
  <p:transition/>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矩形 15"/>
          <p:cNvSpPr/>
          <p:nvPr/>
        </p:nvSpPr>
        <p:spPr>
          <a:xfrm>
            <a:off x="8580755" y="5934075"/>
            <a:ext cx="3529330" cy="822960"/>
          </a:xfrm>
          <a:prstGeom prst="rect">
            <a:avLst/>
          </a:prstGeom>
          <a:solidFill>
            <a:schemeClr val="bg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9" name="标题 8"/>
          <p:cNvSpPr>
            <a:spLocks noGrp="1"/>
          </p:cNvSpPr>
          <p:nvPr>
            <p:custDataLst>
              <p:tags r:id="rId1"/>
            </p:custDataLst>
          </p:nvPr>
        </p:nvSpPr>
        <p:spPr>
          <a:xfrm>
            <a:off x="1070610" y="0"/>
            <a:ext cx="8802370" cy="799465"/>
          </a:xfrm>
          <a:prstGeom prst="rect">
            <a:avLst/>
          </a:prstGeom>
        </p:spPr>
        <p:txBody>
          <a:bodyPr vert="horz" lIns="90170" tIns="46990" rIns="90170" bIns="46990" rtlCol="0" anchor="ctr" anchorCtr="0">
            <a:noAutofit/>
          </a:bodyPr>
          <a:lstStyle>
            <a:lvl1pPr>
              <a:defRPr sz="6000">
                <a:solidFill>
                  <a:srgbClr val="1D43F3"/>
                </a:solidFill>
              </a:defRPr>
            </a:lvl1pPr>
          </a:lstStyle>
          <a:p>
            <a:r>
              <a:rPr lang="zh-CN" altLang="en-US" sz="3600" b="1">
                <a:solidFill>
                  <a:srgbClr val="254D97"/>
                </a:solidFill>
                <a:cs typeface="微软雅黑 Light" panose="020B0502040204020203" charset="-122"/>
              </a:rPr>
              <a:t>实践</a:t>
            </a:r>
            <a:r>
              <a:rPr lang="zh-CN" altLang="en-US" sz="3600" b="1">
                <a:solidFill>
                  <a:srgbClr val="254D97"/>
                </a:solidFill>
                <a:cs typeface="微软雅黑 Light" panose="020B0502040204020203" charset="-122"/>
              </a:rPr>
              <a:t>案例与合作</a:t>
            </a:r>
            <a:r>
              <a:rPr lang="zh-CN" altLang="en-US" sz="3600" b="1">
                <a:solidFill>
                  <a:srgbClr val="254D97"/>
                </a:solidFill>
                <a:cs typeface="微软雅黑 Light" panose="020B0502040204020203" charset="-122"/>
              </a:rPr>
              <a:t>模式</a:t>
            </a:r>
            <a:endParaRPr lang="zh-CN" altLang="en-US" sz="3600" b="1">
              <a:solidFill>
                <a:srgbClr val="254D97"/>
              </a:solidFill>
              <a:cs typeface="微软雅黑 Light" panose="020B0502040204020203" charset="-122"/>
            </a:endParaRPr>
          </a:p>
        </p:txBody>
      </p:sp>
      <p:sp>
        <p:nvSpPr>
          <p:cNvPr id="5" name="任意多边形 4"/>
          <p:cNvSpPr/>
          <p:nvPr/>
        </p:nvSpPr>
        <p:spPr>
          <a:xfrm>
            <a:off x="9525" y="1479550"/>
            <a:ext cx="11252835" cy="986155"/>
          </a:xfrm>
          <a:custGeom>
            <a:avLst/>
            <a:gdLst>
              <a:gd name="connsiteX0" fmla="*/ 0 w 17721"/>
              <a:gd name="connsiteY0" fmla="*/ 0 h 2865"/>
              <a:gd name="connsiteX1" fmla="*/ 17721 w 17721"/>
              <a:gd name="connsiteY1" fmla="*/ 0 h 2865"/>
              <a:gd name="connsiteX2" fmla="*/ 16402 w 17721"/>
              <a:gd name="connsiteY2" fmla="*/ 2865 h 2865"/>
              <a:gd name="connsiteX3" fmla="*/ 0 w 17721"/>
              <a:gd name="connsiteY3" fmla="*/ 2852 h 2865"/>
              <a:gd name="connsiteX4" fmla="*/ 0 w 17721"/>
              <a:gd name="connsiteY4" fmla="*/ 0 h 286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721" h="2865">
                <a:moveTo>
                  <a:pt x="0" y="0"/>
                </a:moveTo>
                <a:lnTo>
                  <a:pt x="17721" y="0"/>
                </a:lnTo>
                <a:lnTo>
                  <a:pt x="16402" y="2865"/>
                </a:lnTo>
                <a:lnTo>
                  <a:pt x="0" y="2852"/>
                </a:lnTo>
                <a:lnTo>
                  <a:pt x="0" y="0"/>
                </a:lnTo>
                <a:close/>
              </a:path>
            </a:pathLst>
          </a:custGeom>
          <a:solidFill>
            <a:schemeClr val="bg1">
              <a:lumMod val="95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cs typeface="微软雅黑 Light" panose="020B0502040204020203" charset="-122"/>
            </a:endParaRPr>
          </a:p>
        </p:txBody>
      </p:sp>
      <p:grpSp>
        <p:nvGrpSpPr>
          <p:cNvPr id="19" name="组合 18"/>
          <p:cNvGrpSpPr/>
          <p:nvPr/>
        </p:nvGrpSpPr>
        <p:grpSpPr>
          <a:xfrm>
            <a:off x="3067050" y="1501140"/>
            <a:ext cx="1575435" cy="690245"/>
            <a:chOff x="4194" y="3513"/>
            <a:chExt cx="2481" cy="1087"/>
          </a:xfrm>
        </p:grpSpPr>
        <p:sp>
          <p:nvSpPr>
            <p:cNvPr id="61" name="文本框 60"/>
            <p:cNvSpPr txBox="1"/>
            <p:nvPr>
              <p:custDataLst>
                <p:tags r:id="rId2"/>
              </p:custDataLst>
            </p:nvPr>
          </p:nvSpPr>
          <p:spPr>
            <a:xfrm>
              <a:off x="4215" y="3550"/>
              <a:ext cx="2386" cy="1016"/>
            </a:xfrm>
            <a:prstGeom prst="rect">
              <a:avLst/>
            </a:prstGeom>
            <a:noFill/>
          </p:spPr>
          <p:txBody>
            <a:bodyPr wrap="square" rtlCol="0">
              <a:spAutoFit/>
            </a:bodyPr>
            <a:lstStyle/>
            <a:p>
              <a:r>
                <a:rPr lang="en-US" altLang="zh-CN" sz="3600" dirty="0">
                  <a:solidFill>
                    <a:srgbClr val="1556BC"/>
                  </a:solidFill>
                  <a:latin typeface="Bahnschrift" panose="020B0502040204020203" pitchFamily="34" charset="0"/>
                  <a:ea typeface="字小魂芯科幻体" panose="00000500000000000000" charset="-122"/>
                  <a:cs typeface="Bahnschrift" panose="020B0502040204020203" pitchFamily="34" charset="0"/>
                </a:rPr>
                <a:t>30000</a:t>
              </a:r>
              <a:endParaRPr lang="en-US" altLang="zh-CN" sz="3600" dirty="0">
                <a:solidFill>
                  <a:srgbClr val="1556BC"/>
                </a:solidFill>
                <a:latin typeface="Bahnschrift" panose="020B0502040204020203" pitchFamily="34" charset="0"/>
                <a:ea typeface="字小魂芯科幻体" panose="00000500000000000000" charset="-122"/>
                <a:cs typeface="Bahnschrift" panose="020B0502040204020203" pitchFamily="34" charset="0"/>
              </a:endParaRPr>
            </a:p>
          </p:txBody>
        </p:sp>
        <p:sp>
          <p:nvSpPr>
            <p:cNvPr id="62" name="文本框 61"/>
            <p:cNvSpPr txBox="1"/>
            <p:nvPr>
              <p:custDataLst>
                <p:tags r:id="rId3"/>
              </p:custDataLst>
            </p:nvPr>
          </p:nvSpPr>
          <p:spPr>
            <a:xfrm>
              <a:off x="6043" y="3513"/>
              <a:ext cx="632" cy="483"/>
            </a:xfrm>
            <a:prstGeom prst="rect">
              <a:avLst/>
            </a:prstGeom>
            <a:noFill/>
          </p:spPr>
          <p:txBody>
            <a:bodyPr wrap="square" rtlCol="0">
              <a:spAutoFit/>
            </a:bodyPr>
            <a:lstStyle/>
            <a:p>
              <a:r>
                <a:rPr lang="en-US" altLang="zh-CN" sz="1400" b="1">
                  <a:solidFill>
                    <a:srgbClr val="1556BC"/>
                  </a:solidFill>
                  <a:latin typeface="微软雅黑" panose="020B0503020204020204" charset="-122"/>
                  <a:ea typeface="微软雅黑" panose="020B0503020204020204" charset="-122"/>
                  <a:cs typeface="字小魂芯科幻体" panose="00000500000000000000" charset="-122"/>
                  <a:sym typeface="+mn-ea"/>
                </a:rPr>
                <a:t>+</a:t>
              </a:r>
              <a:endParaRPr lang="en-US" altLang="zh-CN" sz="1400" b="1">
                <a:solidFill>
                  <a:srgbClr val="1556BC"/>
                </a:solidFill>
                <a:latin typeface="微软雅黑" panose="020B0503020204020204" charset="-122"/>
                <a:ea typeface="微软雅黑" panose="020B0503020204020204" charset="-122"/>
                <a:cs typeface="字小魂芯科幻体" panose="00000500000000000000" charset="-122"/>
                <a:sym typeface="+mn-ea"/>
              </a:endParaRPr>
            </a:p>
          </p:txBody>
        </p:sp>
        <p:sp>
          <p:nvSpPr>
            <p:cNvPr id="65" name="文本框 64"/>
            <p:cNvSpPr txBox="1"/>
            <p:nvPr>
              <p:custDataLst>
                <p:tags r:id="rId4"/>
              </p:custDataLst>
            </p:nvPr>
          </p:nvSpPr>
          <p:spPr>
            <a:xfrm>
              <a:off x="4194" y="4358"/>
              <a:ext cx="2407" cy="242"/>
            </a:xfrm>
            <a:prstGeom prst="rect">
              <a:avLst/>
            </a:prstGeom>
            <a:noFill/>
          </p:spPr>
          <p:txBody>
            <a:bodyPr wrap="square" lIns="0" tIns="0" rIns="0" bIns="0" rtlCol="0">
              <a:spAutoFit/>
            </a:bodyPr>
            <a:lstStyle/>
            <a:p>
              <a:pPr algn="ctr">
                <a:lnSpc>
                  <a:spcPct val="100000"/>
                </a:lnSpc>
              </a:pPr>
              <a:r>
                <a:rPr lang="zh-CN" altLang="en-US" sz="1000" dirty="0">
                  <a:solidFill>
                    <a:schemeClr val="tx1">
                      <a:lumMod val="65000"/>
                      <a:lumOff val="35000"/>
                    </a:schemeClr>
                  </a:solidFill>
                  <a:latin typeface="微软雅黑 Light" panose="020B0502040204020203" charset="-122"/>
                  <a:ea typeface="微软雅黑 Light" panose="020B0502040204020203" charset="-122"/>
                  <a:cs typeface="微软雅黑 Light" panose="020B0502040204020203" charset="-122"/>
                </a:rPr>
                <a:t>覆盖学生</a:t>
              </a:r>
              <a:endParaRPr lang="zh-CN" altLang="en-US" sz="1000" dirty="0">
                <a:solidFill>
                  <a:schemeClr val="tx1">
                    <a:lumMod val="65000"/>
                    <a:lumOff val="35000"/>
                  </a:schemeClr>
                </a:solidFill>
                <a:latin typeface="微软雅黑 Light" panose="020B0502040204020203" charset="-122"/>
                <a:ea typeface="微软雅黑 Light" panose="020B0502040204020203" charset="-122"/>
                <a:cs typeface="微软雅黑 Light" panose="020B0502040204020203" charset="-122"/>
              </a:endParaRPr>
            </a:p>
          </p:txBody>
        </p:sp>
      </p:grpSp>
      <p:grpSp>
        <p:nvGrpSpPr>
          <p:cNvPr id="21" name="组合 20"/>
          <p:cNvGrpSpPr/>
          <p:nvPr/>
        </p:nvGrpSpPr>
        <p:grpSpPr>
          <a:xfrm>
            <a:off x="5001260" y="1503680"/>
            <a:ext cx="1868170" cy="841375"/>
            <a:chOff x="6981" y="3517"/>
            <a:chExt cx="2942" cy="1325"/>
          </a:xfrm>
        </p:grpSpPr>
        <p:sp>
          <p:nvSpPr>
            <p:cNvPr id="53" name="文本框 52"/>
            <p:cNvSpPr txBox="1"/>
            <p:nvPr>
              <p:custDataLst>
                <p:tags r:id="rId5"/>
              </p:custDataLst>
            </p:nvPr>
          </p:nvSpPr>
          <p:spPr>
            <a:xfrm>
              <a:off x="6981" y="3517"/>
              <a:ext cx="2916" cy="1016"/>
            </a:xfrm>
            <a:prstGeom prst="rect">
              <a:avLst/>
            </a:prstGeom>
            <a:noFill/>
          </p:spPr>
          <p:txBody>
            <a:bodyPr wrap="square" rtlCol="0">
              <a:spAutoFit/>
            </a:bodyPr>
            <a:lstStyle/>
            <a:p>
              <a:pPr algn="ctr"/>
              <a:r>
                <a:rPr lang="en-US" altLang="zh-CN" sz="3600">
                  <a:solidFill>
                    <a:srgbClr val="1556BC"/>
                  </a:solidFill>
                  <a:latin typeface="Bahnschrift" panose="020B0502040204020203" pitchFamily="34" charset="0"/>
                  <a:ea typeface="字小魂芯科幻体" panose="00000500000000000000" charset="-122"/>
                  <a:cs typeface="Bahnschrift" panose="020B0502040204020203" pitchFamily="34" charset="0"/>
                </a:rPr>
                <a:t>95</a:t>
              </a:r>
              <a:endParaRPr lang="en-US" altLang="zh-CN" sz="3600">
                <a:solidFill>
                  <a:srgbClr val="1556BC"/>
                </a:solidFill>
                <a:latin typeface="Bahnschrift" panose="020B0502040204020203" pitchFamily="34" charset="0"/>
                <a:ea typeface="字小魂芯科幻体" panose="00000500000000000000" charset="-122"/>
                <a:cs typeface="Bahnschrift" panose="020B0502040204020203" pitchFamily="34" charset="0"/>
              </a:endParaRPr>
            </a:p>
          </p:txBody>
        </p:sp>
        <p:sp>
          <p:nvSpPr>
            <p:cNvPr id="18" name="文本框 17"/>
            <p:cNvSpPr txBox="1"/>
            <p:nvPr>
              <p:custDataLst>
                <p:tags r:id="rId6"/>
              </p:custDataLst>
            </p:nvPr>
          </p:nvSpPr>
          <p:spPr>
            <a:xfrm>
              <a:off x="8767" y="3882"/>
              <a:ext cx="632" cy="483"/>
            </a:xfrm>
            <a:prstGeom prst="rect">
              <a:avLst/>
            </a:prstGeom>
            <a:noFill/>
          </p:spPr>
          <p:txBody>
            <a:bodyPr wrap="square" rtlCol="0">
              <a:spAutoFit/>
            </a:bodyPr>
            <a:p>
              <a:r>
                <a:rPr lang="en-US" altLang="zh-CN" sz="1400" b="1">
                  <a:solidFill>
                    <a:srgbClr val="1556BC"/>
                  </a:solidFill>
                  <a:latin typeface="微软雅黑" panose="020B0503020204020204" charset="-122"/>
                  <a:ea typeface="微软雅黑" panose="020B0503020204020204" charset="-122"/>
                  <a:cs typeface="字小魂芯科幻体" panose="00000500000000000000" charset="-122"/>
                  <a:sym typeface="+mn-ea"/>
                </a:rPr>
                <a:t>%</a:t>
              </a:r>
              <a:endParaRPr lang="en-US" altLang="zh-CN" sz="1400" b="1">
                <a:solidFill>
                  <a:srgbClr val="1556BC"/>
                </a:solidFill>
                <a:latin typeface="微软雅黑" panose="020B0503020204020204" charset="-122"/>
                <a:ea typeface="微软雅黑" panose="020B0503020204020204" charset="-122"/>
                <a:cs typeface="字小魂芯科幻体" panose="00000500000000000000" charset="-122"/>
                <a:sym typeface="+mn-ea"/>
              </a:endParaRPr>
            </a:p>
          </p:txBody>
        </p:sp>
        <p:sp>
          <p:nvSpPr>
            <p:cNvPr id="66" name="文本框 65"/>
            <p:cNvSpPr txBox="1"/>
            <p:nvPr>
              <p:custDataLst>
                <p:tags r:id="rId7"/>
              </p:custDataLst>
            </p:nvPr>
          </p:nvSpPr>
          <p:spPr>
            <a:xfrm>
              <a:off x="7181" y="4358"/>
              <a:ext cx="2742" cy="484"/>
            </a:xfrm>
            <a:prstGeom prst="rect">
              <a:avLst/>
            </a:prstGeom>
            <a:noFill/>
          </p:spPr>
          <p:txBody>
            <a:bodyPr wrap="square" lIns="0" tIns="0" rIns="0" bIns="0" rtlCol="0">
              <a:spAutoFit/>
            </a:bodyPr>
            <a:lstStyle/>
            <a:p>
              <a:pPr algn="ctr">
                <a:lnSpc>
                  <a:spcPct val="100000"/>
                </a:lnSpc>
              </a:pPr>
              <a:r>
                <a:rPr lang="zh-CN" altLang="en-US" sz="1000">
                  <a:solidFill>
                    <a:schemeClr val="tx1">
                      <a:lumMod val="65000"/>
                      <a:lumOff val="35000"/>
                    </a:schemeClr>
                  </a:solidFill>
                  <a:latin typeface="微软雅黑 Light" panose="020B0502040204020203" charset="-122"/>
                  <a:ea typeface="微软雅黑 Light" panose="020B0502040204020203" charset="-122"/>
                  <a:cs typeface="微软雅黑 Light" panose="020B0502040204020203" charset="-122"/>
                </a:rPr>
                <a:t>平台使用率达</a:t>
              </a:r>
              <a:r>
                <a:rPr lang="en-US" altLang="zh-CN" sz="1000">
                  <a:solidFill>
                    <a:schemeClr val="tx1">
                      <a:lumMod val="65000"/>
                      <a:lumOff val="35000"/>
                    </a:schemeClr>
                  </a:solidFill>
                  <a:latin typeface="微软雅黑 Light" panose="020B0502040204020203" charset="-122"/>
                  <a:ea typeface="微软雅黑 Light" panose="020B0502040204020203" charset="-122"/>
                  <a:cs typeface="微软雅黑 Light" panose="020B0502040204020203" charset="-122"/>
                </a:rPr>
                <a:t> 95% </a:t>
              </a:r>
              <a:r>
                <a:rPr lang="zh-CN" altLang="en-US" sz="1000">
                  <a:solidFill>
                    <a:schemeClr val="tx1">
                      <a:lumMod val="65000"/>
                      <a:lumOff val="35000"/>
                    </a:schemeClr>
                  </a:solidFill>
                  <a:latin typeface="微软雅黑 Light" panose="020B0502040204020203" charset="-122"/>
                  <a:ea typeface="微软雅黑 Light" panose="020B0502040204020203" charset="-122"/>
                  <a:cs typeface="微软雅黑 Light" panose="020B0502040204020203" charset="-122"/>
                </a:rPr>
                <a:t>以上</a:t>
              </a:r>
              <a:endParaRPr lang="zh-CN" altLang="en-US" sz="1000">
                <a:solidFill>
                  <a:schemeClr val="tx1">
                    <a:lumMod val="65000"/>
                    <a:lumOff val="35000"/>
                  </a:schemeClr>
                </a:solidFill>
                <a:latin typeface="微软雅黑 Light" panose="020B0502040204020203" charset="-122"/>
                <a:ea typeface="微软雅黑 Light" panose="020B0502040204020203" charset="-122"/>
                <a:cs typeface="微软雅黑 Light" panose="020B0502040204020203" charset="-122"/>
              </a:endParaRPr>
            </a:p>
            <a:p>
              <a:pPr algn="ctr">
                <a:lnSpc>
                  <a:spcPct val="100000"/>
                </a:lnSpc>
              </a:pPr>
              <a:r>
                <a:rPr lang="zh-CN" altLang="en-US" sz="1000">
                  <a:solidFill>
                    <a:schemeClr val="tx1">
                      <a:lumMod val="65000"/>
                      <a:lumOff val="35000"/>
                    </a:schemeClr>
                  </a:solidFill>
                  <a:latin typeface="微软雅黑 Light" panose="020B0502040204020203" charset="-122"/>
                  <a:ea typeface="微软雅黑 Light" panose="020B0502040204020203" charset="-122"/>
                  <a:cs typeface="微软雅黑 Light" panose="020B0502040204020203" charset="-122"/>
                </a:rPr>
                <a:t>教师与行政端反馈良好</a:t>
              </a:r>
              <a:endParaRPr lang="zh-CN" altLang="en-US" sz="1000">
                <a:solidFill>
                  <a:schemeClr val="tx1">
                    <a:lumMod val="65000"/>
                    <a:lumOff val="35000"/>
                  </a:schemeClr>
                </a:solidFill>
                <a:latin typeface="微软雅黑 Light" panose="020B0502040204020203" charset="-122"/>
                <a:ea typeface="微软雅黑 Light" panose="020B0502040204020203" charset="-122"/>
                <a:cs typeface="微软雅黑 Light" panose="020B0502040204020203" charset="-122"/>
              </a:endParaRPr>
            </a:p>
          </p:txBody>
        </p:sp>
      </p:grpSp>
      <p:sp>
        <p:nvSpPr>
          <p:cNvPr id="10" name="任意多边形 9"/>
          <p:cNvSpPr/>
          <p:nvPr/>
        </p:nvSpPr>
        <p:spPr>
          <a:xfrm>
            <a:off x="9229725" y="2166620"/>
            <a:ext cx="2962275" cy="171450"/>
          </a:xfrm>
          <a:custGeom>
            <a:avLst/>
            <a:gdLst>
              <a:gd name="connsiteX0" fmla="*/ 0 w 4665"/>
              <a:gd name="connsiteY0" fmla="*/ 265 h 270"/>
              <a:gd name="connsiteX1" fmla="*/ 199 w 4665"/>
              <a:gd name="connsiteY1" fmla="*/ 11 h 270"/>
              <a:gd name="connsiteX2" fmla="*/ 4665 w 4665"/>
              <a:gd name="connsiteY2" fmla="*/ 0 h 270"/>
              <a:gd name="connsiteX3" fmla="*/ 4662 w 4665"/>
              <a:gd name="connsiteY3" fmla="*/ 270 h 270"/>
              <a:gd name="connsiteX4" fmla="*/ 0 w 4665"/>
              <a:gd name="connsiteY4" fmla="*/ 265 h 27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665" h="270">
                <a:moveTo>
                  <a:pt x="0" y="265"/>
                </a:moveTo>
                <a:lnTo>
                  <a:pt x="199" y="11"/>
                </a:lnTo>
                <a:lnTo>
                  <a:pt x="4665" y="0"/>
                </a:lnTo>
                <a:lnTo>
                  <a:pt x="4662" y="270"/>
                </a:lnTo>
                <a:lnTo>
                  <a:pt x="0" y="265"/>
                </a:lnTo>
                <a:close/>
              </a:path>
            </a:pathLst>
          </a:custGeom>
          <a:solidFill>
            <a:srgbClr val="E3C39F"/>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cs typeface="微软雅黑 Light" panose="020B0502040204020203" charset="-122"/>
            </a:endParaRPr>
          </a:p>
        </p:txBody>
      </p:sp>
      <p:grpSp>
        <p:nvGrpSpPr>
          <p:cNvPr id="20" name="组合 19"/>
          <p:cNvGrpSpPr/>
          <p:nvPr/>
        </p:nvGrpSpPr>
        <p:grpSpPr>
          <a:xfrm>
            <a:off x="1049655" y="1503680"/>
            <a:ext cx="1522730" cy="687705"/>
            <a:chOff x="1653" y="3517"/>
            <a:chExt cx="2398" cy="1083"/>
          </a:xfrm>
        </p:grpSpPr>
        <p:sp>
          <p:nvSpPr>
            <p:cNvPr id="52" name="文本框 51"/>
            <p:cNvSpPr txBox="1"/>
            <p:nvPr/>
          </p:nvSpPr>
          <p:spPr>
            <a:xfrm>
              <a:off x="2045" y="3517"/>
              <a:ext cx="2006" cy="1016"/>
            </a:xfrm>
            <a:prstGeom prst="rect">
              <a:avLst/>
            </a:prstGeom>
            <a:noFill/>
          </p:spPr>
          <p:txBody>
            <a:bodyPr wrap="square" rtlCol="0">
              <a:spAutoFit/>
            </a:bodyPr>
            <a:lstStyle/>
            <a:p>
              <a:r>
                <a:rPr lang="en-US" altLang="zh-CN" sz="3600" b="1">
                  <a:solidFill>
                    <a:srgbClr val="1556BC"/>
                  </a:solidFill>
                  <a:latin typeface="Bahnschrift" panose="020B0502040204020203" pitchFamily="34" charset="0"/>
                  <a:ea typeface="字小魂芯科幻体" panose="00000500000000000000" charset="-122"/>
                  <a:cs typeface="Bahnschrift" panose="020B0502040204020203" pitchFamily="34" charset="0"/>
                </a:rPr>
                <a:t>20</a:t>
              </a:r>
              <a:endParaRPr lang="en-US" altLang="zh-CN" sz="3600" b="1">
                <a:solidFill>
                  <a:srgbClr val="1556BC"/>
                </a:solidFill>
                <a:latin typeface="Bahnschrift" panose="020B0502040204020203" pitchFamily="34" charset="0"/>
                <a:ea typeface="字小魂芯科幻体" panose="00000500000000000000" charset="-122"/>
                <a:cs typeface="Bahnschrift" panose="020B0502040204020203" pitchFamily="34" charset="0"/>
              </a:endParaRPr>
            </a:p>
          </p:txBody>
        </p:sp>
        <p:sp>
          <p:nvSpPr>
            <p:cNvPr id="64" name="文本框 63"/>
            <p:cNvSpPr txBox="1"/>
            <p:nvPr/>
          </p:nvSpPr>
          <p:spPr>
            <a:xfrm>
              <a:off x="1653" y="4358"/>
              <a:ext cx="2178" cy="242"/>
            </a:xfrm>
            <a:prstGeom prst="rect">
              <a:avLst/>
            </a:prstGeom>
            <a:noFill/>
          </p:spPr>
          <p:txBody>
            <a:bodyPr wrap="square" lIns="0" tIns="0" rIns="0" bIns="0" rtlCol="0">
              <a:spAutoFit/>
            </a:bodyPr>
            <a:lstStyle/>
            <a:p>
              <a:pPr algn="ctr">
                <a:lnSpc>
                  <a:spcPct val="100000"/>
                </a:lnSpc>
              </a:pPr>
              <a:r>
                <a:rPr lang="zh-CN" altLang="en-US" sz="1000">
                  <a:solidFill>
                    <a:schemeClr val="tx1">
                      <a:lumMod val="65000"/>
                      <a:lumOff val="35000"/>
                    </a:schemeClr>
                  </a:solidFill>
                  <a:latin typeface="微软雅黑 Light" panose="020B0502040204020203" charset="-122"/>
                  <a:ea typeface="微软雅黑 Light" panose="020B0502040204020203" charset="-122"/>
                  <a:cs typeface="微软雅黑 Light" panose="020B0502040204020203" charset="-122"/>
                </a:rPr>
                <a:t>服务学校数</a:t>
              </a:r>
              <a:endParaRPr lang="zh-CN" altLang="en-US" sz="1000">
                <a:solidFill>
                  <a:schemeClr val="tx1">
                    <a:lumMod val="65000"/>
                    <a:lumOff val="35000"/>
                  </a:schemeClr>
                </a:solidFill>
                <a:latin typeface="微软雅黑 Light" panose="020B0502040204020203" charset="-122"/>
                <a:ea typeface="微软雅黑 Light" panose="020B0502040204020203" charset="-122"/>
                <a:cs typeface="微软雅黑 Light" panose="020B0502040204020203" charset="-122"/>
              </a:endParaRPr>
            </a:p>
          </p:txBody>
        </p:sp>
        <p:sp>
          <p:nvSpPr>
            <p:cNvPr id="17" name="文本框 16"/>
            <p:cNvSpPr txBox="1"/>
            <p:nvPr/>
          </p:nvSpPr>
          <p:spPr>
            <a:xfrm>
              <a:off x="2840" y="3834"/>
              <a:ext cx="632" cy="483"/>
            </a:xfrm>
            <a:prstGeom prst="rect">
              <a:avLst/>
            </a:prstGeom>
            <a:noFill/>
          </p:spPr>
          <p:txBody>
            <a:bodyPr wrap="square" rtlCol="0">
              <a:spAutoFit/>
            </a:bodyPr>
            <a:p>
              <a:r>
                <a:rPr lang="zh-CN" altLang="en-US" sz="1400" b="1">
                  <a:solidFill>
                    <a:srgbClr val="1556BC"/>
                  </a:solidFill>
                  <a:latin typeface="微软雅黑" panose="020B0503020204020204" charset="-122"/>
                  <a:ea typeface="微软雅黑" panose="020B0503020204020204" charset="-122"/>
                  <a:cs typeface="字小魂芯科幻体" panose="00000500000000000000" charset="-122"/>
                  <a:sym typeface="+mn-ea"/>
                </a:rPr>
                <a:t>所</a:t>
              </a:r>
              <a:endParaRPr lang="zh-CN" altLang="en-US" sz="1400" b="1">
                <a:solidFill>
                  <a:srgbClr val="1556BC"/>
                </a:solidFill>
                <a:latin typeface="微软雅黑" panose="020B0503020204020204" charset="-122"/>
                <a:ea typeface="微软雅黑" panose="020B0503020204020204" charset="-122"/>
                <a:cs typeface="字小魂芯科幻体" panose="00000500000000000000" charset="-122"/>
                <a:sym typeface="+mn-ea"/>
              </a:endParaRPr>
            </a:p>
          </p:txBody>
        </p:sp>
      </p:grpSp>
      <p:sp>
        <p:nvSpPr>
          <p:cNvPr id="24" name="文本框 23"/>
          <p:cNvSpPr txBox="1"/>
          <p:nvPr>
            <p:custDataLst>
              <p:tags r:id="rId8"/>
            </p:custDataLst>
          </p:nvPr>
        </p:nvSpPr>
        <p:spPr>
          <a:xfrm>
            <a:off x="6143625" y="1506220"/>
            <a:ext cx="401320" cy="306705"/>
          </a:xfrm>
          <a:prstGeom prst="rect">
            <a:avLst/>
          </a:prstGeom>
          <a:noFill/>
        </p:spPr>
        <p:txBody>
          <a:bodyPr wrap="square" rtlCol="0">
            <a:spAutoFit/>
          </a:bodyPr>
          <a:p>
            <a:r>
              <a:rPr lang="en-US" altLang="zh-CN" sz="1400" b="1">
                <a:solidFill>
                  <a:srgbClr val="1556BC"/>
                </a:solidFill>
                <a:latin typeface="微软雅黑" panose="020B0503020204020204" charset="-122"/>
                <a:ea typeface="微软雅黑" panose="020B0503020204020204" charset="-122"/>
                <a:cs typeface="字小魂芯科幻体" panose="00000500000000000000" charset="-122"/>
                <a:sym typeface="+mn-ea"/>
              </a:rPr>
              <a:t>+</a:t>
            </a:r>
            <a:endParaRPr lang="en-US" altLang="zh-CN" sz="1400" b="1">
              <a:solidFill>
                <a:srgbClr val="1556BC"/>
              </a:solidFill>
              <a:latin typeface="微软雅黑" panose="020B0503020204020204" charset="-122"/>
              <a:ea typeface="微软雅黑" panose="020B0503020204020204" charset="-122"/>
              <a:cs typeface="字小魂芯科幻体" panose="00000500000000000000" charset="-122"/>
              <a:sym typeface="+mn-ea"/>
            </a:endParaRPr>
          </a:p>
        </p:txBody>
      </p:sp>
      <p:grpSp>
        <p:nvGrpSpPr>
          <p:cNvPr id="25" name="组合 24"/>
          <p:cNvGrpSpPr/>
          <p:nvPr/>
        </p:nvGrpSpPr>
        <p:grpSpPr>
          <a:xfrm>
            <a:off x="7258685" y="1503680"/>
            <a:ext cx="1868170" cy="841375"/>
            <a:chOff x="6981" y="3517"/>
            <a:chExt cx="2942" cy="1325"/>
          </a:xfrm>
        </p:grpSpPr>
        <p:sp>
          <p:nvSpPr>
            <p:cNvPr id="26" name="文本框 25"/>
            <p:cNvSpPr txBox="1"/>
            <p:nvPr>
              <p:custDataLst>
                <p:tags r:id="rId9"/>
              </p:custDataLst>
            </p:nvPr>
          </p:nvSpPr>
          <p:spPr>
            <a:xfrm>
              <a:off x="6981" y="3517"/>
              <a:ext cx="2916" cy="1016"/>
            </a:xfrm>
            <a:prstGeom prst="rect">
              <a:avLst/>
            </a:prstGeom>
            <a:noFill/>
          </p:spPr>
          <p:txBody>
            <a:bodyPr wrap="square" rtlCol="0">
              <a:spAutoFit/>
            </a:bodyPr>
            <a:p>
              <a:pPr algn="ctr"/>
              <a:r>
                <a:rPr lang="en-US" altLang="zh-CN" sz="3600">
                  <a:solidFill>
                    <a:srgbClr val="1556BC"/>
                  </a:solidFill>
                  <a:latin typeface="Bahnschrift" panose="020B0502040204020203" pitchFamily="34" charset="0"/>
                  <a:ea typeface="字小魂芯科幻体" panose="00000500000000000000" charset="-122"/>
                  <a:cs typeface="Bahnschrift" panose="020B0502040204020203" pitchFamily="34" charset="0"/>
                </a:rPr>
                <a:t>96.8</a:t>
              </a:r>
              <a:endParaRPr lang="en-US" altLang="zh-CN" sz="3600">
                <a:solidFill>
                  <a:srgbClr val="1556BC"/>
                </a:solidFill>
                <a:latin typeface="Bahnschrift" panose="020B0502040204020203" pitchFamily="34" charset="0"/>
                <a:ea typeface="字小魂芯科幻体" panose="00000500000000000000" charset="-122"/>
                <a:cs typeface="Bahnschrift" panose="020B0502040204020203" pitchFamily="34" charset="0"/>
              </a:endParaRPr>
            </a:p>
          </p:txBody>
        </p:sp>
        <p:sp>
          <p:nvSpPr>
            <p:cNvPr id="27" name="文本框 26"/>
            <p:cNvSpPr txBox="1"/>
            <p:nvPr>
              <p:custDataLst>
                <p:tags r:id="rId10"/>
              </p:custDataLst>
            </p:nvPr>
          </p:nvSpPr>
          <p:spPr>
            <a:xfrm>
              <a:off x="8947" y="3882"/>
              <a:ext cx="632" cy="483"/>
            </a:xfrm>
            <a:prstGeom prst="rect">
              <a:avLst/>
            </a:prstGeom>
            <a:noFill/>
          </p:spPr>
          <p:txBody>
            <a:bodyPr wrap="square" rtlCol="0">
              <a:spAutoFit/>
            </a:bodyPr>
            <a:p>
              <a:r>
                <a:rPr lang="en-US" altLang="zh-CN" sz="1400" b="1">
                  <a:solidFill>
                    <a:srgbClr val="1556BC"/>
                  </a:solidFill>
                  <a:latin typeface="微软雅黑" panose="020B0503020204020204" charset="-122"/>
                  <a:ea typeface="微软雅黑" panose="020B0503020204020204" charset="-122"/>
                  <a:cs typeface="字小魂芯科幻体" panose="00000500000000000000" charset="-122"/>
                  <a:sym typeface="+mn-ea"/>
                </a:rPr>
                <a:t>%</a:t>
              </a:r>
              <a:endParaRPr lang="en-US" altLang="zh-CN" sz="1400" b="1">
                <a:solidFill>
                  <a:srgbClr val="1556BC"/>
                </a:solidFill>
                <a:latin typeface="微软雅黑" panose="020B0503020204020204" charset="-122"/>
                <a:ea typeface="微软雅黑" panose="020B0503020204020204" charset="-122"/>
                <a:cs typeface="字小魂芯科幻体" panose="00000500000000000000" charset="-122"/>
                <a:sym typeface="+mn-ea"/>
              </a:endParaRPr>
            </a:p>
          </p:txBody>
        </p:sp>
        <p:sp>
          <p:nvSpPr>
            <p:cNvPr id="28" name="文本框 27"/>
            <p:cNvSpPr txBox="1"/>
            <p:nvPr>
              <p:custDataLst>
                <p:tags r:id="rId11"/>
              </p:custDataLst>
            </p:nvPr>
          </p:nvSpPr>
          <p:spPr>
            <a:xfrm>
              <a:off x="7181" y="4358"/>
              <a:ext cx="2742" cy="484"/>
            </a:xfrm>
            <a:prstGeom prst="rect">
              <a:avLst/>
            </a:prstGeom>
            <a:noFill/>
          </p:spPr>
          <p:txBody>
            <a:bodyPr wrap="square" lIns="0" tIns="0" rIns="0" bIns="0" rtlCol="0">
              <a:spAutoFit/>
            </a:bodyPr>
            <a:p>
              <a:pPr algn="ctr">
                <a:lnSpc>
                  <a:spcPct val="100000"/>
                </a:lnSpc>
              </a:pPr>
              <a:r>
                <a:rPr lang="zh-CN" altLang="en-US" sz="1000">
                  <a:solidFill>
                    <a:schemeClr val="tx1">
                      <a:lumMod val="65000"/>
                      <a:lumOff val="35000"/>
                    </a:schemeClr>
                  </a:solidFill>
                  <a:latin typeface="微软雅黑 Light" panose="020B0502040204020203" charset="-122"/>
                  <a:ea typeface="微软雅黑 Light" panose="020B0502040204020203" charset="-122"/>
                  <a:cs typeface="微软雅黑 Light" panose="020B0502040204020203" charset="-122"/>
                </a:rPr>
                <a:t>家长满意度调研结果达</a:t>
              </a:r>
              <a:r>
                <a:rPr lang="en-US" altLang="zh-CN" sz="1000">
                  <a:solidFill>
                    <a:schemeClr val="tx1">
                      <a:lumMod val="65000"/>
                      <a:lumOff val="35000"/>
                    </a:schemeClr>
                  </a:solidFill>
                  <a:latin typeface="微软雅黑 Light" panose="020B0502040204020203" charset="-122"/>
                  <a:ea typeface="微软雅黑 Light" panose="020B0502040204020203" charset="-122"/>
                  <a:cs typeface="微软雅黑 Light" panose="020B0502040204020203" charset="-122"/>
                </a:rPr>
                <a:t> 96.8%</a:t>
              </a:r>
              <a:r>
                <a:rPr lang="zh-CN" altLang="en-US" sz="1000">
                  <a:solidFill>
                    <a:schemeClr val="tx1">
                      <a:lumMod val="65000"/>
                      <a:lumOff val="35000"/>
                    </a:schemeClr>
                  </a:solidFill>
                  <a:latin typeface="微软雅黑 Light" panose="020B0502040204020203" charset="-122"/>
                  <a:ea typeface="微软雅黑 Light" panose="020B0502040204020203" charset="-122"/>
                  <a:cs typeface="微软雅黑 Light" panose="020B0502040204020203" charset="-122"/>
                </a:rPr>
                <a:t>，显著高于线下服务期</a:t>
              </a:r>
              <a:endParaRPr lang="zh-CN" altLang="en-US" sz="1000">
                <a:solidFill>
                  <a:schemeClr val="tx1">
                    <a:lumMod val="65000"/>
                    <a:lumOff val="35000"/>
                  </a:schemeClr>
                </a:solidFill>
                <a:latin typeface="微软雅黑 Light" panose="020B0502040204020203" charset="-122"/>
                <a:ea typeface="微软雅黑 Light" panose="020B0502040204020203" charset="-122"/>
                <a:cs typeface="微软雅黑 Light" panose="020B0502040204020203" charset="-122"/>
              </a:endParaRPr>
            </a:p>
          </p:txBody>
        </p:sp>
      </p:grpSp>
      <p:grpSp>
        <p:nvGrpSpPr>
          <p:cNvPr id="54" name="组合 53"/>
          <p:cNvGrpSpPr/>
          <p:nvPr>
            <p:custDataLst>
              <p:tags r:id="rId12"/>
            </p:custDataLst>
          </p:nvPr>
        </p:nvGrpSpPr>
        <p:grpSpPr>
          <a:xfrm>
            <a:off x="0" y="2764155"/>
            <a:ext cx="11423015" cy="1968500"/>
            <a:chOff x="0" y="4273"/>
            <a:chExt cx="17989" cy="3100"/>
          </a:xfrm>
        </p:grpSpPr>
        <p:sp>
          <p:nvSpPr>
            <p:cNvPr id="81" name="图片 56" descr="未标题-1"/>
            <p:cNvSpPr/>
            <p:nvPr>
              <p:custDataLst>
                <p:tags r:id="rId13"/>
              </p:custDataLst>
            </p:nvPr>
          </p:nvSpPr>
          <p:spPr>
            <a:xfrm>
              <a:off x="0" y="5179"/>
              <a:ext cx="16993" cy="1527"/>
            </a:xfrm>
            <a:custGeom>
              <a:avLst/>
              <a:gdLst>
                <a:gd name="connsiteX0" fmla="*/ 0 w 16893"/>
                <a:gd name="connsiteY0" fmla="*/ 2499 h 4386"/>
                <a:gd name="connsiteX1" fmla="*/ 622 w 16893"/>
                <a:gd name="connsiteY1" fmla="*/ 1965 h 4386"/>
                <a:gd name="connsiteX2" fmla="*/ 2358 w 16893"/>
                <a:gd name="connsiteY2" fmla="*/ 1262 h 4386"/>
                <a:gd name="connsiteX3" fmla="*/ 6286 w 16893"/>
                <a:gd name="connsiteY3" fmla="*/ 2564 h 4386"/>
                <a:gd name="connsiteX4" fmla="*/ 6952 w 16893"/>
                <a:gd name="connsiteY4" fmla="*/ 3155 h 4386"/>
                <a:gd name="connsiteX5" fmla="*/ 8609 w 16893"/>
                <a:gd name="connsiteY5" fmla="*/ 4168 h 4386"/>
                <a:gd name="connsiteX6" fmla="*/ 10854 w 16893"/>
                <a:gd name="connsiteY6" fmla="*/ 4318 h 4386"/>
                <a:gd name="connsiteX7" fmla="*/ 14538 w 16893"/>
                <a:gd name="connsiteY7" fmla="*/ 2343 h 4386"/>
                <a:gd name="connsiteX8" fmla="*/ 16476 w 16893"/>
                <a:gd name="connsiteY8" fmla="*/ 417 h 4386"/>
                <a:gd name="connsiteX9" fmla="*/ 16893 w 16893"/>
                <a:gd name="connsiteY9" fmla="*/ 0 h 43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6893" h="4387">
                  <a:moveTo>
                    <a:pt x="0" y="2499"/>
                  </a:moveTo>
                  <a:cubicBezTo>
                    <a:pt x="179" y="2304"/>
                    <a:pt x="388" y="2124"/>
                    <a:pt x="622" y="1965"/>
                  </a:cubicBezTo>
                  <a:cubicBezTo>
                    <a:pt x="1110" y="1625"/>
                    <a:pt x="1703" y="1361"/>
                    <a:pt x="2358" y="1262"/>
                  </a:cubicBezTo>
                  <a:cubicBezTo>
                    <a:pt x="3886" y="1030"/>
                    <a:pt x="5287" y="1770"/>
                    <a:pt x="6286" y="2564"/>
                  </a:cubicBezTo>
                  <a:cubicBezTo>
                    <a:pt x="6525" y="2753"/>
                    <a:pt x="6738" y="2951"/>
                    <a:pt x="6952" y="3155"/>
                  </a:cubicBezTo>
                  <a:cubicBezTo>
                    <a:pt x="7504" y="3593"/>
                    <a:pt x="7896" y="3931"/>
                    <a:pt x="8609" y="4168"/>
                  </a:cubicBezTo>
                  <a:cubicBezTo>
                    <a:pt x="9295" y="4393"/>
                    <a:pt x="10126" y="4447"/>
                    <a:pt x="10854" y="4318"/>
                  </a:cubicBezTo>
                  <a:cubicBezTo>
                    <a:pt x="12385" y="3972"/>
                    <a:pt x="13581" y="3246"/>
                    <a:pt x="14538" y="2343"/>
                  </a:cubicBezTo>
                  <a:cubicBezTo>
                    <a:pt x="15205" y="1715"/>
                    <a:pt x="15833" y="1061"/>
                    <a:pt x="16476" y="417"/>
                  </a:cubicBezTo>
                  <a:lnTo>
                    <a:pt x="16893" y="0"/>
                  </a:lnTo>
                </a:path>
              </a:pathLst>
            </a:custGeom>
            <a:noFill/>
            <a:ln w="19055" cap="flat">
              <a:solidFill>
                <a:srgbClr val="1556BC">
                  <a:alpha val="35000"/>
                </a:srgbClr>
              </a:solidFill>
              <a:custDash>
                <a:ds d="300000" sp="225000"/>
              </a:custDash>
              <a:miter/>
            </a:ln>
          </p:spPr>
          <p:txBody>
            <a:bodyPr rtlCol="0" anchor="ctr"/>
            <a:p>
              <a:endParaRPr lang="zh-CN" altLang="en-US">
                <a:solidFill>
                  <a:schemeClr val="tx1"/>
                </a:solidFill>
              </a:endParaRPr>
            </a:p>
          </p:txBody>
        </p:sp>
        <p:grpSp>
          <p:nvGrpSpPr>
            <p:cNvPr id="82" name="组合 81"/>
            <p:cNvGrpSpPr/>
            <p:nvPr>
              <p:custDataLst>
                <p:tags r:id="rId14"/>
              </p:custDataLst>
            </p:nvPr>
          </p:nvGrpSpPr>
          <p:grpSpPr>
            <a:xfrm rot="1260000">
              <a:off x="17071" y="4374"/>
              <a:ext cx="918" cy="993"/>
              <a:chOff x="16828" y="6140"/>
              <a:chExt cx="918" cy="993"/>
            </a:xfrm>
            <a:solidFill>
              <a:srgbClr val="1556BC"/>
            </a:solidFill>
          </p:grpSpPr>
          <p:sp>
            <p:nvSpPr>
              <p:cNvPr id="83" name="任意多边形: 形状 3"/>
              <p:cNvSpPr/>
              <p:nvPr>
                <p:custDataLst>
                  <p:tags r:id="rId15"/>
                </p:custDataLst>
              </p:nvPr>
            </p:nvSpPr>
            <p:spPr>
              <a:xfrm rot="21120000">
                <a:off x="16828" y="6140"/>
                <a:ext cx="919" cy="919"/>
              </a:xfrm>
              <a:custGeom>
                <a:avLst/>
                <a:gdLst>
                  <a:gd name="connsiteX0" fmla="*/ 700097 w 700284"/>
                  <a:gd name="connsiteY0" fmla="*/ 857 h 700855"/>
                  <a:gd name="connsiteX1" fmla="*/ 697850 w 700284"/>
                  <a:gd name="connsiteY1" fmla="*/ 40730 h 700855"/>
                  <a:gd name="connsiteX2" fmla="*/ 668129 w 700284"/>
                  <a:gd name="connsiteY2" fmla="*/ 171739 h 700855"/>
                  <a:gd name="connsiteX3" fmla="*/ 567848 w 700284"/>
                  <a:gd name="connsiteY3" fmla="*/ 326540 h 700855"/>
                  <a:gd name="connsiteX4" fmla="*/ 370811 w 700284"/>
                  <a:gd name="connsiteY4" fmla="*/ 497034 h 700855"/>
                  <a:gd name="connsiteX5" fmla="*/ 365386 w 700284"/>
                  <a:gd name="connsiteY5" fmla="*/ 508348 h 700855"/>
                  <a:gd name="connsiteX6" fmla="*/ 366975 w 700284"/>
                  <a:gd name="connsiteY6" fmla="*/ 621107 h 700855"/>
                  <a:gd name="connsiteX7" fmla="*/ 359613 w 700284"/>
                  <a:gd name="connsiteY7" fmla="*/ 636219 h 700855"/>
                  <a:gd name="connsiteX8" fmla="*/ 281379 w 700284"/>
                  <a:gd name="connsiteY8" fmla="*/ 697171 h 700855"/>
                  <a:gd name="connsiteX9" fmla="*/ 270878 w 700284"/>
                  <a:gd name="connsiteY9" fmla="*/ 693296 h 700855"/>
                  <a:gd name="connsiteX10" fmla="*/ 249683 w 700284"/>
                  <a:gd name="connsiteY10" fmla="*/ 594642 h 700855"/>
                  <a:gd name="connsiteX11" fmla="*/ 222287 w 700284"/>
                  <a:gd name="connsiteY11" fmla="*/ 596385 h 700855"/>
                  <a:gd name="connsiteX12" fmla="*/ 199038 w 700284"/>
                  <a:gd name="connsiteY12" fmla="*/ 606925 h 700855"/>
                  <a:gd name="connsiteX13" fmla="*/ 176913 w 700284"/>
                  <a:gd name="connsiteY13" fmla="*/ 606034 h 700855"/>
                  <a:gd name="connsiteX14" fmla="*/ 132584 w 700284"/>
                  <a:gd name="connsiteY14" fmla="*/ 570462 h 700855"/>
                  <a:gd name="connsiteX15" fmla="*/ 93835 w 700284"/>
                  <a:gd name="connsiteY15" fmla="*/ 523267 h 700855"/>
                  <a:gd name="connsiteX16" fmla="*/ 92789 w 700284"/>
                  <a:gd name="connsiteY16" fmla="*/ 500017 h 700855"/>
                  <a:gd name="connsiteX17" fmla="*/ 104995 w 700284"/>
                  <a:gd name="connsiteY17" fmla="*/ 472700 h 700855"/>
                  <a:gd name="connsiteX18" fmla="*/ 106855 w 700284"/>
                  <a:gd name="connsiteY18" fmla="*/ 457200 h 700855"/>
                  <a:gd name="connsiteX19" fmla="*/ 98563 w 700284"/>
                  <a:gd name="connsiteY19" fmla="*/ 448869 h 700855"/>
                  <a:gd name="connsiteX20" fmla="*/ 7930 w 700284"/>
                  <a:gd name="connsiteY20" fmla="*/ 429689 h 700855"/>
                  <a:gd name="connsiteX21" fmla="*/ 3667 w 700284"/>
                  <a:gd name="connsiteY21" fmla="*/ 418413 h 700855"/>
                  <a:gd name="connsiteX22" fmla="*/ 62798 w 700284"/>
                  <a:gd name="connsiteY22" fmla="*/ 342349 h 700855"/>
                  <a:gd name="connsiteX23" fmla="*/ 80855 w 700284"/>
                  <a:gd name="connsiteY23" fmla="*/ 333631 h 700855"/>
                  <a:gd name="connsiteX24" fmla="*/ 190785 w 700284"/>
                  <a:gd name="connsiteY24" fmla="*/ 335297 h 700855"/>
                  <a:gd name="connsiteX25" fmla="*/ 201441 w 700284"/>
                  <a:gd name="connsiteY25" fmla="*/ 329795 h 700855"/>
                  <a:gd name="connsiteX26" fmla="*/ 367401 w 700284"/>
                  <a:gd name="connsiteY26" fmla="*/ 137407 h 700855"/>
                  <a:gd name="connsiteX27" fmla="*/ 517707 w 700284"/>
                  <a:gd name="connsiteY27" fmla="*/ 35305 h 700855"/>
                  <a:gd name="connsiteX28" fmla="*/ 691495 w 700284"/>
                  <a:gd name="connsiteY28" fmla="*/ 43 h 700855"/>
                  <a:gd name="connsiteX29" fmla="*/ 697888 w 700284"/>
                  <a:gd name="connsiteY29" fmla="*/ 43 h 700855"/>
                  <a:gd name="connsiteX30" fmla="*/ 700097 w 700284"/>
                  <a:gd name="connsiteY30" fmla="*/ 857 h 700855"/>
                  <a:gd name="connsiteX31" fmla="*/ 480857 w 700284"/>
                  <a:gd name="connsiteY31" fmla="*/ 276554 h 700855"/>
                  <a:gd name="connsiteX32" fmla="*/ 538356 w 700284"/>
                  <a:gd name="connsiteY32" fmla="*/ 218404 h 700855"/>
                  <a:gd name="connsiteX33" fmla="*/ 480183 w 700284"/>
                  <a:gd name="connsiteY33" fmla="*/ 160932 h 700855"/>
                  <a:gd name="connsiteX34" fmla="*/ 422734 w 700284"/>
                  <a:gd name="connsiteY34" fmla="*/ 219128 h 700855"/>
                  <a:gd name="connsiteX35" fmla="*/ 480857 w 700284"/>
                  <a:gd name="connsiteY35" fmla="*/ 276399 h 700855"/>
                  <a:gd name="connsiteX36" fmla="*/ 480857 w 700284"/>
                  <a:gd name="connsiteY36" fmla="*/ 276554 h 7008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700284" h="700855">
                    <a:moveTo>
                      <a:pt x="700097" y="857"/>
                    </a:moveTo>
                    <a:cubicBezTo>
                      <a:pt x="699400" y="13838"/>
                      <a:pt x="699283" y="27323"/>
                      <a:pt x="697850" y="40730"/>
                    </a:cubicBezTo>
                    <a:cubicBezTo>
                      <a:pt x="693498" y="85476"/>
                      <a:pt x="683513" y="129495"/>
                      <a:pt x="668129" y="171739"/>
                    </a:cubicBezTo>
                    <a:cubicBezTo>
                      <a:pt x="646159" y="230753"/>
                      <a:pt x="613881" y="282947"/>
                      <a:pt x="567848" y="326540"/>
                    </a:cubicBezTo>
                    <a:cubicBezTo>
                      <a:pt x="504804" y="386406"/>
                      <a:pt x="437846" y="441701"/>
                      <a:pt x="370811" y="497034"/>
                    </a:cubicBezTo>
                    <a:cubicBezTo>
                      <a:pt x="367149" y="499599"/>
                      <a:pt x="365092" y="503888"/>
                      <a:pt x="365386" y="508348"/>
                    </a:cubicBezTo>
                    <a:cubicBezTo>
                      <a:pt x="366045" y="545935"/>
                      <a:pt x="366277" y="583521"/>
                      <a:pt x="366975" y="621107"/>
                    </a:cubicBezTo>
                    <a:cubicBezTo>
                      <a:pt x="367370" y="627094"/>
                      <a:pt x="364568" y="632840"/>
                      <a:pt x="359613" y="636219"/>
                    </a:cubicBezTo>
                    <a:cubicBezTo>
                      <a:pt x="333418" y="656368"/>
                      <a:pt x="307457" y="676828"/>
                      <a:pt x="281379" y="697171"/>
                    </a:cubicBezTo>
                    <a:cubicBezTo>
                      <a:pt x="274404" y="702595"/>
                      <a:pt x="272777" y="702092"/>
                      <a:pt x="270878" y="693296"/>
                    </a:cubicBezTo>
                    <a:cubicBezTo>
                      <a:pt x="263748" y="660359"/>
                      <a:pt x="256735" y="627423"/>
                      <a:pt x="249683" y="594642"/>
                    </a:cubicBezTo>
                    <a:cubicBezTo>
                      <a:pt x="240809" y="590744"/>
                      <a:pt x="230595" y="591394"/>
                      <a:pt x="222287" y="596385"/>
                    </a:cubicBezTo>
                    <a:cubicBezTo>
                      <a:pt x="214809" y="600454"/>
                      <a:pt x="206439" y="602895"/>
                      <a:pt x="199038" y="606925"/>
                    </a:cubicBezTo>
                    <a:cubicBezTo>
                      <a:pt x="192203" y="611288"/>
                      <a:pt x="183376" y="610932"/>
                      <a:pt x="176913" y="606034"/>
                    </a:cubicBezTo>
                    <a:cubicBezTo>
                      <a:pt x="161684" y="594719"/>
                      <a:pt x="145914" y="583792"/>
                      <a:pt x="132584" y="570462"/>
                    </a:cubicBezTo>
                    <a:cubicBezTo>
                      <a:pt x="118666" y="555579"/>
                      <a:pt x="105724" y="539816"/>
                      <a:pt x="93835" y="523267"/>
                    </a:cubicBezTo>
                    <a:cubicBezTo>
                      <a:pt x="88628" y="516509"/>
                      <a:pt x="88209" y="507213"/>
                      <a:pt x="92789" y="500017"/>
                    </a:cubicBezTo>
                    <a:cubicBezTo>
                      <a:pt x="97517" y="491260"/>
                      <a:pt x="100539" y="481689"/>
                      <a:pt x="104995" y="472700"/>
                    </a:cubicBezTo>
                    <a:cubicBezTo>
                      <a:pt x="107413" y="467910"/>
                      <a:pt x="108068" y="462423"/>
                      <a:pt x="106855" y="457200"/>
                    </a:cubicBezTo>
                    <a:cubicBezTo>
                      <a:pt x="106541" y="452752"/>
                      <a:pt x="103011" y="449202"/>
                      <a:pt x="98563" y="448869"/>
                    </a:cubicBezTo>
                    <a:cubicBezTo>
                      <a:pt x="68339" y="442708"/>
                      <a:pt x="38154" y="436121"/>
                      <a:pt x="7930" y="429689"/>
                    </a:cubicBezTo>
                    <a:cubicBezTo>
                      <a:pt x="-1680" y="427635"/>
                      <a:pt x="-2300" y="426046"/>
                      <a:pt x="3667" y="418413"/>
                    </a:cubicBezTo>
                    <a:cubicBezTo>
                      <a:pt x="23429" y="393071"/>
                      <a:pt x="43346" y="368039"/>
                      <a:pt x="62798" y="342349"/>
                    </a:cubicBezTo>
                    <a:cubicBezTo>
                      <a:pt x="66808" y="336405"/>
                      <a:pt x="73706" y="333073"/>
                      <a:pt x="80855" y="333631"/>
                    </a:cubicBezTo>
                    <a:cubicBezTo>
                      <a:pt x="117511" y="334483"/>
                      <a:pt x="154167" y="334638"/>
                      <a:pt x="190785" y="335297"/>
                    </a:cubicBezTo>
                    <a:cubicBezTo>
                      <a:pt x="195055" y="335448"/>
                      <a:pt x="199092" y="333363"/>
                      <a:pt x="201441" y="329795"/>
                    </a:cubicBezTo>
                    <a:cubicBezTo>
                      <a:pt x="255224" y="264348"/>
                      <a:pt x="309549" y="199367"/>
                      <a:pt x="367401" y="137407"/>
                    </a:cubicBezTo>
                    <a:cubicBezTo>
                      <a:pt x="409164" y="92478"/>
                      <a:pt x="460549" y="57574"/>
                      <a:pt x="517707" y="35305"/>
                    </a:cubicBezTo>
                    <a:cubicBezTo>
                      <a:pt x="573129" y="13485"/>
                      <a:pt x="631950" y="1551"/>
                      <a:pt x="691495" y="43"/>
                    </a:cubicBezTo>
                    <a:cubicBezTo>
                      <a:pt x="693626" y="43"/>
                      <a:pt x="695757" y="43"/>
                      <a:pt x="697888" y="43"/>
                    </a:cubicBezTo>
                    <a:cubicBezTo>
                      <a:pt x="698160" y="-422"/>
                      <a:pt x="698547" y="-73"/>
                      <a:pt x="700097" y="857"/>
                    </a:cubicBezTo>
                    <a:moveTo>
                      <a:pt x="480857" y="276554"/>
                    </a:moveTo>
                    <a:cubicBezTo>
                      <a:pt x="512798" y="276383"/>
                      <a:pt x="538542" y="250344"/>
                      <a:pt x="538356" y="218404"/>
                    </a:cubicBezTo>
                    <a:cubicBezTo>
                      <a:pt x="538170" y="186467"/>
                      <a:pt x="512123" y="160730"/>
                      <a:pt x="480183" y="160932"/>
                    </a:cubicBezTo>
                    <a:cubicBezTo>
                      <a:pt x="448246" y="161129"/>
                      <a:pt x="422521" y="187192"/>
                      <a:pt x="422734" y="219128"/>
                    </a:cubicBezTo>
                    <a:cubicBezTo>
                      <a:pt x="423404" y="250809"/>
                      <a:pt x="449172" y="276197"/>
                      <a:pt x="480857" y="276399"/>
                    </a:cubicBezTo>
                    <a:lnTo>
                      <a:pt x="480857" y="276554"/>
                    </a:lnTo>
                  </a:path>
                </a:pathLst>
              </a:custGeom>
              <a:grpFill/>
              <a:ln w="3841" cap="flat">
                <a:noFill/>
                <a:prstDash val="solid"/>
                <a:miter/>
              </a:ln>
            </p:spPr>
            <p:txBody>
              <a:bodyPr rtlCol="0" anchor="ctr"/>
              <a:p>
                <a:endParaRPr lang="zh-CN" altLang="en-US">
                  <a:solidFill>
                    <a:schemeClr val="tx1"/>
                  </a:solidFill>
                </a:endParaRPr>
              </a:p>
            </p:txBody>
          </p:sp>
          <p:sp>
            <p:nvSpPr>
              <p:cNvPr id="84" name="任意多边形: 形状 8"/>
              <p:cNvSpPr/>
              <p:nvPr>
                <p:custDataLst>
                  <p:tags r:id="rId16"/>
                </p:custDataLst>
              </p:nvPr>
            </p:nvSpPr>
            <p:spPr>
              <a:xfrm rot="21120000">
                <a:off x="16853" y="6873"/>
                <a:ext cx="260" cy="260"/>
              </a:xfrm>
              <a:custGeom>
                <a:avLst/>
                <a:gdLst>
                  <a:gd name="connsiteX0" fmla="*/ 197772 w 197959"/>
                  <a:gd name="connsiteY0" fmla="*/ 122284 h 198238"/>
                  <a:gd name="connsiteX1" fmla="*/ 154 w 197959"/>
                  <a:gd name="connsiteY1" fmla="*/ 198077 h 198238"/>
                  <a:gd name="connsiteX2" fmla="*/ 19179 w 197959"/>
                  <a:gd name="connsiteY2" fmla="*/ 74081 h 198238"/>
                  <a:gd name="connsiteX3" fmla="*/ 75946 w 197959"/>
                  <a:gd name="connsiteY3" fmla="*/ -162 h 198238"/>
                  <a:gd name="connsiteX4" fmla="*/ 81410 w 197959"/>
                  <a:gd name="connsiteY4" fmla="*/ 9216 h 198238"/>
                  <a:gd name="connsiteX5" fmla="*/ 81138 w 197959"/>
                  <a:gd name="connsiteY5" fmla="*/ 15415 h 198238"/>
                  <a:gd name="connsiteX6" fmla="*/ 47543 w 197959"/>
                  <a:gd name="connsiteY6" fmla="*/ 142937 h 198238"/>
                  <a:gd name="connsiteX7" fmla="*/ 52813 w 197959"/>
                  <a:gd name="connsiteY7" fmla="*/ 150067 h 198238"/>
                  <a:gd name="connsiteX8" fmla="*/ 173476 w 197959"/>
                  <a:gd name="connsiteY8" fmla="*/ 122168 h 198238"/>
                  <a:gd name="connsiteX9" fmla="*/ 175879 w 197959"/>
                  <a:gd name="connsiteY9" fmla="*/ 120657 h 198238"/>
                  <a:gd name="connsiteX10" fmla="*/ 197772 w 197959"/>
                  <a:gd name="connsiteY10" fmla="*/ 122284 h 1982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97959" h="198238">
                    <a:moveTo>
                      <a:pt x="197772" y="122284"/>
                    </a:moveTo>
                    <a:cubicBezTo>
                      <a:pt x="146507" y="186026"/>
                      <a:pt x="76217" y="197883"/>
                      <a:pt x="154" y="198077"/>
                    </a:cubicBezTo>
                    <a:cubicBezTo>
                      <a:pt x="-1629" y="154601"/>
                      <a:pt x="3409" y="113488"/>
                      <a:pt x="19179" y="74081"/>
                    </a:cubicBezTo>
                    <a:cubicBezTo>
                      <a:pt x="30684" y="44454"/>
                      <a:pt x="50368" y="18705"/>
                      <a:pt x="75946" y="-162"/>
                    </a:cubicBezTo>
                    <a:cubicBezTo>
                      <a:pt x="78007" y="2818"/>
                      <a:pt x="79836" y="5953"/>
                      <a:pt x="81410" y="9216"/>
                    </a:cubicBezTo>
                    <a:cubicBezTo>
                      <a:pt x="82188" y="11230"/>
                      <a:pt x="82088" y="13478"/>
                      <a:pt x="81138" y="15415"/>
                    </a:cubicBezTo>
                    <a:cubicBezTo>
                      <a:pt x="54712" y="53931"/>
                      <a:pt x="47621" y="97485"/>
                      <a:pt x="47543" y="142937"/>
                    </a:cubicBezTo>
                    <a:cubicBezTo>
                      <a:pt x="47543" y="146618"/>
                      <a:pt x="47311" y="150028"/>
                      <a:pt x="52813" y="150067"/>
                    </a:cubicBezTo>
                    <a:cubicBezTo>
                      <a:pt x="95437" y="150377"/>
                      <a:pt x="136161" y="144022"/>
                      <a:pt x="173476" y="122168"/>
                    </a:cubicBezTo>
                    <a:cubicBezTo>
                      <a:pt x="174290" y="121703"/>
                      <a:pt x="175104" y="121160"/>
                      <a:pt x="175879" y="120657"/>
                    </a:cubicBezTo>
                    <a:cubicBezTo>
                      <a:pt x="186380" y="113721"/>
                      <a:pt x="186341" y="113721"/>
                      <a:pt x="197772" y="122284"/>
                    </a:cubicBezTo>
                    <a:close/>
                  </a:path>
                </a:pathLst>
              </a:custGeom>
              <a:grpFill/>
              <a:ln w="3841" cap="flat">
                <a:noFill/>
                <a:prstDash val="solid"/>
                <a:miter/>
              </a:ln>
            </p:spPr>
            <p:txBody>
              <a:bodyPr rtlCol="0" anchor="ctr"/>
              <a:p>
                <a:endParaRPr lang="zh-CN" altLang="en-US">
                  <a:solidFill>
                    <a:schemeClr val="tx1"/>
                  </a:solidFill>
                </a:endParaRPr>
              </a:p>
            </p:txBody>
          </p:sp>
        </p:grpSp>
        <p:grpSp>
          <p:nvGrpSpPr>
            <p:cNvPr id="4" name="组合 3"/>
            <p:cNvGrpSpPr/>
            <p:nvPr>
              <p:custDataLst>
                <p:tags r:id="rId17"/>
              </p:custDataLst>
            </p:nvPr>
          </p:nvGrpSpPr>
          <p:grpSpPr>
            <a:xfrm>
              <a:off x="9657" y="6418"/>
              <a:ext cx="640" cy="640"/>
              <a:chOff x="10449" y="8925"/>
              <a:chExt cx="640" cy="640"/>
            </a:xfrm>
          </p:grpSpPr>
          <p:sp>
            <p:nvSpPr>
              <p:cNvPr id="80" name="椭圆 79"/>
              <p:cNvSpPr/>
              <p:nvPr>
                <p:custDataLst>
                  <p:tags r:id="rId18"/>
                </p:custDataLst>
              </p:nvPr>
            </p:nvSpPr>
            <p:spPr>
              <a:xfrm>
                <a:off x="10449" y="8925"/>
                <a:ext cx="640" cy="641"/>
              </a:xfrm>
              <a:prstGeom prst="ellipse">
                <a:avLst/>
              </a:prstGeom>
              <a:solidFill>
                <a:srgbClr val="1556BC"/>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solidFill>
                    <a:schemeClr val="lt1"/>
                  </a:solidFill>
                </a:endParaRPr>
              </a:p>
            </p:txBody>
          </p:sp>
          <p:pic>
            <p:nvPicPr>
              <p:cNvPr id="90" name="&lt;?xml version=&quot;1.0&quot; encoding=&quot;UTF-8&quot;?&gt;&lt;svg xmlns=&quot;http://www.w3.org/2000/svg&quot; xmlns:xlink=&quot;http://www.w3.org/1999/xlink&quot; id=&quot;_图层_1&quot; data-name=&quot;图层 1&quot; viewBox=&quot;0 0 256 256&quot;&gt;&#10;  &lt;defs&gt;&#10;    &lt;style&gt;&#10;      .cls-1 {&#10;        fill: none;&#10;      }&#10;&#10;      .cls-1, .cls-2 {&#10;        stroke-width: 0px;&#10;      }&#10;&#10;      .cls-2 {&#10;        fill: #333;&#10;      }&#10;&#10;      .cls-3 {&#10;        clip-path: url(#clippath);&#10;      }&#10;    &lt;/style&gt;&#10;    &lt;clipPath id=&quot;clippath&quot;&gt;&#10;      &lt;rect class=&quot;cls-1&quot; y=&quot;0&quot; width=&quot;256&quot; height=&quot;256&quot; style=&quot;fill: var(--icon-theme-color);&quot;/&gt;&#10;    &lt;/clipPath&gt;&#10;  &lt;/defs&gt;&#10;  &lt;g class=&quot;cls-3&quot;&gt;&#10;    &lt;path class=&quot;cls-2&quot; d=&quot;m78.04,39.39c-2.78-5.73-2.48-11.29.9-16.68,3.38-5.39,8.25-8.09,14.62-8.09h14.99c.68,0,1.25-.24,1.74-.72l8.96-8.9C122.61,1.67,126.67,0,131.4,0s8.79,1.67,12.15,5.01l8.96,8.9c.48.48,1.06.72,1.74.72h12.53c3.18,0,6.12.8,8.82,2.41,2.53,1.51,4.55,3.55,6.06,6.11,1.5,2.57,2.29,5.32,2.38,8.27.08,3.14-.65,6.1-2.2,8.88l-9.84,17.59c-1.53,2.73-3.64,4.88-6.33,6.46-2.69,1.58-5.6,2.37-8.72,2.37h-54.85c-3.3,0-6.36-.88-9.16-2.63-2.8-1.75-4.92-4.12-6.36-7.09l-8.53-17.59Zm13.3-6.45l8.53,17.59c.45.93,1.19,1.39,2.22,1.39h54.85c.96,0,1.68-.42,2.15-1.26l9.84-17.59c.46-.82.45-1.64-.02-2.45-.48-.81-1.19-1.22-2.12-1.22h-12.53c-4.74,0-8.79-1.67-12.15-5.01l-8.96-8.9c-1.16-1.15-2.32-1.15-3.47,0l-8.96,8.9c-3.36,3.34-7.42,5.01-12.15,5.01h-14.99c-.91,0-1.61.39-2.09,1.16-.48.77-.53,1.57-.13,2.38Zm35.95,222.99h60.3c3.75,0,7.23-.72,10.44-2.16,15.29-6.88,26.38-15.87,33.26-26.97,7.01-11.32,9.51-24.53,7.53-39.66-3.71-28.21-23.47-63.36-59.3-105.47-5.29-6.22-12.09-9.33-20.38-9.33h-62.34c-8.29,0-15.09,3.11-20.38,9.33-35.82,42.11-55.59,77.26-59.3,105.47-1.99,15.12.52,28.34,7.53,39.66,6.87,11.1,17.96,20.09,33.26,26.97,3.21,1.44,6.69,2.16,10.44,2.16h58.95Zm0-168.81h31.84c3.74,0,6.78,1.38,9.12,4.13,33.94,39.89,52.57,72.5,55.9,97.82,1.53,11.64-.28,21.62-5.44,29.95-5.29,8.54-14.21,15.63-26.75,21.27-1.28.57-2.74.86-4.38.86h-119.25c-1.64,0-3.1-.29-4.37-.86-12.55-5.64-21.46-12.73-26.75-21.27-5.16-8.33-6.97-18.31-5.44-29.95,3.33-25.32,21.96-57.92,55.9-97.82,2.34-2.75,5.38-4.13,9.12-4.13h30.5Zm.32,65.23l-31.53-31.3c-2.9-2.88-7.6-2.88-10.49,0-2.9,2.88-2.9,7.54,0,10.42l27.19,26.99h-22.93c-4.08,0-7.39,3.31-7.39,7.39s3.31,7.39,7.39,7.39h31.57v14.23h-31.57c-4.08,0-7.39,3.31-7.39,7.39s3.31,7.39,7.39,7.39h31.57v17.48c0,4.08,3.31,7.39,7.39,7.39s7.39-3.31,7.39-7.39v-17.48h32.96c4.08,0,7.39-3.31,7.39-7.39s-3.31-7.39-7.39-7.39h-32.96v-14.23h32.96c4.08,0,7.39-3.31,7.39-7.39s-3.31-7.39-7.39-7.39h-26.59l27.19-26.99c2.9-2.88,2.9-7.54,0-10.42-2.9-2.88-7.59-2.88-10.49,0l-31.53,31.3s-.04.04-.07.07c-.02-.02-.04-.05-.07-.07Z&quot; style=&quot;fill: var(--icon-theme-color);&quot;/&gt;&#10;  &lt;/g&gt;&#10;&lt;/svg&gt;" descr="资金"/>
              <p:cNvPicPr>
                <a:picLocks noChangeAspect="1"/>
              </p:cNvPicPr>
              <p:nvPr>
                <p:custDataLst>
                  <p:tags r:id="rId19"/>
                </p:custDataLst>
              </p:nvPr>
            </p:nvPicPr>
            <p:blipFill>
              <a:blip r:embed="rId20">
                <a:extLst>
                  <a:ext uri="{96DAC541-7B7A-43D3-8B79-37D633B846F1}">
                    <asvg:svgBlip xmlns:asvg="http://schemas.microsoft.com/office/drawing/2016/SVG/main" r:embed="rId21"/>
                  </a:ext>
                </a:extLst>
              </a:blip>
              <a:srcRect/>
              <a:stretch>
                <a:fillRect/>
              </a:stretch>
            </p:blipFill>
            <p:spPr>
              <a:xfrm>
                <a:off x="10624" y="9100"/>
                <a:ext cx="291" cy="292"/>
              </a:xfrm>
              <a:prstGeom prst="rect">
                <a:avLst/>
              </a:prstGeom>
            </p:spPr>
          </p:pic>
        </p:grpSp>
        <p:grpSp>
          <p:nvGrpSpPr>
            <p:cNvPr id="3" name="组合 2"/>
            <p:cNvGrpSpPr/>
            <p:nvPr>
              <p:custDataLst>
                <p:tags r:id="rId22"/>
              </p:custDataLst>
            </p:nvPr>
          </p:nvGrpSpPr>
          <p:grpSpPr>
            <a:xfrm>
              <a:off x="5857" y="5725"/>
              <a:ext cx="640" cy="640"/>
              <a:chOff x="6580" y="7755"/>
              <a:chExt cx="640" cy="640"/>
            </a:xfrm>
          </p:grpSpPr>
          <p:sp>
            <p:nvSpPr>
              <p:cNvPr id="87" name="椭圆 86"/>
              <p:cNvSpPr/>
              <p:nvPr>
                <p:custDataLst>
                  <p:tags r:id="rId23"/>
                </p:custDataLst>
              </p:nvPr>
            </p:nvSpPr>
            <p:spPr>
              <a:xfrm>
                <a:off x="6580" y="7755"/>
                <a:ext cx="640" cy="641"/>
              </a:xfrm>
              <a:prstGeom prst="ellipse">
                <a:avLst/>
              </a:prstGeom>
              <a:solidFill>
                <a:srgbClr val="1556BC"/>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solidFill>
                    <a:schemeClr val="lt1"/>
                  </a:solidFill>
                </a:endParaRPr>
              </a:p>
            </p:txBody>
          </p:sp>
          <p:pic>
            <p:nvPicPr>
              <p:cNvPr id="91" name="&lt;svg xmlns=&quot;http://www.w3.org/2000/svg&quot; width=&quot;36&quot; height=&quot;36&quot; viewBox=&quot;0 0 256 256&quot; fill=&quot;none&quot;&gt;&#10;&lt;g id=&quot;åçº¿å¡«å_10757698919.éé±ç®¡ç&quot; clip-path=&quot;url(#clip0_1_230610)&quot;&gt;&#10;&lt;g id=&quot;Group&quot;&gt;&#10;&lt;g id=&quot;Group_2&quot;&gt;&#10;&lt;path id=&quot;Vector&quot; d=&quot;M127.982 163.629C108.312 163.629 92.315 147.63 92.315 127.978C92.315 108.31 108.312 92.3099 127.982 92.3099C147.635 92.3099 163.617 108.31 163.617 127.978C163.617 147.63 147.635 163.629 127.982 163.629ZM127.982 83.8883C103.652 83.8883 83.875 103.666 83.875 127.978C83.875 152.275 103.652 172.07 127.982 172.07C152.279 172.07 172.057 152.275 172.057 127.978C172.057 103.666 152.279 83.8883 127.982 83.8883Z&quot; fill=&quot;#333333&quot; style=&quot;fill: var(--icon-theme-color);&quot;/&gt;&#10;&lt;/g&gt;&#10;&lt;g id=&quot;Group_3&quot;&gt;&#10;&lt;path id=&quot;Vector_2&quot; d=&quot;M202.923 137.23L178.826 141.063C177.278 141.315 176.001 142.412 175.495 143.907C174.812 145.995 173.913 148.154 172.815 150.314C172.112 151.735 172.239 153.408 173.175 154.688L187.5 174.427C183.686 179.305 179.313 183.698 174.415 187.53L154.673 173.187C153.397 172.251 151.705 172.124 150.284 172.844C148.231 173.889 146.09 174.788 143.876 175.526C142.4 176.03 141.303 177.307 141.051 178.856L137.236 202.916C131.101 203.673 124.854 203.673 118.699 202.916L114.885 178.856C114.632 177.307 113.552 176.013 112.041 175.526C109.791 174.77 107.649 173.871 105.652 172.864C104.248 172.124 102.537 172.27 101.261 173.187L81.518 187.53C76.6234 183.698 72.2509 179.305 68.4357 174.427L82.76 154.688C83.6968 153.408 83.8031 151.7 83.1029 150.296C82.0396 148.226 81.1588 146.084 80.4383 143.907C79.9354 142.412 78.6561 141.315 77.1101 141.063L53.03 137.23C52.6334 134.17 52.4546 131.057 52.4546 127.979C52.4546 124.884 52.6334 121.789 53.03 118.711L77.1101 114.896C78.6561 114.644 79.9354 113.546 80.4383 112.053C81.1404 109.893 82.0396 107.733 83.1029 105.646C83.8031 104.225 83.6785 102.533 82.76 101.254L68.4357 81.5486C72.2509 76.654 76.6234 72.2442 81.518 68.4294L101.261 82.7539C102.521 83.6714 104.213 83.8172 105.598 83.1151C107.865 81.9977 109.972 81.1169 112.041 80.4331C113.534 79.929 114.632 78.6512 114.885 77.0857L118.699 53.0251C124.89 52.2515 131.063 52.2515 137.236 53.0251L141.051 77.1031C141.303 78.6512 142.4 79.9657 143.913 80.4331C145.964 81.1169 148.124 82.0344 150.319 83.1151C151.723 83.8337 153.397 83.6898 154.673 82.7723L174.415 68.4294C179.313 72.2442 183.686 76.654 187.5 81.5486L173.175 101.254C172.239 102.533 172.112 104.207 172.815 105.629C173.913 107.824 174.812 109.983 175.495 112.053C176.001 113.546 177.278 114.644 178.826 114.896L202.923 118.711C203.3 121.842 203.499 124.957 203.499 127.979C203.499 131.003 203.3 134.115 202.923 137.23ZM207.295 110.865L182.623 106.941C182.281 106.042 181.885 105.124 181.472 104.188L196.156 83.9776C197.217 82.5192 197.236 80.522 196.156 79.0482C190.847 71.5972 184.35 65.0993 176.918 59.774C175.443 58.7126 173.444 58.7126 171.987 59.774L151.758 74.4568C150.823 74.0444 149.923 73.6668 149.005 73.324L145.081 48.6337C144.793 46.8334 143.374 45.4282 141.591 45.123C132.557 43.6299 123.396 43.6299 114.344 45.123C112.562 45.4282 111.158 46.8334 110.853 48.6337L106.947 73.3056C106.03 73.6485 105.112 74.0261 104.195 74.4568L83.9489 59.774C82.4732 58.7126 80.475 58.7126 79.0175 59.774C71.5666 65.0993 65.1057 71.5972 59.7618 79.0482C58.6983 80.522 58.6983 82.5192 59.7784 83.9959L74.4451 104.188C74.0489 105.106 73.6713 106.024 73.2933 106.941L48.6382 110.865C46.8395 111.154 45.4353 112.54 45.129 114.338C44.3737 118.837 43.9961 123.427 43.9961 127.979C43.9961 132.532 44.3737 137.121 45.129 141.621C45.4353 143.403 46.8395 144.806 48.6382 145.095L73.2933 149.016C73.6713 149.935 74.0489 150.854 74.4451 151.753L59.7784 171.981C58.6983 173.457 58.6983 175.436 59.7618 176.911C65.1057 184.362 71.5666 190.824 78.999 196.205C80.475 197.248 82.4732 197.248 83.9489 196.186L104.176 181.501C105.075 181.896 105.993 182.294 106.947 182.636L110.853 207.326C111.158 209.127 112.562 210.529 114.344 210.835C118.843 211.555 123.415 211.934 127.967 211.934C132.52 211.934 137.109 211.555 141.591 210.835C143.374 210.529 144.793 209.127 145.081 207.326L149.005 182.636C149.94 182.294 150.859 181.896 151.758 181.501L171.987 196.186C173.444 197.248 175.443 197.248 176.918 196.205C184.369 190.824 190.847 184.362 196.156 176.911C197.236 175.436 197.217 173.457 196.156 171.981L181.472 151.753C181.885 150.835 182.281 149.918 182.623 149.016L207.295 145.095C209.115 144.806 210.517 143.403 210.805 141.603C211.562 137.032 211.94 132.426 211.94 127.979C211.94 123.534 211.562 118.945 210.805 114.338C210.517 112.556 209.115 111.154 207.295 110.865Z&quot; fill=&quot;#333333&quot; style=&quot;fill: var(--icon-theme-color);&quot;/&gt;&#10;&lt;/g&gt;&#10;&lt;g id=&quot;Group_4&quot;&gt;&#10;&lt;path id=&quot;Vector_3&quot; d=&quot;M132.788 143.526V132.387C135.416 133.79 136.748 135.463 136.748 137.424C136.748 140.16 135.416 142.175 132.788 143.526ZM125.121 121.354C122.639 120.022 121.416 118.546 121.416 116.91C121.416 114.785 122.639 113.111 125.121 111.906V121.354ZM138.297 126.034C137.126 125.439 135.253 124.773 132.788 124.036V111.707C133.545 111.888 134.282 112.068 135.003 112.319C136.46 112.805 137.54 113.058 138.314 113.058C139.32 113.058 140.113 112.715 140.706 112.05C141.284 111.385 141.589 110.521 141.589 109.422C141.589 108.613 141.284 107.911 140.69 107.352C139.142 105.895 136.495 104.924 132.788 104.419V101.684C132.788 99.5778 131.079 97.8693 128.955 97.8693C126.832 97.8693 125.121 99.5778 125.121 101.684V104.509C121.649 105.264 118.894 106.579 116.88 108.505C114.199 111.114 112.867 114.317 112.867 118.168C112.867 121.93 114.36 124.792 117.349 126.699C118.607 127.509 120.118 128.228 121.919 128.858C122.531 129.056 123.648 129.362 125.121 129.758V144.372C123.664 144.066 122.225 143.669 120.785 143.201C118.607 142.499 116.971 142.103 115.908 142.103C114.936 142.103 114.162 142.428 113.603 143.021C112.957 143.688 112.633 144.534 112.633 145.506C112.633 146.531 113.029 147.377 113.784 148.061C115.835 149.878 119.614 150.994 125.121 151.444V154.089C125.121 156.195 126.832 157.922 128.955 157.922C131.079 157.922 132.788 156.195 132.788 154.089V151.102C136.226 150.419 138.961 149.123 141.012 147.234C143.893 144.606 145.332 141.276 145.332 137.227C145.332 134.727 144.882 132.71 143.946 131.181C142.669 129.021 140.778 127.31 138.297 126.034Z&quot; fill=&quot;#333333&quot; style=&quot;fill: var(--icon-theme-color);&quot;/&gt;&#10;&lt;/g&gt;&#10;&lt;g id=&quot;Group_5&quot;&gt;&#10;&lt;path id=&quot;Vector_4&quot; d=&quot;M146.286 16.183L152.835 9.6156C155.05 7.40298 155.05 3.85661 152.835 1.66042C150.64 -0.553162 147.077 -0.553162 144.9 1.66042L128.613 17.9117C126.416 20.1253 126.416 23.6891 128.613 25.8843L144.9 42.1529C145.98 43.251 147.418 43.7909 148.858 43.7909C150.297 43.7909 151.738 43.251 152.835 42.1529C155.05 39.9587 155.05 36.3756 152.835 34.1997L146.231 27.5947C194.21 36.2868 230.004 78.8654 230.004 127.961C230.004 178.135 192.644 221.525 143.099 228.885C140.022 229.334 137.899 232.214 138.348 235.292C138.78 238.082 141.174 240.078 143.927 240.078C144.179 240.078 144.466 240.061 144.756 240.024C199.77 231.855 241.252 183.677 241.252 127.961C241.252 72.7828 200.526 25.0035 146.286 16.183Z&quot; fill=&quot;#333333&quot; style=&quot;fill: var(--icon-theme-color);&quot;/&gt;&#10;&lt;/g&gt;&#10;&lt;g id=&quot;Group_6&quot;&gt;&#10;&lt;path id=&quot;Vector_5&quot; d=&quot;M111.841 213.786C109.665 211.59 106.082 211.59 103.888 213.786C101.709 215.98 101.709 219.545 103.888 221.739L110.655 228.506C62.2077 220.21 25.9442 177.397 25.9442 127.961C25.9442 77.7865 63.3039 34.415 112.849 27.0364C115.909 26.5863 118.05 23.7247 117.583 20.6468C117.132 17.5881 114.288 15.4644 111.195 15.9144C56.1779 24.0831 14.6797 72.2613 14.6797 127.961C14.6797 183.39 55.7467 231.332 110.349 239.88L103.888 246.323C101.709 248.52 101.709 252.082 103.888 254.279C105.002 255.374 106.443 255.934 107.883 255.934C109.304 255.934 110.745 255.374 111.841 254.279L128.128 238.009C130.325 235.813 130.325 232.25 128.128 230.054L111.841 213.786Z&quot; fill=&quot;#333333&quot; style=&quot;fill: var(--icon-theme-color);&quot;/&gt;&#10;&lt;/g&gt;&#10;&lt;/g&gt;&#10;&lt;/g&gt;&#10;&lt;defs&gt;&#10;&lt;clipPath id=&quot;clip0_1_230610&quot;&gt;&#10;&lt;rect width=&quot;256&quot; height=&quot;256&quot; fill=&quot;white&quot; style=&quot;fill: var(--icon-theme-color);&quot;/&gt;&#10;&lt;/clipPath&gt;&#10;&lt;/defs&gt;&#10;&lt;/svg&gt;" descr="金钱管理"/>
              <p:cNvPicPr>
                <a:picLocks noChangeAspect="1"/>
              </p:cNvPicPr>
              <p:nvPr>
                <p:custDataLst>
                  <p:tags r:id="rId24"/>
                </p:custDataLst>
              </p:nvPr>
            </p:nvPicPr>
            <p:blipFill>
              <a:blip r:embed="rId25">
                <a:extLst>
                  <a:ext uri="{96DAC541-7B7A-43D3-8B79-37D633B846F1}">
                    <asvg:svgBlip xmlns:asvg="http://schemas.microsoft.com/office/drawing/2016/SVG/main" r:embed="rId26"/>
                  </a:ext>
                </a:extLst>
              </a:blip>
              <a:srcRect/>
              <a:stretch>
                <a:fillRect/>
              </a:stretch>
            </p:blipFill>
            <p:spPr>
              <a:xfrm>
                <a:off x="6753" y="7930"/>
                <a:ext cx="291" cy="290"/>
              </a:xfrm>
              <a:prstGeom prst="rect">
                <a:avLst/>
              </a:prstGeom>
            </p:spPr>
          </p:pic>
        </p:grpSp>
        <p:sp>
          <p:nvSpPr>
            <p:cNvPr id="93" name="矩形 92"/>
            <p:cNvSpPr/>
            <p:nvPr>
              <p:custDataLst>
                <p:tags r:id="rId27"/>
              </p:custDataLst>
            </p:nvPr>
          </p:nvSpPr>
          <p:spPr>
            <a:xfrm>
              <a:off x="13513" y="4550"/>
              <a:ext cx="2203" cy="1269"/>
            </a:xfrm>
            <a:prstGeom prst="rect">
              <a:avLst/>
            </a:prstGeom>
            <a:noFill/>
          </p:spPr>
          <p:txBody>
            <a:bodyPr wrap="square" lIns="0" tIns="0" rIns="0" bIns="0" rtlCol="0" anchor="t" anchorCtr="0">
              <a:noAutofit/>
            </a:bodyPr>
            <a:p>
              <a:pPr algn="just">
                <a:lnSpc>
                  <a:spcPct val="150000"/>
                </a:lnSpc>
                <a:spcBef>
                  <a:spcPct val="0"/>
                </a:spcBef>
                <a:spcAft>
                  <a:spcPct val="0"/>
                </a:spcAft>
              </a:pPr>
              <a:r>
                <a:rPr lang="zh-CN" altLang="en-US" sz="1200" dirty="0">
                  <a:ln>
                    <a:noFill/>
                    <a:prstDash val="sysDot"/>
                  </a:ln>
                  <a:solidFill>
                    <a:schemeClr val="tx1">
                      <a:lumMod val="85000"/>
                      <a:lumOff val="15000"/>
                    </a:schemeClr>
                  </a:solidFill>
                  <a:latin typeface="+mn-ea"/>
                  <a:cs typeface="+mn-ea"/>
                </a:rPr>
                <a:t>后期平台开放给合规机构使用，服务可持续运营</a:t>
              </a:r>
              <a:endParaRPr lang="zh-CN" altLang="en-US" sz="1200" dirty="0">
                <a:ln>
                  <a:noFill/>
                  <a:prstDash val="sysDot"/>
                </a:ln>
                <a:solidFill>
                  <a:schemeClr val="tx1">
                    <a:lumMod val="85000"/>
                    <a:lumOff val="15000"/>
                  </a:schemeClr>
                </a:solidFill>
                <a:latin typeface="+mn-ea"/>
                <a:cs typeface="+mn-ea"/>
              </a:endParaRPr>
            </a:p>
          </p:txBody>
        </p:sp>
        <p:sp>
          <p:nvSpPr>
            <p:cNvPr id="94" name="矩形 93"/>
            <p:cNvSpPr/>
            <p:nvPr>
              <p:custDataLst>
                <p:tags r:id="rId28"/>
              </p:custDataLst>
            </p:nvPr>
          </p:nvSpPr>
          <p:spPr>
            <a:xfrm>
              <a:off x="6516" y="5097"/>
              <a:ext cx="2709" cy="1269"/>
            </a:xfrm>
            <a:prstGeom prst="rect">
              <a:avLst/>
            </a:prstGeom>
            <a:noFill/>
          </p:spPr>
          <p:txBody>
            <a:bodyPr wrap="square" lIns="0" tIns="0" rIns="0" bIns="0" rtlCol="0" anchor="t" anchorCtr="0">
              <a:noAutofit/>
            </a:bodyPr>
            <a:p>
              <a:pPr algn="just">
                <a:lnSpc>
                  <a:spcPct val="150000"/>
                </a:lnSpc>
                <a:spcBef>
                  <a:spcPct val="0"/>
                </a:spcBef>
                <a:spcAft>
                  <a:spcPct val="0"/>
                </a:spcAft>
              </a:pPr>
              <a:r>
                <a:rPr lang="zh-CN" altLang="en-US" sz="1200" dirty="0">
                  <a:ln>
                    <a:noFill/>
                    <a:prstDash val="sysDot"/>
                  </a:ln>
                  <a:solidFill>
                    <a:schemeClr val="tx1">
                      <a:lumMod val="85000"/>
                      <a:lumOff val="15000"/>
                    </a:schemeClr>
                  </a:solidFill>
                  <a:latin typeface="+mn-ea"/>
                  <a:cs typeface="+mn-ea"/>
                </a:rPr>
                <a:t>教育局使用平台，统一部署、统一监管</a:t>
              </a:r>
              <a:endParaRPr lang="zh-CN" altLang="en-US" sz="1200" dirty="0">
                <a:ln>
                  <a:noFill/>
                  <a:prstDash val="sysDot"/>
                </a:ln>
                <a:solidFill>
                  <a:schemeClr val="tx1">
                    <a:lumMod val="85000"/>
                    <a:lumOff val="15000"/>
                  </a:schemeClr>
                </a:solidFill>
                <a:latin typeface="+mn-ea"/>
                <a:cs typeface="+mn-ea"/>
              </a:endParaRPr>
            </a:p>
          </p:txBody>
        </p:sp>
        <p:sp>
          <p:nvSpPr>
            <p:cNvPr id="95" name="矩形 94"/>
            <p:cNvSpPr/>
            <p:nvPr>
              <p:custDataLst>
                <p:tags r:id="rId29"/>
              </p:custDataLst>
            </p:nvPr>
          </p:nvSpPr>
          <p:spPr>
            <a:xfrm>
              <a:off x="2230" y="6105"/>
              <a:ext cx="2242" cy="1269"/>
            </a:xfrm>
            <a:prstGeom prst="rect">
              <a:avLst/>
            </a:prstGeom>
            <a:noFill/>
          </p:spPr>
          <p:txBody>
            <a:bodyPr wrap="square" lIns="0" tIns="0" rIns="0" bIns="0" rtlCol="0" anchor="t" anchorCtr="0">
              <a:noAutofit/>
            </a:bodyPr>
            <a:p>
              <a:pPr algn="just">
                <a:lnSpc>
                  <a:spcPct val="150000"/>
                </a:lnSpc>
                <a:spcBef>
                  <a:spcPct val="0"/>
                </a:spcBef>
                <a:spcAft>
                  <a:spcPct val="0"/>
                </a:spcAft>
              </a:pPr>
              <a:r>
                <a:rPr lang="zh-CN" altLang="en-US" sz="1200" dirty="0">
                  <a:ln>
                    <a:noFill/>
                    <a:prstDash val="sysDot"/>
                  </a:ln>
                  <a:solidFill>
                    <a:schemeClr val="tx1">
                      <a:lumMod val="85000"/>
                      <a:lumOff val="15000"/>
                    </a:schemeClr>
                  </a:solidFill>
                  <a:latin typeface="+mn-ea"/>
                  <a:cs typeface="+mn-ea"/>
                </a:rPr>
                <a:t>平台建设由企业承建并提供运维支持</a:t>
              </a:r>
              <a:endParaRPr lang="zh-CN" altLang="en-US" sz="1200" dirty="0">
                <a:ln>
                  <a:noFill/>
                  <a:prstDash val="sysDot"/>
                </a:ln>
                <a:solidFill>
                  <a:schemeClr val="tx1">
                    <a:lumMod val="85000"/>
                    <a:lumOff val="15000"/>
                  </a:schemeClr>
                </a:solidFill>
                <a:latin typeface="+mn-ea"/>
                <a:cs typeface="+mn-ea"/>
              </a:endParaRPr>
            </a:p>
          </p:txBody>
        </p:sp>
        <p:sp>
          <p:nvSpPr>
            <p:cNvPr id="96" name="矩形 95"/>
            <p:cNvSpPr/>
            <p:nvPr>
              <p:custDataLst>
                <p:tags r:id="rId30"/>
              </p:custDataLst>
            </p:nvPr>
          </p:nvSpPr>
          <p:spPr>
            <a:xfrm>
              <a:off x="9832" y="5503"/>
              <a:ext cx="2703" cy="1269"/>
            </a:xfrm>
            <a:prstGeom prst="rect">
              <a:avLst/>
            </a:prstGeom>
            <a:noFill/>
          </p:spPr>
          <p:txBody>
            <a:bodyPr wrap="square" lIns="0" tIns="0" rIns="0" bIns="0" rtlCol="0" anchor="t" anchorCtr="0">
              <a:noAutofit/>
            </a:bodyPr>
            <a:p>
              <a:pPr algn="just">
                <a:lnSpc>
                  <a:spcPct val="150000"/>
                </a:lnSpc>
                <a:spcBef>
                  <a:spcPct val="0"/>
                </a:spcBef>
                <a:spcAft>
                  <a:spcPct val="0"/>
                </a:spcAft>
              </a:pPr>
              <a:r>
                <a:rPr lang="zh-CN" altLang="en-US" sz="1200" dirty="0">
                  <a:ln>
                    <a:noFill/>
                    <a:prstDash val="sysDot"/>
                  </a:ln>
                  <a:solidFill>
                    <a:schemeClr val="tx1">
                      <a:lumMod val="85000"/>
                      <a:lumOff val="15000"/>
                    </a:schemeClr>
                  </a:solidFill>
                  <a:latin typeface="+mn-ea"/>
                  <a:cs typeface="+mn-ea"/>
                </a:rPr>
                <a:t>平台可对接</a:t>
              </a:r>
              <a:r>
                <a:rPr lang="zh-CN" altLang="en-US" sz="1200" dirty="0">
                  <a:ln>
                    <a:noFill/>
                    <a:prstDash val="sysDot"/>
                  </a:ln>
                  <a:solidFill>
                    <a:schemeClr val="tx1">
                      <a:lumMod val="85000"/>
                      <a:lumOff val="15000"/>
                    </a:schemeClr>
                  </a:solidFill>
                  <a:latin typeface="+mn-ea"/>
                  <a:cs typeface="+mn-ea"/>
                </a:rPr>
                <a:t>当地政务平台，资金安全全流程可控</a:t>
              </a:r>
              <a:endParaRPr lang="zh-CN" altLang="en-US" sz="1200" dirty="0">
                <a:ln>
                  <a:noFill/>
                  <a:prstDash val="sysDot"/>
                </a:ln>
                <a:solidFill>
                  <a:schemeClr val="tx1">
                    <a:lumMod val="85000"/>
                    <a:lumOff val="15000"/>
                  </a:schemeClr>
                </a:solidFill>
                <a:latin typeface="+mn-ea"/>
                <a:cs typeface="+mn-ea"/>
              </a:endParaRPr>
            </a:p>
          </p:txBody>
        </p:sp>
        <p:grpSp>
          <p:nvGrpSpPr>
            <p:cNvPr id="7" name="组合 6"/>
            <p:cNvGrpSpPr/>
            <p:nvPr>
              <p:custDataLst>
                <p:tags r:id="rId31"/>
              </p:custDataLst>
            </p:nvPr>
          </p:nvGrpSpPr>
          <p:grpSpPr>
            <a:xfrm>
              <a:off x="2951" y="5277"/>
              <a:ext cx="640" cy="640"/>
              <a:chOff x="3472" y="5666"/>
              <a:chExt cx="640" cy="640"/>
            </a:xfrm>
          </p:grpSpPr>
          <p:sp>
            <p:nvSpPr>
              <p:cNvPr id="86" name="椭圆 85"/>
              <p:cNvSpPr/>
              <p:nvPr>
                <p:custDataLst>
                  <p:tags r:id="rId32"/>
                </p:custDataLst>
              </p:nvPr>
            </p:nvSpPr>
            <p:spPr>
              <a:xfrm>
                <a:off x="3472" y="5666"/>
                <a:ext cx="640" cy="641"/>
              </a:xfrm>
              <a:prstGeom prst="ellipse">
                <a:avLst/>
              </a:prstGeom>
              <a:solidFill>
                <a:srgbClr val="1556BC"/>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solidFill>
                    <a:schemeClr val="lt1"/>
                  </a:solidFill>
                </a:endParaRPr>
              </a:p>
            </p:txBody>
          </p:sp>
          <p:pic>
            <p:nvPicPr>
              <p:cNvPr id="97" name="&lt;svg xmlns=&quot;http://www.w3.org/2000/svg&quot; width=&quot;36&quot; height=&quot;36&quot; viewBox=&quot;0 0 256 256&quot; fill=&quot;none&quot;&gt;&#10;&lt;g id=&quot;åçº¿å¡«å_10757705090.äºå å·&quot; clip-path=&quot;url(#clip0_1_247491)&quot;&gt;&#10;&lt;g id=&quot;Group&quot;&gt;&#10;&lt;g id=&quot;Group_2&quot;&gt;&#10;&lt;path id=&quot;Vector&quot; d=&quot;M227.007 170.627C221.348 176.287 213.591 179.778 204.999 179.778H192.771V165.597C192.771 162.52 191.792 159.516 189.838 157.347L189.63 156.932C187.462 154.621 184.457 153.083 181.174 153.083H74.8323C71.4765 153.083 68.3995 154.621 66.3035 156.932V157.069C64.3504 159.308 63.0907 162.377 63.0907 165.597V179.707C51.4927 179.011 41.0112 173.974 33.3268 166.155C24.9417 157.841 19.6326 146.171 19.6326 133.243C19.6326 120.944 24.5268 109.696 32.3466 101.382C40.174 93.0685 51.0708 87.6166 63.0907 86.9155C66.8687 86.7803 70.3602 84.6121 71.8983 80.9131C77.2074 68.75 86.007 58.2751 97.0479 50.9351C107.601 43.9515 120.386 39.9667 134.223 39.9667C152.876 39.9667 169.855 47.4428 182.153 59.6697C194.381 71.9699 201.993 88.9475 201.993 107.601V107.672C201.993 112.351 205.349 116.544 210.243 117.381C217.649 118.64 224.217 122.483 228.968 128.07C233.439 133.45 236.229 140.72 236.229 148.333C236.229 156.932 232.738 164.967 227.007 170.627ZM180.966 223.379C180.966 223.586 180.894 223.794 180.894 223.866H75.1106C75.1106 223.794 74.9681 223.586 74.9681 223.379V165.597C74.9681 165.175 75.1106 165.104 75.1106 164.967H180.894C180.894 165.104 180.966 165.175 180.966 165.597V223.379ZM243.921 115.564C237.982 108.301 230.227 102.993 221.283 99.9159C219.465 78.8811 210.243 59.9498 195.984 45.8328C180.193 30.0422 158.393 20.1902 134.223 20.1902C116.473 20.1902 99.981 25.4991 86.2871 34.5148C73.6443 42.7635 63.3699 54.3617 56.3868 67.8412C41.4329 70.1523 28.0183 77.3503 18.0945 87.9672C6.84724 99.773 0 115.778 0 133.243C0 151.553 7.47693 168.108 19.4896 180.057V180.128C30.6727 191.376 46.0408 198.645 63.0907 199.553V223.379C63.0907 226.448 64.2071 229.453 66.1673 231.485L66.3035 231.764C68.3995 234.205 71.4765 235.742 74.8323 235.742H181.174C184.457 235.742 187.462 234.205 189.63 231.764C191.512 229.596 192.771 226.591 192.771 223.379V199.553H205.206C219.043 199.41 231.693 193.679 240.98 184.529C250.21 175.235 255.933 162.52 255.933 148.333C255.933 135.898 251.326 124.443 243.921 115.564ZM162.027 181.595C159.651 183.899 159.651 187.669 162.027 189.98C164.338 192.141 168.109 192.141 170.413 189.98C172.652 187.669 172.652 183.899 170.413 181.595C168.109 179.427 164.338 179.427 162.027 181.595ZM122.762 188.513H111.586V177.331C111.586 173.974 108.788 171.257 105.576 171.257C102.292 171.257 99.7018 173.974 99.7018 177.331V188.513H88.3828C85.1706 188.513 82.4442 191.168 82.4442 194.517C82.4442 197.737 85.1706 200.319 88.3828 200.319H99.7018V211.637C99.7018 214.786 102.292 217.576 105.576 217.576C108.788 217.576 111.586 214.786 111.586 211.637V200.319H122.762C126.046 200.319 128.772 197.737 128.772 194.517C128.772 191.168 126.046 188.513 122.762 188.513ZM144.841 198.852C142.394 201.228 142.394 204.934 144.841 207.238C147.074 209.613 150.709 209.613 153.084 207.238C155.46 204.934 155.46 201.228 153.084 198.852C150.851 196.548 147.074 196.548 144.841 198.852Z&quot; fill=&quot;#333333&quot; style=&quot;fill: var(--icon-theme-color);&quot;/&gt;&#10;&lt;/g&gt;&#10;&lt;/g&gt;&#10;&lt;/g&gt;&#10;&lt;defs&gt;&#10;&lt;clipPath id=&quot;clip0_1_247491&quot;&gt;&#10;&lt;rect width=&quot;256&quot; height=&quot;256&quot; fill=&quot;white&quot; style=&quot;fill: var(--icon-theme-color);&quot;/&gt;&#10;&lt;/clipPath&gt;&#10;&lt;/defs&gt;&#10;&lt;/svg&gt;" descr="云加号"/>
              <p:cNvPicPr>
                <a:picLocks noChangeAspect="1"/>
              </p:cNvPicPr>
              <p:nvPr/>
            </p:nvPicPr>
            <p:blipFill>
              <a:blip r:embed="rId33">
                <a:extLst>
                  <a:ext uri="{96DAC541-7B7A-43D3-8B79-37D633B846F1}">
                    <asvg:svgBlip xmlns:asvg="http://schemas.microsoft.com/office/drawing/2016/SVG/main" r:embed="rId34"/>
                  </a:ext>
                </a:extLst>
              </a:blip>
              <a:srcRect/>
              <a:stretch>
                <a:fillRect/>
              </a:stretch>
            </p:blipFill>
            <p:spPr>
              <a:xfrm>
                <a:off x="3585" y="5776"/>
                <a:ext cx="408" cy="409"/>
              </a:xfrm>
              <a:prstGeom prst="rect">
                <a:avLst/>
              </a:prstGeom>
            </p:spPr>
          </p:pic>
        </p:grpSp>
        <p:grpSp>
          <p:nvGrpSpPr>
            <p:cNvPr id="6" name="组合 5"/>
            <p:cNvGrpSpPr/>
            <p:nvPr>
              <p:custDataLst>
                <p:tags r:id="rId35"/>
              </p:custDataLst>
            </p:nvPr>
          </p:nvGrpSpPr>
          <p:grpSpPr>
            <a:xfrm>
              <a:off x="13527" y="5940"/>
              <a:ext cx="640" cy="640"/>
              <a:chOff x="14641" y="7419"/>
              <a:chExt cx="640" cy="640"/>
            </a:xfrm>
          </p:grpSpPr>
          <p:sp>
            <p:nvSpPr>
              <p:cNvPr id="88" name="椭圆 87"/>
              <p:cNvSpPr/>
              <p:nvPr>
                <p:custDataLst>
                  <p:tags r:id="rId36"/>
                </p:custDataLst>
              </p:nvPr>
            </p:nvSpPr>
            <p:spPr>
              <a:xfrm>
                <a:off x="14641" y="7419"/>
                <a:ext cx="640" cy="641"/>
              </a:xfrm>
              <a:prstGeom prst="ellipse">
                <a:avLst/>
              </a:prstGeom>
              <a:solidFill>
                <a:srgbClr val="1556BC"/>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solidFill>
                    <a:schemeClr val="lt1"/>
                  </a:solidFill>
                </a:endParaRPr>
              </a:p>
            </p:txBody>
          </p:sp>
          <p:pic>
            <p:nvPicPr>
              <p:cNvPr id="23" name="&lt;?xml version=&quot;1.0&quot; encoding=&quot;UTF-8&quot;?&gt;&lt;svg xmlns=&quot;http://www.w3.org/2000/svg&quot; id=&quot;_图层_1&quot; viewBox=&quot;0 0 256 256&quot; height=&quot;36&quot; width=&quot;36&quot; data-name=&quot;图层 1&quot;&gt;&#10;    &lt;defs&gt;&#10;        &lt;style&gt;&#10;      .cls-1 {&#10;        fill: #333;&#10;        stroke-width: 0px;&#10;      }&#10;    &lt;/style&gt;&#10;    &lt;/defs&gt;&#10;    &lt;g transform=&quot;matrix(1,0,0,1,0,1.4210855e-14)&quot;&gt;&#10;        &lt;g id=&quot;_å_ç_é__10757481176.ç_ç_&quot; data-name=&quot;åçº¿é¢_10757481176.ç¤¾ç¾¤&quot;&gt;&#10;            &lt;g id=&quot;Group&quot;&gt;&#10;                &lt;g id=&quot;Group_2&quot; data-name=&quot;Group 2&quot;&gt;&#10;                    &lt;g id=&quot;Group_3&quot; data-name=&quot;Group 3&quot;&gt;&#10;                        &lt;path id=&quot;Vector&quot; class=&quot;cls-1&quot; d=&quot;m125.58,48.45v43.9c-1.02-.11-2.05-.17-3.1-.17s-2.08.06-3.1.17v-43.9c1.01.17,2.05.25,3.1.25s2.09-.09,3.1-.25Zm-3.1-39.97c10.54,0,19.09,8.55,19.09,19.09s-8.55,19.09-19.09,19.09-19.09-8.54-19.09-19.09,8.55-19.09,19.09-19.09Zm64.09,65.16c-1.67-1.26-3.03-2.9-3.95-4.79l-38.09,31.41c1.48,1.45,2.81,3.05,3.96,4.79l38.09-31.41Zm9.14-25.03c7.32,0,13.26,5.93,13.26,13.26s-5.94,13.25-13.26,13.25-13.26-5.93-13.26-13.25,5.94-13.26,13.26-13.26Zm-96.37,54.98c1.32-1.6,2.81-3.05,4.45-4.34l-51.78-50.48c-1.07,1.8-2.56,3.33-4.33,4.44l51.66,50.38ZM39.59,27.71c7.32,0,13.26,5.93,13.26,13.25s-5.94,13.26-13.26,13.26-13.26-5.94-13.26-13.26,5.93-13.25,13.26-13.25Zm52.7,98.24h-44.06c.14-1.01.21-2.06.21-3.1s-.07-2.09-.21-3.11h44.06c-.11,1.02-.17,2.05-.17,3.11s.06,2.08.17,3.1Zm-69.02-26.37c12.85,0,23.26,10.42,23.26,23.27s-10.42,23.26-23.26,23.26S0,135.69,0,122.84s10.42-23.27,23.27-23.27Zm95.76,103.55v-48.59c1.14.12,2.28.18,3.45.18s2.31-.06,3.44-.18v48.6c-1.13-.19-2.28-.28-3.45-.28s-2.32.1-3.44.28Zm3.43,44.39c-11.67,0-21.13-9.46-21.12-21.13,0-11.66,9.46-21.12,21.13-21.12,11.67,0,21.12,9.46,21.12,21.13,0,11.67-9.46,21.12-21.13,21.12Zm-68.87-71.98c1.84,1.39,3.35,3.21,4.37,5.3l42.17-34.75c-1.64-1.6-3.11-3.38-4.37-5.3l-42.17,34.75Zm-11.3,28.58c-8.1,0-14.67-6.58-14.67-14.68,0-8.1,6.57-14.67,14.68-14.67,8.1,0,14.67,6.57,14.67,14.67,0,8.1-6.57,14.67-14.67,14.67Zm104.93-60.83c-1.46,1.77-3.11,3.38-4.92,4.8l57.3,55.89c1.19-1.99,2.83-3.68,4.8-4.92l-57.17-55.77Zm66.41,84.44c-8.1,0-14.67-6.57-14.67-14.68,0-8.1,6.57-14.67,14.67-14.67s14.67,6.57,14.67,14.68-6.57,14.67-14.68,14.67Zm-59.49-108.31h48.77c-.15,1.13-.24,2.28-.24,3.45s.08,2.31.23,3.43h-48.76c.12-1.13.19-2.28.19-3.44s-.06-2.31-.19-3.44Zm76.1,29.2c-14.22,0-25.75-11.54-25.75-25.76,0-14.22,11.54-25.75,25.76-25.75,14.22,0,25.75,11.53,25.75,25.76,0,14.22-11.54,25.75-25.76,25.75Zm-107.76-54.23c15.71,0,28.46,12.74,28.46,28.46s-12.74,28.45-28.46,28.45-28.46-12.74-28.46-28.45,12.74-28.46,28.46-28.46Z&quot; style=&quot;fill: var(--icon-theme-color);&quot;/&gt;&#10;                    &lt;/g&gt;&#10;                &lt;/g&gt;&#10;            &lt;/g&gt;&#10;        &lt;/g&gt;&#10;    &lt;/g&gt;&#10;&lt;/svg&gt;" descr="社群"/>
              <p:cNvPicPr>
                <a:picLocks noChangeAspect="1"/>
              </p:cNvPicPr>
              <p:nvPr>
                <p:custDataLst>
                  <p:tags r:id="rId37"/>
                </p:custDataLst>
              </p:nvPr>
            </p:nvPicPr>
            <p:blipFill>
              <a:blip r:embed="rId38">
                <a:extLst>
                  <a:ext uri="{96DAC541-7B7A-43D3-8B79-37D633B846F1}">
                    <asvg:svgBlip xmlns:asvg="http://schemas.microsoft.com/office/drawing/2016/SVG/main" r:embed="rId39"/>
                  </a:ext>
                </a:extLst>
              </a:blip>
              <a:srcRect/>
              <a:stretch>
                <a:fillRect/>
              </a:stretch>
            </p:blipFill>
            <p:spPr>
              <a:xfrm>
                <a:off x="14786" y="7568"/>
                <a:ext cx="357" cy="356"/>
              </a:xfrm>
              <a:prstGeom prst="rect">
                <a:avLst/>
              </a:prstGeom>
            </p:spPr>
          </p:pic>
        </p:grpSp>
        <p:grpSp>
          <p:nvGrpSpPr>
            <p:cNvPr id="276" name="组合 275"/>
            <p:cNvGrpSpPr/>
            <p:nvPr/>
          </p:nvGrpSpPr>
          <p:grpSpPr>
            <a:xfrm>
              <a:off x="1791" y="4273"/>
              <a:ext cx="5853" cy="558"/>
              <a:chOff x="1814" y="1567"/>
              <a:chExt cx="5853" cy="558"/>
            </a:xfrm>
          </p:grpSpPr>
          <p:sp>
            <p:nvSpPr>
              <p:cNvPr id="31" name="文本框 30"/>
              <p:cNvSpPr txBox="1"/>
              <p:nvPr/>
            </p:nvSpPr>
            <p:spPr>
              <a:xfrm>
                <a:off x="2213" y="1567"/>
                <a:ext cx="5454" cy="558"/>
              </a:xfrm>
              <a:prstGeom prst="rect">
                <a:avLst/>
              </a:prstGeom>
              <a:noFill/>
            </p:spPr>
            <p:txBody>
              <a:bodyPr wrap="square" rtlCol="0">
                <a:noAutofit/>
              </a:bodyPr>
              <a:p>
                <a:pPr algn="l"/>
                <a:r>
                  <a:rPr lang="zh-CN" altLang="en-US" sz="1600" b="1">
                    <a:solidFill>
                      <a:srgbClr val="285AA1"/>
                    </a:solidFill>
                  </a:rPr>
                  <a:t>我们提供的合作模式具有以下特点</a:t>
                </a:r>
                <a:endParaRPr lang="zh-CN" altLang="en-US" sz="1600" b="1">
                  <a:solidFill>
                    <a:srgbClr val="285AA1"/>
                  </a:solidFill>
                </a:endParaRPr>
              </a:p>
              <a:p>
                <a:pPr algn="l"/>
                <a:endParaRPr lang="zh-CN" altLang="en-US" sz="1600" b="1">
                  <a:solidFill>
                    <a:srgbClr val="285AA1"/>
                  </a:solidFill>
                </a:endParaRPr>
              </a:p>
            </p:txBody>
          </p:sp>
          <p:pic>
            <p:nvPicPr>
              <p:cNvPr id="273" name="图片 272" descr="资源 19"/>
              <p:cNvPicPr>
                <a:picLocks noChangeAspect="1"/>
              </p:cNvPicPr>
              <p:nvPr>
                <p:custDataLst>
                  <p:tags r:id="rId40"/>
                </p:custDataLst>
              </p:nvPr>
            </p:nvPicPr>
            <p:blipFill>
              <a:blip r:embed="rId41"/>
              <a:stretch>
                <a:fillRect/>
              </a:stretch>
            </p:blipFill>
            <p:spPr>
              <a:xfrm>
                <a:off x="1814" y="1606"/>
                <a:ext cx="439" cy="440"/>
              </a:xfrm>
              <a:prstGeom prst="rect">
                <a:avLst/>
              </a:prstGeom>
            </p:spPr>
          </p:pic>
        </p:grpSp>
      </p:grpSp>
      <p:grpSp>
        <p:nvGrpSpPr>
          <p:cNvPr id="34" name="组合 33"/>
          <p:cNvGrpSpPr/>
          <p:nvPr/>
        </p:nvGrpSpPr>
        <p:grpSpPr>
          <a:xfrm>
            <a:off x="1137285" y="1035050"/>
            <a:ext cx="6592570" cy="354330"/>
            <a:chOff x="1814" y="1567"/>
            <a:chExt cx="10382" cy="558"/>
          </a:xfrm>
        </p:grpSpPr>
        <p:sp>
          <p:nvSpPr>
            <p:cNvPr id="35" name="文本框 34"/>
            <p:cNvSpPr txBox="1"/>
            <p:nvPr/>
          </p:nvSpPr>
          <p:spPr>
            <a:xfrm>
              <a:off x="2213" y="1567"/>
              <a:ext cx="9983" cy="558"/>
            </a:xfrm>
            <a:prstGeom prst="rect">
              <a:avLst/>
            </a:prstGeom>
            <a:noFill/>
          </p:spPr>
          <p:txBody>
            <a:bodyPr wrap="square" rtlCol="0">
              <a:noAutofit/>
            </a:bodyPr>
            <a:p>
              <a:pPr algn="l"/>
              <a:r>
                <a:rPr lang="zh-CN" altLang="en-US" sz="1600" b="1">
                  <a:solidFill>
                    <a:srgbClr val="285AA1"/>
                  </a:solidFill>
                </a:rPr>
                <a:t>我们平台已在【长乐区】成功落地，以下为部分成果数据</a:t>
              </a:r>
              <a:endParaRPr lang="zh-CN" altLang="en-US" sz="1600" b="1">
                <a:solidFill>
                  <a:srgbClr val="285AA1"/>
                </a:solidFill>
              </a:endParaRPr>
            </a:p>
            <a:p>
              <a:pPr algn="l"/>
              <a:endParaRPr lang="zh-CN" altLang="en-US" sz="1600" b="1">
                <a:solidFill>
                  <a:srgbClr val="285AA1"/>
                </a:solidFill>
              </a:endParaRPr>
            </a:p>
          </p:txBody>
        </p:sp>
        <p:pic>
          <p:nvPicPr>
            <p:cNvPr id="36" name="图片 35" descr="资源 19"/>
            <p:cNvPicPr>
              <a:picLocks noChangeAspect="1"/>
            </p:cNvPicPr>
            <p:nvPr>
              <p:custDataLst>
                <p:tags r:id="rId42"/>
              </p:custDataLst>
            </p:nvPr>
          </p:nvPicPr>
          <p:blipFill>
            <a:blip r:embed="rId41"/>
            <a:stretch>
              <a:fillRect/>
            </a:stretch>
          </p:blipFill>
          <p:spPr>
            <a:xfrm>
              <a:off x="1814" y="1606"/>
              <a:ext cx="439" cy="440"/>
            </a:xfrm>
            <a:prstGeom prst="rect">
              <a:avLst/>
            </a:prstGeom>
          </p:spPr>
        </p:pic>
      </p:grpSp>
      <p:grpSp>
        <p:nvGrpSpPr>
          <p:cNvPr id="43" name="组合 42"/>
          <p:cNvGrpSpPr/>
          <p:nvPr>
            <p:custDataLst>
              <p:tags r:id="rId43"/>
            </p:custDataLst>
          </p:nvPr>
        </p:nvGrpSpPr>
        <p:grpSpPr>
          <a:xfrm>
            <a:off x="-10795" y="5340350"/>
            <a:ext cx="12192000" cy="1231265"/>
            <a:chOff x="3" y="5734"/>
            <a:chExt cx="19200" cy="1939"/>
          </a:xfrm>
        </p:grpSpPr>
        <p:cxnSp>
          <p:nvCxnSpPr>
            <p:cNvPr id="51" name="直接连接符 50"/>
            <p:cNvCxnSpPr/>
            <p:nvPr>
              <p:custDataLst>
                <p:tags r:id="rId44"/>
              </p:custDataLst>
            </p:nvPr>
          </p:nvCxnSpPr>
          <p:spPr>
            <a:xfrm flipV="1">
              <a:off x="10691" y="5994"/>
              <a:ext cx="0" cy="1616"/>
            </a:xfrm>
            <a:prstGeom prst="line">
              <a:avLst/>
            </a:prstGeom>
            <a:ln w="44450">
              <a:solidFill>
                <a:schemeClr val="tx1">
                  <a:lumMod val="50000"/>
                  <a:lumOff val="50000"/>
                  <a:alpha val="40000"/>
                </a:schemeClr>
              </a:solidFill>
              <a:tailEnd type="oval"/>
            </a:ln>
          </p:spPr>
          <p:style>
            <a:lnRef idx="1">
              <a:schemeClr val="accent1"/>
            </a:lnRef>
            <a:fillRef idx="0">
              <a:schemeClr val="accent1"/>
            </a:fillRef>
            <a:effectRef idx="0">
              <a:schemeClr val="accent1"/>
            </a:effectRef>
            <a:fontRef idx="minor">
              <a:schemeClr val="tx1"/>
            </a:fontRef>
          </p:style>
        </p:cxnSp>
        <p:cxnSp>
          <p:nvCxnSpPr>
            <p:cNvPr id="50" name="直接连接符 49"/>
            <p:cNvCxnSpPr/>
            <p:nvPr>
              <p:custDataLst>
                <p:tags r:id="rId45"/>
              </p:custDataLst>
            </p:nvPr>
          </p:nvCxnSpPr>
          <p:spPr>
            <a:xfrm flipV="1">
              <a:off x="6459" y="5994"/>
              <a:ext cx="0" cy="1616"/>
            </a:xfrm>
            <a:prstGeom prst="line">
              <a:avLst/>
            </a:prstGeom>
            <a:ln w="44450">
              <a:solidFill>
                <a:schemeClr val="tx1">
                  <a:lumMod val="50000"/>
                  <a:lumOff val="50000"/>
                  <a:alpha val="40000"/>
                </a:schemeClr>
              </a:solidFill>
              <a:tailEnd type="oval"/>
            </a:ln>
          </p:spPr>
          <p:style>
            <a:lnRef idx="1">
              <a:schemeClr val="accent1"/>
            </a:lnRef>
            <a:fillRef idx="0">
              <a:schemeClr val="accent1"/>
            </a:fillRef>
            <a:effectRef idx="0">
              <a:schemeClr val="accent1"/>
            </a:effectRef>
            <a:fontRef idx="minor">
              <a:schemeClr val="tx1"/>
            </a:fontRef>
          </p:style>
        </p:cxnSp>
        <p:cxnSp>
          <p:nvCxnSpPr>
            <p:cNvPr id="45" name="直接连接符 44"/>
            <p:cNvCxnSpPr/>
            <p:nvPr>
              <p:custDataLst>
                <p:tags r:id="rId46"/>
              </p:custDataLst>
            </p:nvPr>
          </p:nvCxnSpPr>
          <p:spPr>
            <a:xfrm flipV="1">
              <a:off x="2190" y="5994"/>
              <a:ext cx="0" cy="1616"/>
            </a:xfrm>
            <a:prstGeom prst="line">
              <a:avLst/>
            </a:prstGeom>
            <a:ln w="44450">
              <a:solidFill>
                <a:schemeClr val="tx1">
                  <a:lumMod val="50000"/>
                  <a:lumOff val="50000"/>
                  <a:alpha val="40000"/>
                </a:schemeClr>
              </a:solidFill>
              <a:tailEnd type="oval"/>
            </a:ln>
          </p:spPr>
          <p:style>
            <a:lnRef idx="1">
              <a:schemeClr val="accent1"/>
            </a:lnRef>
            <a:fillRef idx="0">
              <a:schemeClr val="accent1"/>
            </a:fillRef>
            <a:effectRef idx="0">
              <a:schemeClr val="accent1"/>
            </a:effectRef>
            <a:fontRef idx="minor">
              <a:schemeClr val="tx1"/>
            </a:fontRef>
          </p:style>
        </p:cxnSp>
        <p:cxnSp>
          <p:nvCxnSpPr>
            <p:cNvPr id="11" name="直接连接符 10"/>
            <p:cNvCxnSpPr/>
            <p:nvPr>
              <p:custDataLst>
                <p:tags r:id="rId47"/>
              </p:custDataLst>
            </p:nvPr>
          </p:nvCxnSpPr>
          <p:spPr>
            <a:xfrm>
              <a:off x="3" y="7513"/>
              <a:ext cx="19200" cy="0"/>
            </a:xfrm>
            <a:prstGeom prst="line">
              <a:avLst/>
            </a:prstGeom>
            <a:ln w="47625">
              <a:solidFill>
                <a:schemeClr val="tx1">
                  <a:lumMod val="50000"/>
                  <a:lumOff val="50000"/>
                  <a:alpha val="40000"/>
                </a:schemeClr>
              </a:solidFill>
            </a:ln>
          </p:spPr>
          <p:style>
            <a:lnRef idx="1">
              <a:schemeClr val="accent1"/>
            </a:lnRef>
            <a:fillRef idx="0">
              <a:schemeClr val="accent1"/>
            </a:fillRef>
            <a:effectRef idx="0">
              <a:schemeClr val="accent1"/>
            </a:effectRef>
            <a:fontRef idx="minor">
              <a:schemeClr val="tx1"/>
            </a:fontRef>
          </p:style>
        </p:cxnSp>
        <p:sp>
          <p:nvSpPr>
            <p:cNvPr id="13" name="文本框 12"/>
            <p:cNvSpPr txBox="1"/>
            <p:nvPr>
              <p:custDataLst>
                <p:tags r:id="rId48"/>
              </p:custDataLst>
            </p:nvPr>
          </p:nvSpPr>
          <p:spPr>
            <a:xfrm>
              <a:off x="2412" y="6220"/>
              <a:ext cx="2903" cy="1111"/>
            </a:xfrm>
            <a:prstGeom prst="rect">
              <a:avLst/>
            </a:prstGeom>
            <a:noFill/>
          </p:spPr>
          <p:txBody>
            <a:bodyPr wrap="square" lIns="0" tIns="0" rIns="0" bIns="0" rtlCol="0">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ct val="130000"/>
                </a:lnSpc>
              </a:pPr>
              <a:r>
                <a:rPr lang="zh-CN" altLang="en-US" sz="1200" dirty="0">
                  <a:solidFill>
                    <a:schemeClr val="tx1">
                      <a:lumMod val="85000"/>
                      <a:lumOff val="15000"/>
                    </a:schemeClr>
                  </a:solidFill>
                  <a:latin typeface="+mn-ea"/>
                  <a:cs typeface="+mn-ea"/>
                </a:rPr>
                <a:t>选定区县为</a:t>
              </a:r>
              <a:r>
                <a:rPr lang="zh-CN" altLang="en-US" sz="1200" dirty="0">
                  <a:solidFill>
                    <a:schemeClr val="tx1">
                      <a:lumMod val="85000"/>
                      <a:lumOff val="15000"/>
                    </a:schemeClr>
                  </a:solidFill>
                  <a:latin typeface="+mn-ea"/>
                  <a:cs typeface="+mn-ea"/>
                </a:rPr>
                <a:t>单位进行快速部署试点</a:t>
              </a:r>
              <a:endParaRPr lang="zh-CN" altLang="en-US" sz="1200" dirty="0">
                <a:solidFill>
                  <a:schemeClr val="tx1">
                    <a:lumMod val="85000"/>
                    <a:lumOff val="15000"/>
                  </a:schemeClr>
                </a:solidFill>
                <a:latin typeface="+mn-ea"/>
                <a:cs typeface="+mn-ea"/>
              </a:endParaRPr>
            </a:p>
          </p:txBody>
        </p:sp>
        <p:sp>
          <p:nvSpPr>
            <p:cNvPr id="33" name="文本框 32"/>
            <p:cNvSpPr txBox="1"/>
            <p:nvPr>
              <p:custDataLst>
                <p:tags r:id="rId49"/>
              </p:custDataLst>
            </p:nvPr>
          </p:nvSpPr>
          <p:spPr>
            <a:xfrm>
              <a:off x="770" y="7073"/>
              <a:ext cx="1313" cy="537"/>
            </a:xfrm>
            <a:prstGeom prst="rect">
              <a:avLst/>
            </a:prstGeom>
            <a:noFill/>
          </p:spPr>
          <p:txBody>
            <a:bodyPr wrap="none" lIns="0" tIns="0" rIns="0" bIns="0" rtlCol="0">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zh-CN" altLang="en-US" sz="1400" b="1" spc="100" dirty="0">
                  <a:solidFill>
                    <a:srgbClr val="254D97"/>
                  </a:solidFill>
                </a:rPr>
                <a:t>第一步</a:t>
              </a:r>
              <a:endParaRPr lang="zh-CN" altLang="en-US" sz="1400" b="1" spc="100" dirty="0">
                <a:solidFill>
                  <a:srgbClr val="254D97"/>
                </a:solidFill>
              </a:endParaRPr>
            </a:p>
          </p:txBody>
        </p:sp>
        <p:sp>
          <p:nvSpPr>
            <p:cNvPr id="15" name="文本框 14"/>
            <p:cNvSpPr txBox="1"/>
            <p:nvPr>
              <p:custDataLst>
                <p:tags r:id="rId50"/>
              </p:custDataLst>
            </p:nvPr>
          </p:nvSpPr>
          <p:spPr>
            <a:xfrm>
              <a:off x="4712" y="7092"/>
              <a:ext cx="2032" cy="421"/>
            </a:xfrm>
            <a:prstGeom prst="rect">
              <a:avLst/>
            </a:prstGeom>
            <a:noFill/>
          </p:spPr>
          <p:txBody>
            <a:bodyPr wrap="none" lIns="0" tIns="0" rIns="0" bIns="0" rtlCol="0">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zh-CN" altLang="en-US" sz="1400" b="1" spc="100" dirty="0">
                  <a:solidFill>
                    <a:srgbClr val="254D97"/>
                  </a:solidFill>
                  <a:sym typeface="+mn-ea"/>
                </a:rPr>
                <a:t>第二步</a:t>
              </a:r>
              <a:endParaRPr lang="zh-CN" altLang="en-US" sz="1400" b="1" spc="100" dirty="0">
                <a:solidFill>
                  <a:srgbClr val="254D97"/>
                </a:solidFill>
                <a:sym typeface="+mn-ea"/>
              </a:endParaRPr>
            </a:p>
          </p:txBody>
        </p:sp>
        <p:sp>
          <p:nvSpPr>
            <p:cNvPr id="22" name="椭圆 21"/>
            <p:cNvSpPr/>
            <p:nvPr>
              <p:custDataLst>
                <p:tags r:id="rId51"/>
              </p:custDataLst>
            </p:nvPr>
          </p:nvSpPr>
          <p:spPr>
            <a:xfrm>
              <a:off x="2083" y="7415"/>
              <a:ext cx="195" cy="195"/>
            </a:xfrm>
            <a:prstGeom prst="ellipse">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solidFill>
                  <a:schemeClr val="lt1"/>
                </a:solidFill>
              </a:endParaRPr>
            </a:p>
          </p:txBody>
        </p:sp>
        <p:sp>
          <p:nvSpPr>
            <p:cNvPr id="29" name="椭圆 28"/>
            <p:cNvSpPr/>
            <p:nvPr>
              <p:custDataLst>
                <p:tags r:id="rId52"/>
              </p:custDataLst>
            </p:nvPr>
          </p:nvSpPr>
          <p:spPr>
            <a:xfrm>
              <a:off x="6341" y="7415"/>
              <a:ext cx="195" cy="195"/>
            </a:xfrm>
            <a:prstGeom prst="ellipse">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solidFill>
                  <a:schemeClr val="lt1"/>
                </a:solidFill>
              </a:endParaRPr>
            </a:p>
          </p:txBody>
        </p:sp>
        <p:sp>
          <p:nvSpPr>
            <p:cNvPr id="30" name="椭圆 29"/>
            <p:cNvSpPr/>
            <p:nvPr>
              <p:custDataLst>
                <p:tags r:id="rId53"/>
              </p:custDataLst>
            </p:nvPr>
          </p:nvSpPr>
          <p:spPr>
            <a:xfrm>
              <a:off x="10591" y="7415"/>
              <a:ext cx="195" cy="195"/>
            </a:xfrm>
            <a:prstGeom prst="ellipse">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solidFill>
                  <a:schemeClr val="lt1"/>
                </a:solidFill>
              </a:endParaRPr>
            </a:p>
          </p:txBody>
        </p:sp>
        <p:sp>
          <p:nvSpPr>
            <p:cNvPr id="32" name="文本框 31"/>
            <p:cNvSpPr txBox="1"/>
            <p:nvPr>
              <p:custDataLst>
                <p:tags r:id="rId54"/>
              </p:custDataLst>
            </p:nvPr>
          </p:nvSpPr>
          <p:spPr>
            <a:xfrm>
              <a:off x="11093" y="6220"/>
              <a:ext cx="7122" cy="1453"/>
            </a:xfrm>
            <a:prstGeom prst="rect">
              <a:avLst/>
            </a:prstGeom>
            <a:noFill/>
          </p:spPr>
          <p:txBody>
            <a:bodyPr wrap="square" lIns="0" tIns="0" rIns="0" bIns="0" rtlCol="0">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ct val="130000"/>
                </a:lnSpc>
              </a:pPr>
              <a:r>
                <a:rPr lang="zh-CN" altLang="en-US" sz="1200" dirty="0">
                  <a:solidFill>
                    <a:schemeClr val="tx1">
                      <a:lumMod val="85000"/>
                      <a:lumOff val="15000"/>
                    </a:schemeClr>
                  </a:solidFill>
                  <a:latin typeface="+mn-ea"/>
                </a:rPr>
                <a:t>建立区级监管大屏，实现数据看得见、服务管得住。</a:t>
              </a:r>
              <a:endParaRPr lang="zh-CN" altLang="en-US" sz="1200" dirty="0">
                <a:solidFill>
                  <a:schemeClr val="tx1">
                    <a:lumMod val="85000"/>
                    <a:lumOff val="15000"/>
                  </a:schemeClr>
                </a:solidFill>
                <a:latin typeface="+mn-ea"/>
              </a:endParaRPr>
            </a:p>
            <a:p>
              <a:pPr>
                <a:lnSpc>
                  <a:spcPct val="130000"/>
                </a:lnSpc>
              </a:pPr>
              <a:r>
                <a:rPr lang="zh-CN" altLang="en-US" sz="1200" dirty="0">
                  <a:solidFill>
                    <a:schemeClr val="tx1">
                      <a:lumMod val="85000"/>
                      <a:lumOff val="15000"/>
                    </a:schemeClr>
                  </a:solidFill>
                  <a:latin typeface="+mn-ea"/>
                </a:rPr>
                <a:t>我们全程提供驻点支持，协助学校使用、数据采集、家校沟通，确保平台</a:t>
              </a:r>
              <a:r>
                <a:rPr lang="en-US" altLang="zh-CN" sz="1200" dirty="0">
                  <a:solidFill>
                    <a:schemeClr val="tx1">
                      <a:lumMod val="85000"/>
                      <a:lumOff val="15000"/>
                    </a:schemeClr>
                  </a:solidFill>
                  <a:latin typeface="+mn-ea"/>
                </a:rPr>
                <a:t>“</a:t>
              </a:r>
              <a:r>
                <a:rPr lang="zh-CN" altLang="en-US" sz="1200" dirty="0">
                  <a:solidFill>
                    <a:schemeClr val="tx1">
                      <a:lumMod val="85000"/>
                      <a:lumOff val="15000"/>
                    </a:schemeClr>
                  </a:solidFill>
                  <a:latin typeface="+mn-ea"/>
                </a:rPr>
                <a:t>用得上、用得好、用得稳</a:t>
              </a:r>
              <a:r>
                <a:rPr lang="en-US" altLang="zh-CN" sz="1200" dirty="0">
                  <a:solidFill>
                    <a:schemeClr val="tx1">
                      <a:lumMod val="85000"/>
                      <a:lumOff val="15000"/>
                    </a:schemeClr>
                  </a:solidFill>
                  <a:latin typeface="+mn-ea"/>
                </a:rPr>
                <a:t>”</a:t>
              </a:r>
              <a:endParaRPr lang="en-US" altLang="zh-CN" sz="1200" dirty="0">
                <a:solidFill>
                  <a:schemeClr val="tx1">
                    <a:lumMod val="85000"/>
                    <a:lumOff val="15000"/>
                  </a:schemeClr>
                </a:solidFill>
                <a:latin typeface="+mn-ea"/>
              </a:endParaRPr>
            </a:p>
          </p:txBody>
        </p:sp>
        <p:sp>
          <p:nvSpPr>
            <p:cNvPr id="37" name="文本框 36"/>
            <p:cNvSpPr txBox="1"/>
            <p:nvPr>
              <p:custDataLst>
                <p:tags r:id="rId55"/>
              </p:custDataLst>
            </p:nvPr>
          </p:nvSpPr>
          <p:spPr>
            <a:xfrm>
              <a:off x="8939" y="7092"/>
              <a:ext cx="2032" cy="421"/>
            </a:xfrm>
            <a:prstGeom prst="rect">
              <a:avLst/>
            </a:prstGeom>
            <a:noFill/>
          </p:spPr>
          <p:txBody>
            <a:bodyPr wrap="none" lIns="0" tIns="0" rIns="0" bIns="0" rtlCol="0">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zh-CN" altLang="en-US" sz="1400" b="1" spc="100" dirty="0">
                  <a:solidFill>
                    <a:srgbClr val="254D97"/>
                  </a:solidFill>
                  <a:sym typeface="+mn-ea"/>
                </a:rPr>
                <a:t>第三步</a:t>
              </a:r>
              <a:endParaRPr lang="zh-CN" altLang="en-US" sz="1400" b="1" spc="100" dirty="0">
                <a:solidFill>
                  <a:srgbClr val="254D97"/>
                </a:solidFill>
                <a:sym typeface="+mn-ea"/>
              </a:endParaRPr>
            </a:p>
          </p:txBody>
        </p:sp>
        <p:sp>
          <p:nvSpPr>
            <p:cNvPr id="39" name="文本框 38"/>
            <p:cNvSpPr txBox="1"/>
            <p:nvPr>
              <p:custDataLst>
                <p:tags r:id="rId56"/>
              </p:custDataLst>
            </p:nvPr>
          </p:nvSpPr>
          <p:spPr>
            <a:xfrm>
              <a:off x="2412" y="5734"/>
              <a:ext cx="3396" cy="527"/>
            </a:xfrm>
            <a:prstGeom prst="rect">
              <a:avLst/>
            </a:prstGeom>
            <a:noFill/>
          </p:spPr>
          <p:txBody>
            <a:bodyPr wrap="square" lIns="0" tIns="0" rIns="0" bIns="0" rtlCol="0">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ct val="130000"/>
                </a:lnSpc>
              </a:pPr>
              <a:r>
                <a:rPr lang="zh-CN" altLang="en-US" sz="1400" b="1" dirty="0">
                  <a:solidFill>
                    <a:srgbClr val="254D97"/>
                  </a:solidFill>
                  <a:latin typeface="+mn-ea"/>
                  <a:cs typeface="+mn-ea"/>
                </a:rPr>
                <a:t>试点先行</a:t>
              </a:r>
              <a:endParaRPr lang="zh-CN" altLang="en-US" sz="1400" b="1" dirty="0">
                <a:solidFill>
                  <a:srgbClr val="254D97"/>
                </a:solidFill>
                <a:latin typeface="+mn-ea"/>
                <a:cs typeface="+mn-ea"/>
              </a:endParaRPr>
            </a:p>
          </p:txBody>
        </p:sp>
        <p:sp>
          <p:nvSpPr>
            <p:cNvPr id="40" name="文本框 39"/>
            <p:cNvSpPr txBox="1"/>
            <p:nvPr>
              <p:custDataLst>
                <p:tags r:id="rId57"/>
              </p:custDataLst>
            </p:nvPr>
          </p:nvSpPr>
          <p:spPr>
            <a:xfrm>
              <a:off x="6670" y="6220"/>
              <a:ext cx="2796" cy="1111"/>
            </a:xfrm>
            <a:prstGeom prst="rect">
              <a:avLst/>
            </a:prstGeom>
            <a:noFill/>
          </p:spPr>
          <p:txBody>
            <a:bodyPr wrap="square" lIns="0" tIns="0" rIns="0" bIns="0" rtlCol="0">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ct val="130000"/>
                </a:lnSpc>
              </a:pPr>
              <a:r>
                <a:rPr lang="zh-CN" altLang="en-US" sz="1200" dirty="0">
                  <a:solidFill>
                    <a:schemeClr val="tx1">
                      <a:lumMod val="85000"/>
                      <a:lumOff val="15000"/>
                    </a:schemeClr>
                  </a:solidFill>
                  <a:latin typeface="+mn-ea"/>
                  <a:cs typeface="+mn-ea"/>
                </a:rPr>
                <a:t>试点成功后，统一进行全</a:t>
              </a:r>
              <a:r>
                <a:rPr lang="zh-CN" altLang="en-US" sz="1200" dirty="0">
                  <a:solidFill>
                    <a:schemeClr val="tx1">
                      <a:lumMod val="85000"/>
                      <a:lumOff val="15000"/>
                    </a:schemeClr>
                  </a:solidFill>
                  <a:latin typeface="+mn-ea"/>
                  <a:cs typeface="+mn-ea"/>
                </a:rPr>
                <a:t>市技术接入与培训</a:t>
              </a:r>
              <a:endParaRPr lang="zh-CN" altLang="en-US" sz="1200" dirty="0">
                <a:solidFill>
                  <a:schemeClr val="tx1">
                    <a:lumMod val="85000"/>
                    <a:lumOff val="15000"/>
                  </a:schemeClr>
                </a:solidFill>
                <a:latin typeface="+mn-ea"/>
                <a:cs typeface="+mn-ea"/>
              </a:endParaRPr>
            </a:p>
          </p:txBody>
        </p:sp>
        <p:sp>
          <p:nvSpPr>
            <p:cNvPr id="41" name="文本框 40"/>
            <p:cNvSpPr txBox="1"/>
            <p:nvPr>
              <p:custDataLst>
                <p:tags r:id="rId58"/>
              </p:custDataLst>
            </p:nvPr>
          </p:nvSpPr>
          <p:spPr>
            <a:xfrm>
              <a:off x="6670" y="5734"/>
              <a:ext cx="3396" cy="527"/>
            </a:xfrm>
            <a:prstGeom prst="rect">
              <a:avLst/>
            </a:prstGeom>
            <a:noFill/>
          </p:spPr>
          <p:txBody>
            <a:bodyPr wrap="square" lIns="0" tIns="0" rIns="0" bIns="0" rtlCol="0">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ct val="130000"/>
                </a:lnSpc>
              </a:pPr>
              <a:r>
                <a:rPr lang="zh-CN" altLang="en-US" sz="1400" b="1" dirty="0">
                  <a:solidFill>
                    <a:srgbClr val="254D97"/>
                  </a:solidFill>
                  <a:latin typeface="+mn-ea"/>
                  <a:cs typeface="+mn-ea"/>
                </a:rPr>
                <a:t>分批推进</a:t>
              </a:r>
              <a:endParaRPr lang="zh-CN" altLang="en-US" sz="1400" b="1" dirty="0">
                <a:solidFill>
                  <a:srgbClr val="254D97"/>
                </a:solidFill>
                <a:latin typeface="+mn-ea"/>
                <a:cs typeface="+mn-ea"/>
              </a:endParaRPr>
            </a:p>
          </p:txBody>
        </p:sp>
        <p:sp>
          <p:nvSpPr>
            <p:cNvPr id="42" name="文本框 41"/>
            <p:cNvSpPr txBox="1"/>
            <p:nvPr>
              <p:custDataLst>
                <p:tags r:id="rId59"/>
              </p:custDataLst>
            </p:nvPr>
          </p:nvSpPr>
          <p:spPr>
            <a:xfrm>
              <a:off x="11093" y="5734"/>
              <a:ext cx="3396" cy="527"/>
            </a:xfrm>
            <a:prstGeom prst="rect">
              <a:avLst/>
            </a:prstGeom>
            <a:noFill/>
          </p:spPr>
          <p:txBody>
            <a:bodyPr wrap="square" lIns="0" tIns="0" rIns="0" bIns="0" rtlCol="0">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ct val="130000"/>
                </a:lnSpc>
              </a:pPr>
              <a:r>
                <a:rPr lang="zh-CN" altLang="en-US" sz="1400" b="1" dirty="0">
                  <a:solidFill>
                    <a:srgbClr val="254D97"/>
                  </a:solidFill>
                  <a:latin typeface="+mn-ea"/>
                  <a:cs typeface="+mn-ea"/>
                </a:rPr>
                <a:t>全域部署</a:t>
              </a:r>
              <a:endParaRPr lang="zh-CN" altLang="en-US" sz="1400" b="1" dirty="0">
                <a:solidFill>
                  <a:srgbClr val="254D97"/>
                </a:solidFill>
                <a:latin typeface="+mn-ea"/>
                <a:cs typeface="+mn-ea"/>
              </a:endParaRPr>
            </a:p>
          </p:txBody>
        </p:sp>
      </p:grpSp>
      <p:grpSp>
        <p:nvGrpSpPr>
          <p:cNvPr id="47" name="组合 46"/>
          <p:cNvGrpSpPr/>
          <p:nvPr/>
        </p:nvGrpSpPr>
        <p:grpSpPr>
          <a:xfrm>
            <a:off x="1137285" y="4862830"/>
            <a:ext cx="7005320" cy="354330"/>
            <a:chOff x="1814" y="1567"/>
            <a:chExt cx="11032" cy="558"/>
          </a:xfrm>
        </p:grpSpPr>
        <p:sp>
          <p:nvSpPr>
            <p:cNvPr id="48" name="文本框 47"/>
            <p:cNvSpPr txBox="1"/>
            <p:nvPr/>
          </p:nvSpPr>
          <p:spPr>
            <a:xfrm>
              <a:off x="2213" y="1567"/>
              <a:ext cx="10633" cy="558"/>
            </a:xfrm>
            <a:prstGeom prst="rect">
              <a:avLst/>
            </a:prstGeom>
            <a:noFill/>
          </p:spPr>
          <p:txBody>
            <a:bodyPr wrap="square" rtlCol="0">
              <a:noAutofit/>
            </a:bodyPr>
            <a:p>
              <a:pPr algn="l"/>
              <a:r>
                <a:rPr lang="zh-CN" altLang="en-US" sz="1600" b="1">
                  <a:solidFill>
                    <a:srgbClr val="285AA1"/>
                  </a:solidFill>
                </a:rPr>
                <a:t>我们建议本区</a:t>
              </a:r>
              <a:r>
                <a:rPr lang="en-US" altLang="zh-CN" sz="1600" b="1">
                  <a:solidFill>
                    <a:srgbClr val="285AA1"/>
                  </a:solidFill>
                </a:rPr>
                <a:t>/</a:t>
              </a:r>
              <a:r>
                <a:rPr lang="zh-CN" altLang="en-US" sz="1600" b="1">
                  <a:solidFill>
                    <a:srgbClr val="285AA1"/>
                  </a:solidFill>
                </a:rPr>
                <a:t>县可采用</a:t>
              </a:r>
              <a:r>
                <a:rPr lang="en-US" altLang="zh-CN" sz="1600" b="1">
                  <a:solidFill>
                    <a:srgbClr val="285AA1"/>
                  </a:solidFill>
                </a:rPr>
                <a:t>“</a:t>
              </a:r>
              <a:r>
                <a:rPr lang="zh-CN" altLang="en-US" sz="1600" b="1">
                  <a:solidFill>
                    <a:srgbClr val="285AA1"/>
                  </a:solidFill>
                </a:rPr>
                <a:t>试点先行、分批推进、全域部署</a:t>
              </a:r>
              <a:r>
                <a:rPr lang="en-US" altLang="zh-CN" sz="1600" b="1">
                  <a:solidFill>
                    <a:srgbClr val="285AA1"/>
                  </a:solidFill>
                </a:rPr>
                <a:t>”</a:t>
              </a:r>
              <a:r>
                <a:rPr lang="zh-CN" altLang="en-US" sz="1600" b="1">
                  <a:solidFill>
                    <a:srgbClr val="285AA1"/>
                  </a:solidFill>
                </a:rPr>
                <a:t>三步走策略：</a:t>
              </a:r>
              <a:endParaRPr lang="zh-CN" altLang="en-US" sz="1600" b="1">
                <a:solidFill>
                  <a:srgbClr val="285AA1"/>
                </a:solidFill>
              </a:endParaRPr>
            </a:p>
            <a:p>
              <a:pPr algn="l"/>
              <a:endParaRPr lang="zh-CN" altLang="en-US" sz="1600" b="1">
                <a:solidFill>
                  <a:srgbClr val="285AA1"/>
                </a:solidFill>
              </a:endParaRPr>
            </a:p>
          </p:txBody>
        </p:sp>
        <p:pic>
          <p:nvPicPr>
            <p:cNvPr id="49" name="图片 48" descr="资源 19"/>
            <p:cNvPicPr>
              <a:picLocks noChangeAspect="1"/>
            </p:cNvPicPr>
            <p:nvPr>
              <p:custDataLst>
                <p:tags r:id="rId60"/>
              </p:custDataLst>
            </p:nvPr>
          </p:nvPicPr>
          <p:blipFill>
            <a:blip r:embed="rId41"/>
            <a:stretch>
              <a:fillRect/>
            </a:stretch>
          </p:blipFill>
          <p:spPr>
            <a:xfrm>
              <a:off x="1814" y="1606"/>
              <a:ext cx="439" cy="440"/>
            </a:xfrm>
            <a:prstGeom prst="rect">
              <a:avLst/>
            </a:prstGeom>
          </p:spPr>
        </p:pic>
      </p:grpSp>
    </p:spTree>
    <p:custDataLst>
      <p:tags r:id="rId61"/>
    </p:custDataLst>
  </p:cSld>
  <p:clrMapOvr>
    <a:masterClrMapping/>
  </p:clrMapOvr>
  <p:transition/>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descr="资源 91"/>
          <p:cNvPicPr>
            <a:picLocks noChangeAspect="1"/>
          </p:cNvPicPr>
          <p:nvPr/>
        </p:nvPicPr>
        <p:blipFill>
          <a:blip r:embed="rId1"/>
          <a:srcRect t="9896"/>
          <a:stretch>
            <a:fillRect/>
          </a:stretch>
        </p:blipFill>
        <p:spPr>
          <a:xfrm>
            <a:off x="0" y="0"/>
            <a:ext cx="12190730" cy="6891655"/>
          </a:xfrm>
          <a:prstGeom prst="rect">
            <a:avLst/>
          </a:prstGeom>
        </p:spPr>
      </p:pic>
      <p:sp>
        <p:nvSpPr>
          <p:cNvPr id="51" name="矩形 50"/>
          <p:cNvSpPr/>
          <p:nvPr/>
        </p:nvSpPr>
        <p:spPr>
          <a:xfrm>
            <a:off x="-5715" y="0"/>
            <a:ext cx="12192000" cy="4824095"/>
          </a:xfrm>
          <a:prstGeom prst="rect">
            <a:avLst/>
          </a:prstGeom>
          <a:gradFill>
            <a:gsLst>
              <a:gs pos="0">
                <a:srgbClr val="033885"/>
              </a:gs>
              <a:gs pos="100000">
                <a:srgbClr val="033885">
                  <a:alpha val="0"/>
                </a:srgbClr>
              </a:gs>
            </a:gsLst>
            <a:lin ang="5400000" scaled="0"/>
          </a:gra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pic>
        <p:nvPicPr>
          <p:cNvPr id="26" name="图片 25" descr="资源 81"/>
          <p:cNvPicPr>
            <a:picLocks noChangeAspect="1"/>
          </p:cNvPicPr>
          <p:nvPr/>
        </p:nvPicPr>
        <p:blipFill>
          <a:blip r:embed="rId2"/>
          <a:stretch>
            <a:fillRect/>
          </a:stretch>
        </p:blipFill>
        <p:spPr>
          <a:xfrm>
            <a:off x="0" y="952500"/>
            <a:ext cx="2117725" cy="4417060"/>
          </a:xfrm>
          <a:prstGeom prst="rect">
            <a:avLst/>
          </a:prstGeom>
        </p:spPr>
      </p:pic>
      <p:cxnSp>
        <p:nvCxnSpPr>
          <p:cNvPr id="126" name="直接连接符 125"/>
          <p:cNvCxnSpPr/>
          <p:nvPr>
            <p:custDataLst>
              <p:tags r:id="rId3"/>
            </p:custDataLst>
          </p:nvPr>
        </p:nvCxnSpPr>
        <p:spPr>
          <a:xfrm>
            <a:off x="6181090" y="-1191895"/>
            <a:ext cx="1284605" cy="0"/>
          </a:xfrm>
          <a:prstGeom prst="line">
            <a:avLst/>
          </a:prstGeom>
          <a:ln w="19050">
            <a:solidFill>
              <a:schemeClr val="bg1">
                <a:lumMod val="75000"/>
              </a:schemeClr>
            </a:solidFill>
            <a:prstDash val="lgDashDotDot"/>
          </a:ln>
        </p:spPr>
        <p:style>
          <a:lnRef idx="1">
            <a:schemeClr val="accent1"/>
          </a:lnRef>
          <a:fillRef idx="0">
            <a:schemeClr val="accent1"/>
          </a:fillRef>
          <a:effectRef idx="0">
            <a:schemeClr val="accent1"/>
          </a:effectRef>
          <a:fontRef idx="minor">
            <a:schemeClr val="tx1"/>
          </a:fontRef>
        </p:style>
      </p:cxnSp>
      <p:pic>
        <p:nvPicPr>
          <p:cNvPr id="30" name="图片 29" descr="资源 61"/>
          <p:cNvPicPr>
            <a:picLocks noChangeAspect="1"/>
          </p:cNvPicPr>
          <p:nvPr/>
        </p:nvPicPr>
        <p:blipFill>
          <a:blip r:embed="rId4"/>
          <a:stretch>
            <a:fillRect/>
          </a:stretch>
        </p:blipFill>
        <p:spPr>
          <a:xfrm>
            <a:off x="8039100" y="238125"/>
            <a:ext cx="3684905" cy="643890"/>
          </a:xfrm>
          <a:prstGeom prst="rect">
            <a:avLst/>
          </a:prstGeom>
        </p:spPr>
      </p:pic>
      <p:pic>
        <p:nvPicPr>
          <p:cNvPr id="33" name="图片 32" descr="资源 71"/>
          <p:cNvPicPr>
            <a:picLocks noChangeAspect="1"/>
          </p:cNvPicPr>
          <p:nvPr/>
        </p:nvPicPr>
        <p:blipFill>
          <a:blip r:embed="rId5">
            <a:alphaModFix amt="30000"/>
          </a:blip>
          <a:stretch>
            <a:fillRect/>
          </a:stretch>
        </p:blipFill>
        <p:spPr>
          <a:xfrm>
            <a:off x="9309100" y="-19050"/>
            <a:ext cx="2889885" cy="6858000"/>
          </a:xfrm>
          <a:prstGeom prst="rect">
            <a:avLst/>
          </a:prstGeom>
        </p:spPr>
      </p:pic>
      <p:sp>
        <p:nvSpPr>
          <p:cNvPr id="3" name="文本框 2"/>
          <p:cNvSpPr txBox="1"/>
          <p:nvPr/>
        </p:nvSpPr>
        <p:spPr>
          <a:xfrm>
            <a:off x="1526540" y="2427605"/>
            <a:ext cx="9139555" cy="1262380"/>
          </a:xfrm>
          <a:prstGeom prst="rect">
            <a:avLst/>
          </a:prstGeom>
          <a:noFill/>
        </p:spPr>
        <p:txBody>
          <a:bodyPr wrap="square" rtlCol="0">
            <a:noAutofit/>
          </a:bodyPr>
          <a:lstStyle/>
          <a:p>
            <a:pPr>
              <a:lnSpc>
                <a:spcPct val="150000"/>
              </a:lnSpc>
              <a:spcBef>
                <a:spcPts val="0"/>
              </a:spcBef>
              <a:spcAft>
                <a:spcPts val="0"/>
              </a:spcAft>
            </a:pPr>
            <a:r>
              <a:rPr lang="en-US" altLang="zh-CN" sz="1600">
                <a:solidFill>
                  <a:schemeClr val="bg1"/>
                </a:solidFill>
                <a:latin typeface="微软雅黑" panose="020B0503020204020204" charset="-122"/>
                <a:ea typeface="微软雅黑" panose="020B0503020204020204" charset="-122"/>
                <a:sym typeface="+mn-ea"/>
              </a:rPr>
              <a:t>       </a:t>
            </a:r>
            <a:r>
              <a:rPr lang="zh-CN" altLang="en-US" sz="1600">
                <a:solidFill>
                  <a:schemeClr val="bg1"/>
                </a:solidFill>
                <a:latin typeface="微软雅黑" panose="020B0503020204020204" charset="-122"/>
                <a:ea typeface="微软雅黑" panose="020B0503020204020204" charset="-122"/>
                <a:sym typeface="+mn-ea"/>
              </a:rPr>
              <a:t>我们愿意与您共同推进课后服务改革，将政策真正落到实处，让家长安心、学生受益、学校轻松、政府有力。</a:t>
            </a:r>
            <a:endParaRPr lang="zh-CN" altLang="en-US" sz="1600">
              <a:solidFill>
                <a:schemeClr val="bg1"/>
              </a:solidFill>
              <a:latin typeface="微软雅黑" panose="020B0503020204020204" charset="-122"/>
              <a:ea typeface="微软雅黑" panose="020B0503020204020204" charset="-122"/>
              <a:sym typeface="+mn-ea"/>
            </a:endParaRPr>
          </a:p>
          <a:p>
            <a:pPr>
              <a:lnSpc>
                <a:spcPct val="150000"/>
              </a:lnSpc>
              <a:spcBef>
                <a:spcPts val="0"/>
              </a:spcBef>
              <a:spcAft>
                <a:spcPts val="0"/>
              </a:spcAft>
            </a:pPr>
            <a:r>
              <a:rPr lang="en-US" altLang="zh-CN" sz="1600">
                <a:solidFill>
                  <a:schemeClr val="bg1"/>
                </a:solidFill>
                <a:latin typeface="微软雅黑" panose="020B0503020204020204" charset="-122"/>
                <a:ea typeface="微软雅黑" panose="020B0503020204020204" charset="-122"/>
                <a:sym typeface="+mn-ea"/>
              </a:rPr>
              <a:t>       </a:t>
            </a:r>
            <a:r>
              <a:rPr lang="zh-CN" altLang="en-US" sz="1600">
                <a:solidFill>
                  <a:schemeClr val="bg1"/>
                </a:solidFill>
                <a:latin typeface="微软雅黑" panose="020B0503020204020204" charset="-122"/>
                <a:ea typeface="微软雅黑" panose="020B0503020204020204" charset="-122"/>
                <a:sym typeface="+mn-ea"/>
              </a:rPr>
              <a:t>感谢各位领导聆听，期待有机会在下一步工作中，深入开展试点合作。</a:t>
            </a:r>
            <a:r>
              <a:rPr lang="en-US" altLang="zh-CN" sz="1600">
                <a:solidFill>
                  <a:schemeClr val="bg1"/>
                </a:solidFill>
                <a:latin typeface="微软雅黑" panose="020B0503020204020204" charset="-122"/>
                <a:ea typeface="微软雅黑" panose="020B0503020204020204" charset="-122"/>
                <a:sym typeface="+mn-ea"/>
              </a:rPr>
              <a:t>                                                                                                                        </a:t>
            </a:r>
            <a:endParaRPr lang="zh-CN" altLang="en-US" sz="1600">
              <a:solidFill>
                <a:schemeClr val="bg1"/>
              </a:solidFill>
              <a:latin typeface="微软雅黑" panose="020B0503020204020204" charset="-122"/>
              <a:ea typeface="微软雅黑" panose="020B0503020204020204" charset="-122"/>
              <a:sym typeface="+mn-ea"/>
            </a:endParaRPr>
          </a:p>
        </p:txBody>
      </p:sp>
      <p:sp>
        <p:nvSpPr>
          <p:cNvPr id="2" name="文本框 1"/>
          <p:cNvSpPr txBox="1"/>
          <p:nvPr/>
        </p:nvSpPr>
        <p:spPr>
          <a:xfrm>
            <a:off x="1526540" y="1229995"/>
            <a:ext cx="9139555" cy="1292860"/>
          </a:xfrm>
          <a:prstGeom prst="rect">
            <a:avLst/>
          </a:prstGeom>
          <a:noFill/>
        </p:spPr>
        <p:txBody>
          <a:bodyPr wrap="square" rtlCol="0">
            <a:noAutofit/>
          </a:bodyPr>
          <a:p>
            <a:pPr indent="0">
              <a:lnSpc>
                <a:spcPct val="150000"/>
              </a:lnSpc>
              <a:spcBef>
                <a:spcPts val="0"/>
              </a:spcBef>
              <a:spcAft>
                <a:spcPts val="0"/>
              </a:spcAft>
              <a:buNone/>
            </a:pPr>
            <a:r>
              <a:rPr lang="en-US" altLang="zh-CN" sz="2000" b="1">
                <a:solidFill>
                  <a:schemeClr val="bg1"/>
                </a:solidFill>
                <a:latin typeface="微软雅黑" panose="020B0503020204020204" charset="-122"/>
                <a:ea typeface="微软雅黑" panose="020B0503020204020204" charset="-122"/>
                <a:sym typeface="+mn-ea"/>
              </a:rPr>
              <a:t>       </a:t>
            </a:r>
            <a:r>
              <a:rPr lang="zh-CN" altLang="en-US" sz="2000" b="1">
                <a:solidFill>
                  <a:schemeClr val="bg1"/>
                </a:solidFill>
                <a:latin typeface="微软雅黑" panose="020B0503020204020204" charset="-122"/>
                <a:ea typeface="微软雅黑" panose="020B0503020204020204" charset="-122"/>
                <a:sym typeface="+mn-ea"/>
              </a:rPr>
              <a:t>我们深知课后服务的重要性和复杂性。这不是一套单纯的技术系统，而是服务教育局和</a:t>
            </a:r>
            <a:r>
              <a:rPr lang="zh-CN" altLang="en-US" sz="2000" b="1">
                <a:solidFill>
                  <a:schemeClr val="bg1"/>
                </a:solidFill>
                <a:latin typeface="微软雅黑" panose="020B0503020204020204" charset="-122"/>
                <a:ea typeface="微软雅黑" panose="020B0503020204020204" charset="-122"/>
                <a:sym typeface="+mn-ea"/>
              </a:rPr>
              <a:t>学校实现</a:t>
            </a:r>
            <a:r>
              <a:rPr lang="en-US" altLang="zh-CN" sz="2000" b="1">
                <a:solidFill>
                  <a:schemeClr val="bg1"/>
                </a:solidFill>
                <a:latin typeface="微软雅黑" panose="020B0503020204020204" charset="-122"/>
                <a:ea typeface="微软雅黑" panose="020B0503020204020204" charset="-122"/>
                <a:sym typeface="+mn-ea"/>
              </a:rPr>
              <a:t>“</a:t>
            </a:r>
            <a:r>
              <a:rPr lang="zh-CN" altLang="en-US" sz="2000" b="1">
                <a:solidFill>
                  <a:schemeClr val="bg1"/>
                </a:solidFill>
                <a:latin typeface="微软雅黑" panose="020B0503020204020204" charset="-122"/>
                <a:ea typeface="微软雅黑" panose="020B0503020204020204" charset="-122"/>
                <a:sym typeface="+mn-ea"/>
              </a:rPr>
              <a:t>减负、提质、监管、合规</a:t>
            </a:r>
            <a:r>
              <a:rPr lang="en-US" altLang="zh-CN" sz="2000" b="1">
                <a:solidFill>
                  <a:schemeClr val="bg1"/>
                </a:solidFill>
                <a:latin typeface="微软雅黑" panose="020B0503020204020204" charset="-122"/>
                <a:ea typeface="微软雅黑" panose="020B0503020204020204" charset="-122"/>
                <a:sym typeface="+mn-ea"/>
              </a:rPr>
              <a:t>”</a:t>
            </a:r>
            <a:r>
              <a:rPr lang="zh-CN" altLang="en-US" sz="2000" b="1">
                <a:solidFill>
                  <a:schemeClr val="bg1"/>
                </a:solidFill>
                <a:latin typeface="微软雅黑" panose="020B0503020204020204" charset="-122"/>
                <a:ea typeface="微软雅黑" panose="020B0503020204020204" charset="-122"/>
                <a:sym typeface="+mn-ea"/>
              </a:rPr>
              <a:t>目标的数字化基础设施。</a:t>
            </a:r>
            <a:endParaRPr lang="zh-CN" altLang="en-US" sz="2000" b="1">
              <a:solidFill>
                <a:schemeClr val="bg1"/>
              </a:solidFill>
              <a:latin typeface="微软雅黑" panose="020B0503020204020204" charset="-122"/>
              <a:ea typeface="微软雅黑" panose="020B0503020204020204" charset="-122"/>
              <a:sym typeface="+mn-ea"/>
            </a:endParaRPr>
          </a:p>
        </p:txBody>
      </p:sp>
    </p:spTree>
    <p:custDataLst>
      <p:tags r:id="rId6"/>
    </p:custData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blipFill>
          <a:blip r:embed="rId1"/>
          <a:stretch>
            <a:fillRect/>
          </a:stretch>
        </a:blipFill>
        <a:effectLst/>
      </p:bgPr>
    </p:bg>
    <p:spTree>
      <p:nvGrpSpPr>
        <p:cNvPr id="1" name=""/>
        <p:cNvGrpSpPr/>
        <p:nvPr/>
      </p:nvGrpSpPr>
      <p:grpSpPr>
        <a:xfrm>
          <a:off x="0" y="0"/>
          <a:ext cx="0" cy="0"/>
          <a:chOff x="0" y="0"/>
          <a:chExt cx="0" cy="0"/>
        </a:xfrm>
      </p:grpSpPr>
      <p:sp>
        <p:nvSpPr>
          <p:cNvPr id="51" name="任意多边形 50"/>
          <p:cNvSpPr/>
          <p:nvPr>
            <p:custDataLst>
              <p:tags r:id="rId2"/>
            </p:custDataLst>
          </p:nvPr>
        </p:nvSpPr>
        <p:spPr>
          <a:xfrm flipH="1">
            <a:off x="7844155" y="5668010"/>
            <a:ext cx="4347845" cy="1250950"/>
          </a:xfrm>
          <a:custGeom>
            <a:avLst/>
            <a:gdLst>
              <a:gd name="connsiteX0" fmla="*/ 2074949 w 5075550"/>
              <a:gd name="connsiteY0" fmla="*/ 0 h 1440787"/>
              <a:gd name="connsiteX1" fmla="*/ 4911135 w 5075550"/>
              <a:gd name="connsiteY1" fmla="*/ 1245149 h 1440787"/>
              <a:gd name="connsiteX2" fmla="*/ 5075550 w 5075550"/>
              <a:gd name="connsiteY2" fmla="*/ 1440787 h 1440787"/>
              <a:gd name="connsiteX3" fmla="*/ 0 w 5075550"/>
              <a:gd name="connsiteY3" fmla="*/ 1440787 h 1440787"/>
              <a:gd name="connsiteX4" fmla="*/ 0 w 5075550"/>
              <a:gd name="connsiteY4" fmla="*/ 609920 h 1440787"/>
              <a:gd name="connsiteX5" fmla="*/ 238561 w 5075550"/>
              <a:gd name="connsiteY5" fmla="*/ 464992 h 1440787"/>
              <a:gd name="connsiteX6" fmla="*/ 2074949 w 5075550"/>
              <a:gd name="connsiteY6" fmla="*/ 0 h 14407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075550" h="1440787">
                <a:moveTo>
                  <a:pt x="2074949" y="0"/>
                </a:moveTo>
                <a:cubicBezTo>
                  <a:pt x="3197003" y="0"/>
                  <a:pt x="4207022" y="479674"/>
                  <a:pt x="4911135" y="1245149"/>
                </a:cubicBezTo>
                <a:lnTo>
                  <a:pt x="5075550" y="1440787"/>
                </a:lnTo>
                <a:lnTo>
                  <a:pt x="0" y="1440787"/>
                </a:lnTo>
                <a:lnTo>
                  <a:pt x="0" y="609920"/>
                </a:lnTo>
                <a:lnTo>
                  <a:pt x="238561" y="464992"/>
                </a:lnTo>
                <a:cubicBezTo>
                  <a:pt x="784451" y="168446"/>
                  <a:pt x="1410029" y="0"/>
                  <a:pt x="2074949" y="0"/>
                </a:cubicBezTo>
                <a:close/>
              </a:path>
            </a:pathLst>
          </a:custGeom>
          <a:gradFill>
            <a:gsLst>
              <a:gs pos="50000">
                <a:srgbClr val="D4A979">
                  <a:alpha val="88000"/>
                </a:srgbClr>
              </a:gs>
              <a:gs pos="100000">
                <a:srgbClr val="D4A979">
                  <a:alpha val="0"/>
                </a:srgbClr>
              </a:gs>
            </a:gsLst>
            <a:lin ang="27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微软雅黑 Light" panose="020B0502040204020203" charset="-122"/>
            </a:endParaRPr>
          </a:p>
        </p:txBody>
      </p:sp>
      <p:sp>
        <p:nvSpPr>
          <p:cNvPr id="49" name="任意多边形 48"/>
          <p:cNvSpPr/>
          <p:nvPr>
            <p:custDataLst>
              <p:tags r:id="rId3"/>
            </p:custDataLst>
          </p:nvPr>
        </p:nvSpPr>
        <p:spPr>
          <a:xfrm flipH="1">
            <a:off x="9635490" y="5404485"/>
            <a:ext cx="2556510" cy="1514475"/>
          </a:xfrm>
          <a:custGeom>
            <a:avLst/>
            <a:gdLst>
              <a:gd name="connsiteX0" fmla="*/ 1263650 w 3599425"/>
              <a:gd name="connsiteY0" fmla="*/ 0 h 2197100"/>
              <a:gd name="connsiteX1" fmla="*/ 3594703 w 3599425"/>
              <a:gd name="connsiteY1" fmla="*/ 2103577 h 2197100"/>
              <a:gd name="connsiteX2" fmla="*/ 3599425 w 3599425"/>
              <a:gd name="connsiteY2" fmla="*/ 2197100 h 2197100"/>
              <a:gd name="connsiteX3" fmla="*/ 0 w 3599425"/>
              <a:gd name="connsiteY3" fmla="*/ 2197100 h 2197100"/>
              <a:gd name="connsiteX4" fmla="*/ 0 w 3599425"/>
              <a:gd name="connsiteY4" fmla="*/ 371968 h 2197100"/>
              <a:gd name="connsiteX5" fmla="*/ 146766 w 3599425"/>
              <a:gd name="connsiteY5" fmla="*/ 282806 h 2197100"/>
              <a:gd name="connsiteX6" fmla="*/ 1263650 w 3599425"/>
              <a:gd name="connsiteY6" fmla="*/ 0 h 21971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99425" h="2197100">
                <a:moveTo>
                  <a:pt x="1263650" y="0"/>
                </a:moveTo>
                <a:cubicBezTo>
                  <a:pt x="2476856" y="0"/>
                  <a:pt x="3474710" y="922029"/>
                  <a:pt x="3594703" y="2103577"/>
                </a:cubicBezTo>
                <a:lnTo>
                  <a:pt x="3599425" y="2197100"/>
                </a:lnTo>
                <a:lnTo>
                  <a:pt x="0" y="2197100"/>
                </a:lnTo>
                <a:lnTo>
                  <a:pt x="0" y="371968"/>
                </a:lnTo>
                <a:lnTo>
                  <a:pt x="146766" y="282806"/>
                </a:lnTo>
                <a:cubicBezTo>
                  <a:pt x="478774" y="102448"/>
                  <a:pt x="859248" y="0"/>
                  <a:pt x="1263650" y="0"/>
                </a:cubicBezTo>
                <a:close/>
              </a:path>
            </a:pathLst>
          </a:custGeom>
          <a:gradFill flip="none" rotWithShape="1">
            <a:gsLst>
              <a:gs pos="0">
                <a:srgbClr val="023886"/>
              </a:gs>
              <a:gs pos="100000">
                <a:srgbClr val="14429A"/>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微软雅黑 Light" panose="020B0502040204020203" charset="-122"/>
            </a:endParaRPr>
          </a:p>
        </p:txBody>
      </p:sp>
      <p:sp>
        <p:nvSpPr>
          <p:cNvPr id="4" name="文本框 3"/>
          <p:cNvSpPr txBox="1"/>
          <p:nvPr>
            <p:custDataLst>
              <p:tags r:id="rId4"/>
            </p:custDataLst>
          </p:nvPr>
        </p:nvSpPr>
        <p:spPr>
          <a:xfrm>
            <a:off x="975995" y="3635375"/>
            <a:ext cx="5953125" cy="737235"/>
          </a:xfrm>
          <a:prstGeom prst="rect">
            <a:avLst/>
          </a:prstGeom>
          <a:noFill/>
        </p:spPr>
        <p:txBody>
          <a:bodyPr wrap="square" rtlCol="0">
            <a:spAutoFit/>
          </a:bodyPr>
          <a:lstStyle/>
          <a:p>
            <a:pPr algn="l">
              <a:lnSpc>
                <a:spcPct val="150000"/>
              </a:lnSpc>
            </a:pPr>
            <a:r>
              <a:rPr lang="en-US" altLang="zh-CN" sz="2800" spc="300" dirty="0">
                <a:solidFill>
                  <a:schemeClr val="bg1"/>
                </a:solidFill>
                <a:latin typeface="微软雅黑" panose="020B0503020204020204" charset="-122"/>
                <a:ea typeface="微软雅黑" panose="020B0503020204020204" charset="-122"/>
                <a:cs typeface="微软雅黑 Light" panose="020B0502040204020203" charset="-122"/>
              </a:rPr>
              <a:t>Summary and expectation</a:t>
            </a:r>
            <a:endParaRPr lang="en-US" altLang="zh-CN" sz="2800" spc="300" dirty="0">
              <a:solidFill>
                <a:schemeClr val="bg1"/>
              </a:solidFill>
              <a:latin typeface="微软雅黑" panose="020B0503020204020204" charset="-122"/>
              <a:ea typeface="微软雅黑" panose="020B0503020204020204" charset="-122"/>
              <a:cs typeface="微软雅黑 Light" panose="020B0502040204020203" charset="-122"/>
            </a:endParaRPr>
          </a:p>
        </p:txBody>
      </p:sp>
      <p:pic>
        <p:nvPicPr>
          <p:cNvPr id="7" name="图片 6" descr="资源 18@4x-8"/>
          <p:cNvPicPr>
            <a:picLocks noChangeAspect="1"/>
          </p:cNvPicPr>
          <p:nvPr>
            <p:custDataLst>
              <p:tags r:id="rId5"/>
            </p:custDataLst>
          </p:nvPr>
        </p:nvPicPr>
        <p:blipFill>
          <a:blip r:embed="rId6"/>
          <a:srcRect t="36310"/>
          <a:stretch>
            <a:fillRect/>
          </a:stretch>
        </p:blipFill>
        <p:spPr>
          <a:xfrm>
            <a:off x="231140" y="-5715"/>
            <a:ext cx="4638040" cy="2954020"/>
          </a:xfrm>
          <a:prstGeom prst="rect">
            <a:avLst/>
          </a:prstGeom>
        </p:spPr>
      </p:pic>
      <p:sp>
        <p:nvSpPr>
          <p:cNvPr id="3" name="文本框 2"/>
          <p:cNvSpPr txBox="1"/>
          <p:nvPr>
            <p:custDataLst>
              <p:tags r:id="rId7"/>
            </p:custDataLst>
          </p:nvPr>
        </p:nvSpPr>
        <p:spPr>
          <a:xfrm>
            <a:off x="975995" y="1749425"/>
            <a:ext cx="6419215" cy="1568450"/>
          </a:xfrm>
          <a:prstGeom prst="rect">
            <a:avLst/>
          </a:prstGeom>
          <a:noFill/>
        </p:spPr>
        <p:txBody>
          <a:bodyPr wrap="square" rtlCol="0">
            <a:spAutoFit/>
          </a:bodyPr>
          <a:lstStyle/>
          <a:p>
            <a:pPr algn="dist"/>
            <a:r>
              <a:rPr lang="zh-CN" altLang="en-US" sz="9600" b="1" dirty="0">
                <a:solidFill>
                  <a:schemeClr val="bg1"/>
                </a:solidFill>
                <a:latin typeface="微软雅黑" panose="020B0503020204020204" charset="-122"/>
                <a:ea typeface="微软雅黑" panose="020B0503020204020204" charset="-122"/>
                <a:cs typeface="微软雅黑 Light" panose="020B0502040204020203" charset="-122"/>
                <a:sym typeface="+mn-ea"/>
              </a:rPr>
              <a:t>平台</a:t>
            </a:r>
            <a:r>
              <a:rPr lang="zh-CN" altLang="en-US" sz="9600" b="1" dirty="0">
                <a:solidFill>
                  <a:schemeClr val="bg1"/>
                </a:solidFill>
                <a:latin typeface="微软雅黑" panose="020B0503020204020204" charset="-122"/>
                <a:ea typeface="微软雅黑" panose="020B0503020204020204" charset="-122"/>
                <a:cs typeface="微软雅黑 Light" panose="020B0502040204020203" charset="-122"/>
                <a:sym typeface="+mn-ea"/>
              </a:rPr>
              <a:t>图示</a:t>
            </a:r>
            <a:endParaRPr lang="zh-CN" altLang="en-US" sz="9600" b="1" dirty="0">
              <a:solidFill>
                <a:schemeClr val="bg1"/>
              </a:solidFill>
              <a:latin typeface="微软雅黑" panose="020B0503020204020204" charset="-122"/>
              <a:ea typeface="微软雅黑" panose="020B0503020204020204" charset="-122"/>
              <a:cs typeface="微软雅黑 Light" panose="020B0502040204020203" charset="-122"/>
              <a:sym typeface="+mn-ea"/>
            </a:endParaRPr>
          </a:p>
        </p:txBody>
      </p:sp>
    </p:spTree>
    <p:custDataLst>
      <p:tags r:id="rId8"/>
    </p:custData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标题 8"/>
          <p:cNvSpPr>
            <a:spLocks noGrp="1"/>
          </p:cNvSpPr>
          <p:nvPr>
            <p:custDataLst>
              <p:tags r:id="rId1"/>
            </p:custDataLst>
          </p:nvPr>
        </p:nvSpPr>
        <p:spPr>
          <a:xfrm>
            <a:off x="937260" y="0"/>
            <a:ext cx="7235825" cy="799465"/>
          </a:xfrm>
          <a:prstGeom prst="rect">
            <a:avLst/>
          </a:prstGeom>
        </p:spPr>
        <p:txBody>
          <a:bodyPr vert="horz" lIns="90170" tIns="46990" rIns="90170" bIns="46990" rtlCol="0" anchor="ctr" anchorCtr="0">
            <a:noAutofit/>
          </a:bodyPr>
          <a:lstStyle>
            <a:lvl1pPr>
              <a:defRPr sz="6000">
                <a:solidFill>
                  <a:srgbClr val="1D43F3"/>
                </a:solidFill>
              </a:defRPr>
            </a:lvl1pPr>
          </a:lstStyle>
          <a:p>
            <a:r>
              <a:rPr lang="zh-CN" altLang="en-US" sz="3600" b="1">
                <a:solidFill>
                  <a:srgbClr val="254D97"/>
                </a:solidFill>
                <a:cs typeface="微软雅黑 Light" panose="020B0502040204020203" charset="-122"/>
              </a:rPr>
              <a:t>图示：平台架构</a:t>
            </a:r>
            <a:r>
              <a:rPr lang="zh-CN" altLang="en-US" sz="3600" b="1">
                <a:solidFill>
                  <a:srgbClr val="254D97"/>
                </a:solidFill>
                <a:cs typeface="微软雅黑 Light" panose="020B0502040204020203" charset="-122"/>
              </a:rPr>
              <a:t>图</a:t>
            </a:r>
            <a:endParaRPr lang="zh-CN" altLang="en-US" sz="3600" b="1">
              <a:solidFill>
                <a:srgbClr val="254D97"/>
              </a:solidFill>
              <a:cs typeface="微软雅黑 Light" panose="020B0502040204020203" charset="-122"/>
            </a:endParaRPr>
          </a:p>
        </p:txBody>
      </p:sp>
      <p:sp>
        <p:nvSpPr>
          <p:cNvPr id="56" name="矩形 55"/>
          <p:cNvSpPr/>
          <p:nvPr/>
        </p:nvSpPr>
        <p:spPr>
          <a:xfrm>
            <a:off x="8580755" y="5934075"/>
            <a:ext cx="3529330" cy="822960"/>
          </a:xfrm>
          <a:prstGeom prst="rect">
            <a:avLst/>
          </a:prstGeom>
          <a:solidFill>
            <a:schemeClr val="bg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6" name="圆角矩形 5"/>
          <p:cNvSpPr/>
          <p:nvPr/>
        </p:nvSpPr>
        <p:spPr>
          <a:xfrm>
            <a:off x="805815" y="1217930"/>
            <a:ext cx="514350" cy="1068070"/>
          </a:xfrm>
          <a:prstGeom prst="roundRect">
            <a:avLst/>
          </a:prstGeom>
        </p:spPr>
        <p:style>
          <a:lnRef idx="0">
            <a:srgbClr val="FFFFFF"/>
          </a:lnRef>
          <a:fillRef idx="1">
            <a:schemeClr val="accent1"/>
          </a:fillRef>
          <a:effectRef idx="0">
            <a:srgbClr val="FFFFFF"/>
          </a:effectRef>
          <a:fontRef idx="minor">
            <a:schemeClr val="lt1"/>
          </a:fontRef>
        </p:style>
        <p:txBody>
          <a:bodyPr rtlCol="0" anchor="ctr"/>
          <a:p>
            <a:pPr algn="ctr"/>
            <a:r>
              <a:rPr lang="zh-CN" altLang="en-US" sz="1400" b="1">
                <a:latin typeface="+mn-ea"/>
              </a:rPr>
              <a:t>应用</a:t>
            </a:r>
            <a:endParaRPr lang="zh-CN" altLang="en-US" sz="1400" b="1">
              <a:latin typeface="+mn-ea"/>
            </a:endParaRPr>
          </a:p>
          <a:p>
            <a:pPr algn="ctr"/>
            <a:r>
              <a:rPr lang="zh-CN" altLang="en-US" sz="1400" b="1">
                <a:latin typeface="+mn-ea"/>
              </a:rPr>
              <a:t>终端</a:t>
            </a:r>
            <a:endParaRPr lang="zh-CN" altLang="en-US" sz="1400" b="1">
              <a:latin typeface="+mn-ea"/>
            </a:endParaRPr>
          </a:p>
        </p:txBody>
      </p:sp>
      <p:pic>
        <p:nvPicPr>
          <p:cNvPr id="14" name="图片 13"/>
          <p:cNvPicPr>
            <a:picLocks noChangeAspect="1"/>
          </p:cNvPicPr>
          <p:nvPr/>
        </p:nvPicPr>
        <p:blipFill>
          <a:blip r:embed="rId2"/>
          <a:stretch>
            <a:fillRect/>
          </a:stretch>
        </p:blipFill>
        <p:spPr>
          <a:xfrm>
            <a:off x="1464945" y="1217930"/>
            <a:ext cx="1477010" cy="789940"/>
          </a:xfrm>
          <a:prstGeom prst="rect">
            <a:avLst/>
          </a:prstGeom>
        </p:spPr>
      </p:pic>
      <p:pic>
        <p:nvPicPr>
          <p:cNvPr id="21" name="图片 20"/>
          <p:cNvPicPr>
            <a:picLocks noChangeAspect="1"/>
          </p:cNvPicPr>
          <p:nvPr/>
        </p:nvPicPr>
        <p:blipFill>
          <a:blip r:embed="rId3"/>
          <a:stretch>
            <a:fillRect/>
          </a:stretch>
        </p:blipFill>
        <p:spPr>
          <a:xfrm>
            <a:off x="3427095" y="1295400"/>
            <a:ext cx="1057275" cy="657860"/>
          </a:xfrm>
          <a:prstGeom prst="rect">
            <a:avLst/>
          </a:prstGeom>
        </p:spPr>
      </p:pic>
      <p:pic>
        <p:nvPicPr>
          <p:cNvPr id="22" name="图片 21"/>
          <p:cNvPicPr>
            <a:picLocks noChangeAspect="1"/>
          </p:cNvPicPr>
          <p:nvPr/>
        </p:nvPicPr>
        <p:blipFill>
          <a:blip r:embed="rId4"/>
          <a:stretch>
            <a:fillRect/>
          </a:stretch>
        </p:blipFill>
        <p:spPr>
          <a:xfrm>
            <a:off x="8299450" y="1136015"/>
            <a:ext cx="718820" cy="938530"/>
          </a:xfrm>
          <a:prstGeom prst="rect">
            <a:avLst/>
          </a:prstGeom>
        </p:spPr>
      </p:pic>
      <p:pic>
        <p:nvPicPr>
          <p:cNvPr id="26" name="图片 25"/>
          <p:cNvPicPr>
            <a:picLocks noChangeAspect="1"/>
          </p:cNvPicPr>
          <p:nvPr/>
        </p:nvPicPr>
        <p:blipFill>
          <a:blip r:embed="rId5"/>
          <a:stretch>
            <a:fillRect/>
          </a:stretch>
        </p:blipFill>
        <p:spPr>
          <a:xfrm>
            <a:off x="6271895" y="1217295"/>
            <a:ext cx="1458595" cy="856615"/>
          </a:xfrm>
          <a:prstGeom prst="rect">
            <a:avLst/>
          </a:prstGeom>
        </p:spPr>
      </p:pic>
      <p:sp>
        <p:nvSpPr>
          <p:cNvPr id="29" name="圆角矩形 28"/>
          <p:cNvSpPr/>
          <p:nvPr/>
        </p:nvSpPr>
        <p:spPr>
          <a:xfrm>
            <a:off x="1167130" y="1960245"/>
            <a:ext cx="8218170" cy="326390"/>
          </a:xfrm>
          <a:prstGeom prst="roundRect">
            <a:avLst/>
          </a:prstGeom>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30" name="文本框 29"/>
          <p:cNvSpPr txBox="1"/>
          <p:nvPr/>
        </p:nvSpPr>
        <p:spPr>
          <a:xfrm>
            <a:off x="1499235" y="1973580"/>
            <a:ext cx="1491615" cy="275590"/>
          </a:xfrm>
          <a:prstGeom prst="rect">
            <a:avLst/>
          </a:prstGeom>
          <a:noFill/>
        </p:spPr>
        <p:txBody>
          <a:bodyPr wrap="square" rtlCol="0">
            <a:spAutoFit/>
          </a:bodyPr>
          <a:p>
            <a:r>
              <a:rPr lang="zh-CN" altLang="en-US" sz="1200">
                <a:solidFill>
                  <a:schemeClr val="bg1"/>
                </a:solidFill>
                <a:latin typeface="+mn-ea"/>
                <a:cs typeface="+mn-ea"/>
              </a:rPr>
              <a:t>教育局监管端（</a:t>
            </a:r>
            <a:r>
              <a:rPr lang="en-US" altLang="zh-CN" sz="1200">
                <a:solidFill>
                  <a:schemeClr val="bg1"/>
                </a:solidFill>
                <a:latin typeface="+mn-ea"/>
                <a:cs typeface="+mn-ea"/>
              </a:rPr>
              <a:t>PC</a:t>
            </a:r>
            <a:r>
              <a:rPr lang="zh-CN" altLang="en-US" sz="1200">
                <a:solidFill>
                  <a:schemeClr val="bg1"/>
                </a:solidFill>
                <a:latin typeface="+mn-ea"/>
                <a:cs typeface="+mn-ea"/>
              </a:rPr>
              <a:t>）</a:t>
            </a:r>
            <a:endParaRPr lang="zh-CN" altLang="en-US" sz="1200">
              <a:solidFill>
                <a:schemeClr val="bg1"/>
              </a:solidFill>
              <a:latin typeface="+mn-ea"/>
              <a:cs typeface="+mn-ea"/>
            </a:endParaRPr>
          </a:p>
        </p:txBody>
      </p:sp>
      <p:sp>
        <p:nvSpPr>
          <p:cNvPr id="31" name="文本框 30"/>
          <p:cNvSpPr txBox="1"/>
          <p:nvPr/>
        </p:nvSpPr>
        <p:spPr>
          <a:xfrm>
            <a:off x="3388995" y="1973580"/>
            <a:ext cx="1443355" cy="275590"/>
          </a:xfrm>
          <a:prstGeom prst="rect">
            <a:avLst/>
          </a:prstGeom>
          <a:noFill/>
        </p:spPr>
        <p:txBody>
          <a:bodyPr wrap="square" rtlCol="0">
            <a:spAutoFit/>
          </a:bodyPr>
          <a:p>
            <a:r>
              <a:rPr lang="en-US" altLang="zh-CN" sz="1200">
                <a:solidFill>
                  <a:schemeClr val="bg1"/>
                </a:solidFill>
                <a:latin typeface="+mn-ea"/>
                <a:cs typeface="+mn-ea"/>
              </a:rPr>
              <a:t>  </a:t>
            </a:r>
            <a:r>
              <a:rPr lang="zh-CN" altLang="en-US" sz="1200">
                <a:solidFill>
                  <a:schemeClr val="bg1"/>
                </a:solidFill>
                <a:latin typeface="+mn-ea"/>
                <a:cs typeface="+mn-ea"/>
              </a:rPr>
              <a:t>学校端（</a:t>
            </a:r>
            <a:r>
              <a:rPr lang="en-US" altLang="zh-CN" sz="1200">
                <a:solidFill>
                  <a:schemeClr val="bg1"/>
                </a:solidFill>
                <a:latin typeface="+mn-ea"/>
                <a:cs typeface="+mn-ea"/>
              </a:rPr>
              <a:t>PC</a:t>
            </a:r>
            <a:r>
              <a:rPr lang="zh-CN" altLang="en-US" sz="1200">
                <a:solidFill>
                  <a:schemeClr val="bg1"/>
                </a:solidFill>
                <a:latin typeface="+mn-ea"/>
                <a:cs typeface="+mn-ea"/>
              </a:rPr>
              <a:t>）</a:t>
            </a:r>
            <a:endParaRPr lang="zh-CN" altLang="en-US" sz="1200">
              <a:solidFill>
                <a:schemeClr val="bg1"/>
              </a:solidFill>
              <a:latin typeface="+mn-ea"/>
              <a:cs typeface="+mn-ea"/>
            </a:endParaRPr>
          </a:p>
        </p:txBody>
      </p:sp>
      <p:sp>
        <p:nvSpPr>
          <p:cNvPr id="32" name="文本框 31"/>
          <p:cNvSpPr txBox="1"/>
          <p:nvPr/>
        </p:nvSpPr>
        <p:spPr>
          <a:xfrm>
            <a:off x="4947920" y="1973580"/>
            <a:ext cx="1125220" cy="275590"/>
          </a:xfrm>
          <a:prstGeom prst="rect">
            <a:avLst/>
          </a:prstGeom>
          <a:noFill/>
        </p:spPr>
        <p:txBody>
          <a:bodyPr wrap="square" rtlCol="0">
            <a:spAutoFit/>
          </a:bodyPr>
          <a:p>
            <a:r>
              <a:rPr lang="zh-CN" altLang="en-US" sz="1200">
                <a:solidFill>
                  <a:schemeClr val="bg1"/>
                </a:solidFill>
                <a:latin typeface="+mn-ea"/>
                <a:cs typeface="+mn-ea"/>
              </a:rPr>
              <a:t>机构端（</a:t>
            </a:r>
            <a:r>
              <a:rPr lang="en-US" altLang="zh-CN" sz="1200">
                <a:solidFill>
                  <a:schemeClr val="bg1"/>
                </a:solidFill>
                <a:latin typeface="+mn-ea"/>
                <a:cs typeface="+mn-ea"/>
              </a:rPr>
              <a:t>PC</a:t>
            </a:r>
            <a:r>
              <a:rPr lang="zh-CN" altLang="en-US" sz="1200">
                <a:solidFill>
                  <a:schemeClr val="bg1"/>
                </a:solidFill>
                <a:latin typeface="+mn-ea"/>
                <a:cs typeface="+mn-ea"/>
              </a:rPr>
              <a:t>）</a:t>
            </a:r>
            <a:endParaRPr lang="zh-CN" altLang="en-US" sz="1200">
              <a:solidFill>
                <a:schemeClr val="bg1"/>
              </a:solidFill>
              <a:latin typeface="+mn-ea"/>
              <a:cs typeface="+mn-ea"/>
            </a:endParaRPr>
          </a:p>
        </p:txBody>
      </p:sp>
      <p:sp>
        <p:nvSpPr>
          <p:cNvPr id="33" name="文本框 32"/>
          <p:cNvSpPr txBox="1"/>
          <p:nvPr/>
        </p:nvSpPr>
        <p:spPr>
          <a:xfrm>
            <a:off x="6388100" y="1973580"/>
            <a:ext cx="1287145" cy="275590"/>
          </a:xfrm>
          <a:prstGeom prst="rect">
            <a:avLst/>
          </a:prstGeom>
          <a:noFill/>
        </p:spPr>
        <p:txBody>
          <a:bodyPr wrap="square" rtlCol="0">
            <a:spAutoFit/>
          </a:bodyPr>
          <a:p>
            <a:r>
              <a:rPr lang="zh-CN" altLang="en-US" sz="1200">
                <a:solidFill>
                  <a:schemeClr val="bg1"/>
                </a:solidFill>
                <a:latin typeface="+mn-ea"/>
              </a:rPr>
              <a:t>家长端（移动端）</a:t>
            </a:r>
            <a:endParaRPr lang="zh-CN" altLang="en-US" sz="1200">
              <a:solidFill>
                <a:schemeClr val="bg1"/>
              </a:solidFill>
              <a:latin typeface="+mn-ea"/>
            </a:endParaRPr>
          </a:p>
        </p:txBody>
      </p:sp>
      <p:sp>
        <p:nvSpPr>
          <p:cNvPr id="34" name="文本框 33"/>
          <p:cNvSpPr txBox="1"/>
          <p:nvPr/>
        </p:nvSpPr>
        <p:spPr>
          <a:xfrm>
            <a:off x="8053070" y="1973580"/>
            <a:ext cx="1327150" cy="275590"/>
          </a:xfrm>
          <a:prstGeom prst="rect">
            <a:avLst/>
          </a:prstGeom>
          <a:noFill/>
        </p:spPr>
        <p:txBody>
          <a:bodyPr wrap="square" rtlCol="0">
            <a:spAutoFit/>
          </a:bodyPr>
          <a:p>
            <a:r>
              <a:rPr lang="zh-CN" altLang="en-US" sz="1200">
                <a:solidFill>
                  <a:schemeClr val="bg1"/>
                </a:solidFill>
                <a:latin typeface="+mn-ea"/>
              </a:rPr>
              <a:t>教师端（</a:t>
            </a:r>
            <a:r>
              <a:rPr lang="zh-CN" altLang="en-US" sz="1200">
                <a:solidFill>
                  <a:schemeClr val="bg1"/>
                </a:solidFill>
                <a:latin typeface="+mn-ea"/>
                <a:sym typeface="+mn-ea"/>
              </a:rPr>
              <a:t>移动端</a:t>
            </a:r>
            <a:r>
              <a:rPr lang="zh-CN" altLang="en-US" sz="1200">
                <a:solidFill>
                  <a:schemeClr val="bg1"/>
                </a:solidFill>
                <a:latin typeface="+mn-ea"/>
              </a:rPr>
              <a:t>）</a:t>
            </a:r>
            <a:endParaRPr lang="zh-CN" altLang="en-US" sz="1200">
              <a:solidFill>
                <a:schemeClr val="bg1"/>
              </a:solidFill>
              <a:latin typeface="+mn-ea"/>
            </a:endParaRPr>
          </a:p>
        </p:txBody>
      </p:sp>
      <p:pic>
        <p:nvPicPr>
          <p:cNvPr id="35" name="图片 34"/>
          <p:cNvPicPr>
            <a:picLocks noChangeAspect="1"/>
          </p:cNvPicPr>
          <p:nvPr/>
        </p:nvPicPr>
        <p:blipFill>
          <a:blip r:embed="rId3"/>
          <a:stretch>
            <a:fillRect/>
          </a:stretch>
        </p:blipFill>
        <p:spPr>
          <a:xfrm>
            <a:off x="4926965" y="1301750"/>
            <a:ext cx="1057275" cy="657860"/>
          </a:xfrm>
          <a:prstGeom prst="rect">
            <a:avLst/>
          </a:prstGeom>
        </p:spPr>
      </p:pic>
      <p:sp>
        <p:nvSpPr>
          <p:cNvPr id="36" name="圆角矩形 35"/>
          <p:cNvSpPr/>
          <p:nvPr/>
        </p:nvSpPr>
        <p:spPr>
          <a:xfrm>
            <a:off x="805815" y="2966720"/>
            <a:ext cx="514350" cy="1737995"/>
          </a:xfrm>
          <a:prstGeom prst="roundRect">
            <a:avLst/>
          </a:prstGeom>
        </p:spPr>
        <p:style>
          <a:lnRef idx="0">
            <a:srgbClr val="FFFFFF"/>
          </a:lnRef>
          <a:fillRef idx="1">
            <a:schemeClr val="accent1"/>
          </a:fillRef>
          <a:effectRef idx="0">
            <a:srgbClr val="FFFFFF"/>
          </a:effectRef>
          <a:fontRef idx="minor">
            <a:schemeClr val="lt1"/>
          </a:fontRef>
        </p:style>
        <p:txBody>
          <a:bodyPr rtlCol="0" anchor="ctr"/>
          <a:p>
            <a:pPr algn="ctr"/>
            <a:r>
              <a:rPr lang="zh-CN" altLang="en-US" sz="1400" b="1">
                <a:latin typeface="+mn-ea"/>
              </a:rPr>
              <a:t>业务模块</a:t>
            </a:r>
            <a:endParaRPr lang="zh-CN" altLang="en-US" sz="1400" b="1">
              <a:latin typeface="+mn-ea"/>
            </a:endParaRPr>
          </a:p>
        </p:txBody>
      </p:sp>
      <p:sp>
        <p:nvSpPr>
          <p:cNvPr id="92" name="圆角矩形 91"/>
          <p:cNvSpPr/>
          <p:nvPr/>
        </p:nvSpPr>
        <p:spPr>
          <a:xfrm>
            <a:off x="1499235" y="2966720"/>
            <a:ext cx="1369695" cy="311785"/>
          </a:xfrm>
          <a:prstGeom prst="roundRect">
            <a:avLst/>
          </a:prstGeom>
        </p:spPr>
        <p:style>
          <a:lnRef idx="0">
            <a:srgbClr val="FFFFFF"/>
          </a:lnRef>
          <a:fillRef idx="1">
            <a:schemeClr val="accent1"/>
          </a:fillRef>
          <a:effectRef idx="0">
            <a:srgbClr val="FFFFFF"/>
          </a:effectRef>
          <a:fontRef idx="minor">
            <a:schemeClr val="lt1"/>
          </a:fontRef>
        </p:style>
        <p:txBody>
          <a:bodyPr lIns="46990" tIns="46990" rIns="46990" bIns="46990" rtlCol="0" anchor="ctr"/>
          <a:p>
            <a:pPr algn="ctr"/>
            <a:r>
              <a:rPr lang="zh-CN" altLang="en-US" sz="1100" b="1">
                <a:latin typeface="+mn-ea"/>
              </a:rPr>
              <a:t>机构管理</a:t>
            </a:r>
            <a:endParaRPr lang="zh-CN" altLang="en-US" sz="1100" b="1">
              <a:latin typeface="+mn-ea"/>
            </a:endParaRPr>
          </a:p>
        </p:txBody>
      </p:sp>
      <p:sp>
        <p:nvSpPr>
          <p:cNvPr id="93" name="圆角矩形 92"/>
          <p:cNvSpPr/>
          <p:nvPr/>
        </p:nvSpPr>
        <p:spPr>
          <a:xfrm>
            <a:off x="1499235" y="3322955"/>
            <a:ext cx="1369695" cy="311785"/>
          </a:xfrm>
          <a:prstGeom prst="roundRect">
            <a:avLst/>
          </a:prstGeom>
        </p:spPr>
        <p:style>
          <a:lnRef idx="2">
            <a:schemeClr val="accent1"/>
          </a:lnRef>
          <a:fillRef idx="0">
            <a:srgbClr val="FFFFFF"/>
          </a:fillRef>
          <a:effectRef idx="0">
            <a:srgbClr val="FFFFFF"/>
          </a:effectRef>
          <a:fontRef idx="minor">
            <a:schemeClr val="tx1"/>
          </a:fontRef>
        </p:style>
        <p:txBody>
          <a:bodyPr lIns="46990" tIns="46990" rIns="46990" bIns="46990" rtlCol="0" anchor="ctr"/>
          <a:p>
            <a:pPr algn="ctr"/>
            <a:r>
              <a:rPr lang="zh-CN" altLang="en-US" sz="1100">
                <a:latin typeface="+mn-ea"/>
              </a:rPr>
              <a:t>机构遴选审核</a:t>
            </a:r>
            <a:endParaRPr lang="zh-CN" altLang="en-US" sz="1100">
              <a:latin typeface="+mn-ea"/>
            </a:endParaRPr>
          </a:p>
        </p:txBody>
      </p:sp>
      <p:sp>
        <p:nvSpPr>
          <p:cNvPr id="94" name="圆角矩形 93"/>
          <p:cNvSpPr/>
          <p:nvPr/>
        </p:nvSpPr>
        <p:spPr>
          <a:xfrm>
            <a:off x="1499235" y="3679825"/>
            <a:ext cx="1369695" cy="311785"/>
          </a:xfrm>
          <a:prstGeom prst="roundRect">
            <a:avLst/>
          </a:prstGeom>
        </p:spPr>
        <p:style>
          <a:lnRef idx="2">
            <a:schemeClr val="accent1"/>
          </a:lnRef>
          <a:fillRef idx="0">
            <a:srgbClr val="FFFFFF"/>
          </a:fillRef>
          <a:effectRef idx="0">
            <a:srgbClr val="FFFFFF"/>
          </a:effectRef>
          <a:fontRef idx="minor">
            <a:schemeClr val="tx1"/>
          </a:fontRef>
        </p:style>
        <p:txBody>
          <a:bodyPr lIns="46990" tIns="46990" rIns="46990" bIns="46990" rtlCol="0" anchor="ctr"/>
          <a:p>
            <a:pPr algn="ctr"/>
            <a:r>
              <a:rPr lang="zh-CN" altLang="en-US" sz="1100">
                <a:latin typeface="+mn-ea"/>
              </a:rPr>
              <a:t>课程入库审核</a:t>
            </a:r>
            <a:endParaRPr lang="zh-CN" altLang="en-US" sz="1100">
              <a:latin typeface="+mn-ea"/>
            </a:endParaRPr>
          </a:p>
        </p:txBody>
      </p:sp>
      <p:sp>
        <p:nvSpPr>
          <p:cNvPr id="95" name="圆角矩形 94"/>
          <p:cNvSpPr/>
          <p:nvPr/>
        </p:nvSpPr>
        <p:spPr>
          <a:xfrm>
            <a:off x="1499235" y="4036695"/>
            <a:ext cx="1369695" cy="311785"/>
          </a:xfrm>
          <a:prstGeom prst="roundRect">
            <a:avLst/>
          </a:prstGeom>
        </p:spPr>
        <p:style>
          <a:lnRef idx="2">
            <a:schemeClr val="accent1"/>
          </a:lnRef>
          <a:fillRef idx="0">
            <a:srgbClr val="FFFFFF"/>
          </a:fillRef>
          <a:effectRef idx="0">
            <a:srgbClr val="FFFFFF"/>
          </a:effectRef>
          <a:fontRef idx="minor">
            <a:schemeClr val="tx1"/>
          </a:fontRef>
        </p:style>
        <p:txBody>
          <a:bodyPr lIns="46990" tIns="46990" rIns="46990" bIns="46990" rtlCol="0" anchor="ctr"/>
          <a:p>
            <a:pPr algn="ctr"/>
            <a:r>
              <a:rPr lang="zh-CN" altLang="en-US" sz="1100">
                <a:latin typeface="+mn-ea"/>
                <a:sym typeface="+mn-ea"/>
              </a:rPr>
              <a:t>机构</a:t>
            </a:r>
            <a:r>
              <a:rPr lang="zh-CN" altLang="en-US" sz="1100">
                <a:latin typeface="+mn-ea"/>
              </a:rPr>
              <a:t>师资管理</a:t>
            </a:r>
            <a:endParaRPr lang="zh-CN" altLang="en-US" sz="1100">
              <a:latin typeface="+mn-ea"/>
            </a:endParaRPr>
          </a:p>
        </p:txBody>
      </p:sp>
      <p:sp>
        <p:nvSpPr>
          <p:cNvPr id="96" name="圆角矩形 95"/>
          <p:cNvSpPr/>
          <p:nvPr/>
        </p:nvSpPr>
        <p:spPr>
          <a:xfrm>
            <a:off x="1499235" y="4393565"/>
            <a:ext cx="1369695" cy="311785"/>
          </a:xfrm>
          <a:prstGeom prst="roundRect">
            <a:avLst/>
          </a:prstGeom>
        </p:spPr>
        <p:style>
          <a:lnRef idx="2">
            <a:schemeClr val="accent1"/>
          </a:lnRef>
          <a:fillRef idx="0">
            <a:srgbClr val="FFFFFF"/>
          </a:fillRef>
          <a:effectRef idx="0">
            <a:srgbClr val="FFFFFF"/>
          </a:effectRef>
          <a:fontRef idx="minor">
            <a:schemeClr val="tx1"/>
          </a:fontRef>
        </p:style>
        <p:txBody>
          <a:bodyPr lIns="46990" tIns="46990" rIns="46990" bIns="46990" rtlCol="0" anchor="ctr"/>
          <a:p>
            <a:pPr algn="ctr"/>
            <a:r>
              <a:rPr lang="zh-CN" altLang="en-US" sz="1100">
                <a:latin typeface="+mn-ea"/>
              </a:rPr>
              <a:t>信用评价等级</a:t>
            </a:r>
            <a:endParaRPr lang="zh-CN" altLang="en-US" sz="1100">
              <a:latin typeface="+mn-ea"/>
            </a:endParaRPr>
          </a:p>
        </p:txBody>
      </p:sp>
      <p:sp>
        <p:nvSpPr>
          <p:cNvPr id="97" name="圆角矩形 96"/>
          <p:cNvSpPr/>
          <p:nvPr/>
        </p:nvSpPr>
        <p:spPr>
          <a:xfrm>
            <a:off x="3128010" y="2966720"/>
            <a:ext cx="1369695" cy="311785"/>
          </a:xfrm>
          <a:prstGeom prst="roundRect">
            <a:avLst/>
          </a:prstGeom>
        </p:spPr>
        <p:style>
          <a:lnRef idx="0">
            <a:srgbClr val="FFFFFF"/>
          </a:lnRef>
          <a:fillRef idx="1">
            <a:schemeClr val="accent1"/>
          </a:fillRef>
          <a:effectRef idx="0">
            <a:srgbClr val="FFFFFF"/>
          </a:effectRef>
          <a:fontRef idx="minor">
            <a:schemeClr val="lt1"/>
          </a:fontRef>
        </p:style>
        <p:txBody>
          <a:bodyPr lIns="46990" tIns="46990" rIns="46990" bIns="46990" rtlCol="0" anchor="ctr"/>
          <a:p>
            <a:pPr algn="ctr"/>
            <a:r>
              <a:rPr lang="zh-CN" altLang="en-US" sz="1100" b="1">
                <a:latin typeface="+mn-ea"/>
              </a:rPr>
              <a:t>课程资源管理</a:t>
            </a:r>
            <a:endParaRPr lang="zh-CN" altLang="en-US" sz="1100" b="1">
              <a:latin typeface="+mn-ea"/>
            </a:endParaRPr>
          </a:p>
        </p:txBody>
      </p:sp>
      <p:sp>
        <p:nvSpPr>
          <p:cNvPr id="98" name="圆角矩形 97"/>
          <p:cNvSpPr/>
          <p:nvPr/>
        </p:nvSpPr>
        <p:spPr>
          <a:xfrm>
            <a:off x="3128010" y="3322955"/>
            <a:ext cx="1369695" cy="311785"/>
          </a:xfrm>
          <a:prstGeom prst="roundRect">
            <a:avLst/>
          </a:prstGeom>
        </p:spPr>
        <p:style>
          <a:lnRef idx="2">
            <a:schemeClr val="accent1"/>
          </a:lnRef>
          <a:fillRef idx="0">
            <a:srgbClr val="FFFFFF"/>
          </a:fillRef>
          <a:effectRef idx="0">
            <a:srgbClr val="FFFFFF"/>
          </a:effectRef>
          <a:fontRef idx="minor">
            <a:schemeClr val="tx1"/>
          </a:fontRef>
        </p:style>
        <p:txBody>
          <a:bodyPr lIns="46990" tIns="46990" rIns="46990" bIns="46990" rtlCol="0" anchor="ctr"/>
          <a:p>
            <a:pPr algn="ctr"/>
            <a:r>
              <a:rPr lang="zh-CN" altLang="en-US" sz="1100">
                <a:latin typeface="+mn-ea"/>
              </a:rPr>
              <a:t>课程库管理</a:t>
            </a:r>
            <a:endParaRPr lang="zh-CN" altLang="en-US" sz="1100">
              <a:latin typeface="+mn-ea"/>
            </a:endParaRPr>
          </a:p>
        </p:txBody>
      </p:sp>
      <p:sp>
        <p:nvSpPr>
          <p:cNvPr id="99" name="圆角矩形 98"/>
          <p:cNvSpPr/>
          <p:nvPr/>
        </p:nvSpPr>
        <p:spPr>
          <a:xfrm>
            <a:off x="3128010" y="3679825"/>
            <a:ext cx="1369695" cy="311785"/>
          </a:xfrm>
          <a:prstGeom prst="roundRect">
            <a:avLst/>
          </a:prstGeom>
        </p:spPr>
        <p:style>
          <a:lnRef idx="2">
            <a:schemeClr val="accent1"/>
          </a:lnRef>
          <a:fillRef idx="0">
            <a:srgbClr val="FFFFFF"/>
          </a:fillRef>
          <a:effectRef idx="0">
            <a:srgbClr val="FFFFFF"/>
          </a:effectRef>
          <a:fontRef idx="minor">
            <a:schemeClr val="tx1"/>
          </a:fontRef>
        </p:style>
        <p:txBody>
          <a:bodyPr lIns="46990" tIns="46990" rIns="46990" bIns="46990" rtlCol="0" anchor="ctr"/>
          <a:p>
            <a:pPr algn="ctr"/>
            <a:r>
              <a:rPr lang="zh-CN" altLang="en-US" sz="1100">
                <a:latin typeface="+mn-ea"/>
              </a:rPr>
              <a:t>课程类型管理</a:t>
            </a:r>
            <a:endParaRPr lang="zh-CN" altLang="en-US" sz="1100">
              <a:latin typeface="+mn-ea"/>
            </a:endParaRPr>
          </a:p>
        </p:txBody>
      </p:sp>
      <p:sp>
        <p:nvSpPr>
          <p:cNvPr id="100" name="圆角矩形 99"/>
          <p:cNvSpPr/>
          <p:nvPr/>
        </p:nvSpPr>
        <p:spPr>
          <a:xfrm>
            <a:off x="3128010" y="4036695"/>
            <a:ext cx="1369695" cy="311785"/>
          </a:xfrm>
          <a:prstGeom prst="roundRect">
            <a:avLst/>
          </a:prstGeom>
        </p:spPr>
        <p:style>
          <a:lnRef idx="2">
            <a:schemeClr val="accent1"/>
          </a:lnRef>
          <a:fillRef idx="0">
            <a:srgbClr val="FFFFFF"/>
          </a:fillRef>
          <a:effectRef idx="0">
            <a:srgbClr val="FFFFFF"/>
          </a:effectRef>
          <a:fontRef idx="minor">
            <a:schemeClr val="tx1"/>
          </a:fontRef>
        </p:style>
        <p:txBody>
          <a:bodyPr lIns="46990" tIns="46990" rIns="46990" bIns="46990" rtlCol="0" anchor="ctr"/>
          <a:p>
            <a:pPr algn="ctr"/>
            <a:r>
              <a:rPr lang="zh-CN" altLang="en-US" sz="1100">
                <a:latin typeface="+mn-ea"/>
                <a:sym typeface="+mn-ea"/>
              </a:rPr>
              <a:t>场地管理</a:t>
            </a:r>
            <a:endParaRPr lang="zh-CN" altLang="en-US" sz="1100">
              <a:latin typeface="+mn-ea"/>
              <a:sym typeface="+mn-ea"/>
            </a:endParaRPr>
          </a:p>
        </p:txBody>
      </p:sp>
      <p:sp>
        <p:nvSpPr>
          <p:cNvPr id="101" name="圆角矩形 100"/>
          <p:cNvSpPr/>
          <p:nvPr/>
        </p:nvSpPr>
        <p:spPr>
          <a:xfrm>
            <a:off x="3128010" y="4393565"/>
            <a:ext cx="1369695" cy="311785"/>
          </a:xfrm>
          <a:prstGeom prst="roundRect">
            <a:avLst/>
          </a:prstGeom>
        </p:spPr>
        <p:style>
          <a:lnRef idx="2">
            <a:schemeClr val="accent1"/>
          </a:lnRef>
          <a:fillRef idx="0">
            <a:srgbClr val="FFFFFF"/>
          </a:fillRef>
          <a:effectRef idx="0">
            <a:srgbClr val="FFFFFF"/>
          </a:effectRef>
          <a:fontRef idx="minor">
            <a:schemeClr val="tx1"/>
          </a:fontRef>
        </p:style>
        <p:txBody>
          <a:bodyPr lIns="46990" tIns="46990" rIns="46990" bIns="46990" rtlCol="0" anchor="ctr"/>
          <a:p>
            <a:pPr algn="ctr"/>
            <a:r>
              <a:rPr lang="zh-CN" altLang="en-US" sz="1100">
                <a:latin typeface="+mn-ea"/>
                <a:sym typeface="+mn-ea"/>
              </a:rPr>
              <a:t>课程方案发布</a:t>
            </a:r>
            <a:endParaRPr lang="zh-CN" altLang="en-US" sz="1100">
              <a:latin typeface="+mn-ea"/>
              <a:sym typeface="+mn-ea"/>
            </a:endParaRPr>
          </a:p>
        </p:txBody>
      </p:sp>
      <p:sp>
        <p:nvSpPr>
          <p:cNvPr id="103" name="圆角矩形 102"/>
          <p:cNvSpPr/>
          <p:nvPr/>
        </p:nvSpPr>
        <p:spPr>
          <a:xfrm>
            <a:off x="4747260" y="2966720"/>
            <a:ext cx="1369695" cy="311785"/>
          </a:xfrm>
          <a:prstGeom prst="roundRect">
            <a:avLst/>
          </a:prstGeom>
        </p:spPr>
        <p:style>
          <a:lnRef idx="0">
            <a:srgbClr val="FFFFFF"/>
          </a:lnRef>
          <a:fillRef idx="1">
            <a:schemeClr val="accent1"/>
          </a:fillRef>
          <a:effectRef idx="0">
            <a:srgbClr val="FFFFFF"/>
          </a:effectRef>
          <a:fontRef idx="minor">
            <a:schemeClr val="lt1"/>
          </a:fontRef>
        </p:style>
        <p:txBody>
          <a:bodyPr lIns="46990" tIns="46990" rIns="46990" bIns="46990" rtlCol="0" anchor="ctr"/>
          <a:p>
            <a:pPr algn="ctr"/>
            <a:r>
              <a:rPr lang="zh-CN" altLang="en-US" sz="1100" b="1">
                <a:latin typeface="+mn-ea"/>
              </a:rPr>
              <a:t>选排课管理</a:t>
            </a:r>
            <a:endParaRPr lang="zh-CN" altLang="en-US" sz="1100" b="1">
              <a:latin typeface="+mn-ea"/>
            </a:endParaRPr>
          </a:p>
        </p:txBody>
      </p:sp>
      <p:sp>
        <p:nvSpPr>
          <p:cNvPr id="104" name="圆角矩形 103"/>
          <p:cNvSpPr/>
          <p:nvPr/>
        </p:nvSpPr>
        <p:spPr>
          <a:xfrm>
            <a:off x="4747260" y="3322955"/>
            <a:ext cx="1369695" cy="311785"/>
          </a:xfrm>
          <a:prstGeom prst="roundRect">
            <a:avLst/>
          </a:prstGeom>
          <a:ln>
            <a:solidFill>
              <a:srgbClr val="D4A979"/>
            </a:solidFill>
          </a:ln>
        </p:spPr>
        <p:style>
          <a:lnRef idx="2">
            <a:schemeClr val="accent1"/>
          </a:lnRef>
          <a:fillRef idx="0">
            <a:srgbClr val="FFFFFF"/>
          </a:fillRef>
          <a:effectRef idx="0">
            <a:srgbClr val="FFFFFF"/>
          </a:effectRef>
          <a:fontRef idx="minor">
            <a:schemeClr val="tx1"/>
          </a:fontRef>
        </p:style>
        <p:txBody>
          <a:bodyPr lIns="46990" tIns="46990" rIns="46990" bIns="46990" rtlCol="0" anchor="ctr"/>
          <a:p>
            <a:pPr algn="ctr"/>
            <a:r>
              <a:rPr lang="zh-CN" altLang="en-US" sz="1100">
                <a:solidFill>
                  <a:srgbClr val="D4A979"/>
                </a:solidFill>
                <a:latin typeface="+mn-ea"/>
              </a:rPr>
              <a:t>课程推荐</a:t>
            </a:r>
            <a:endParaRPr lang="zh-CN" altLang="en-US" sz="1100">
              <a:solidFill>
                <a:srgbClr val="D4A979"/>
              </a:solidFill>
              <a:latin typeface="+mn-ea"/>
            </a:endParaRPr>
          </a:p>
        </p:txBody>
      </p:sp>
      <p:sp>
        <p:nvSpPr>
          <p:cNvPr id="105" name="圆角矩形 104"/>
          <p:cNvSpPr/>
          <p:nvPr/>
        </p:nvSpPr>
        <p:spPr>
          <a:xfrm>
            <a:off x="4747260" y="3679825"/>
            <a:ext cx="1369695" cy="311785"/>
          </a:xfrm>
          <a:prstGeom prst="roundRect">
            <a:avLst/>
          </a:prstGeom>
        </p:spPr>
        <p:style>
          <a:lnRef idx="2">
            <a:schemeClr val="accent1"/>
          </a:lnRef>
          <a:fillRef idx="0">
            <a:srgbClr val="FFFFFF"/>
          </a:fillRef>
          <a:effectRef idx="0">
            <a:srgbClr val="FFFFFF"/>
          </a:effectRef>
          <a:fontRef idx="minor">
            <a:schemeClr val="tx1"/>
          </a:fontRef>
        </p:style>
        <p:txBody>
          <a:bodyPr lIns="46990" tIns="46990" rIns="46990" bIns="46990" rtlCol="0" anchor="ctr"/>
          <a:p>
            <a:pPr algn="ctr"/>
            <a:r>
              <a:rPr lang="zh-CN" altLang="en-US" sz="1100">
                <a:latin typeface="+mn-ea"/>
              </a:rPr>
              <a:t>选课报名、缴费</a:t>
            </a:r>
            <a:endParaRPr lang="zh-CN" altLang="en-US" sz="1100">
              <a:latin typeface="+mn-ea"/>
            </a:endParaRPr>
          </a:p>
        </p:txBody>
      </p:sp>
      <p:sp>
        <p:nvSpPr>
          <p:cNvPr id="106" name="圆角矩形 105"/>
          <p:cNvSpPr/>
          <p:nvPr/>
        </p:nvSpPr>
        <p:spPr>
          <a:xfrm>
            <a:off x="4747260" y="4036695"/>
            <a:ext cx="1369695" cy="311785"/>
          </a:xfrm>
          <a:prstGeom prst="roundRect">
            <a:avLst/>
          </a:prstGeom>
          <a:ln>
            <a:solidFill>
              <a:srgbClr val="D4A979"/>
            </a:solidFill>
          </a:ln>
        </p:spPr>
        <p:style>
          <a:lnRef idx="2">
            <a:schemeClr val="accent1"/>
          </a:lnRef>
          <a:fillRef idx="0">
            <a:srgbClr val="FFFFFF"/>
          </a:fillRef>
          <a:effectRef idx="0">
            <a:srgbClr val="FFFFFF"/>
          </a:effectRef>
          <a:fontRef idx="minor">
            <a:schemeClr val="tx1"/>
          </a:fontRef>
        </p:style>
        <p:txBody>
          <a:bodyPr lIns="46990" tIns="46990" rIns="46990" bIns="46990" rtlCol="0" anchor="ctr"/>
          <a:p>
            <a:pPr algn="ctr"/>
            <a:r>
              <a:rPr lang="zh-CN" altLang="en-US" sz="1100">
                <a:solidFill>
                  <a:srgbClr val="D4A979"/>
                </a:solidFill>
                <a:latin typeface="+mn-ea"/>
                <a:sym typeface="+mn-ea"/>
              </a:rPr>
              <a:t>智能排课</a:t>
            </a:r>
            <a:endParaRPr lang="zh-CN" altLang="en-US" sz="1100">
              <a:solidFill>
                <a:srgbClr val="D4A979"/>
              </a:solidFill>
              <a:latin typeface="+mn-ea"/>
              <a:sym typeface="+mn-ea"/>
            </a:endParaRPr>
          </a:p>
        </p:txBody>
      </p:sp>
      <p:sp>
        <p:nvSpPr>
          <p:cNvPr id="107" name="圆角矩形 106"/>
          <p:cNvSpPr/>
          <p:nvPr/>
        </p:nvSpPr>
        <p:spPr>
          <a:xfrm>
            <a:off x="4747260" y="4393565"/>
            <a:ext cx="1369695" cy="311785"/>
          </a:xfrm>
          <a:prstGeom prst="roundRect">
            <a:avLst/>
          </a:prstGeom>
          <a:ln>
            <a:solidFill>
              <a:srgbClr val="D4A979"/>
            </a:solidFill>
          </a:ln>
        </p:spPr>
        <p:style>
          <a:lnRef idx="2">
            <a:schemeClr val="accent1"/>
          </a:lnRef>
          <a:fillRef idx="0">
            <a:srgbClr val="FFFFFF"/>
          </a:fillRef>
          <a:effectRef idx="0">
            <a:srgbClr val="FFFFFF"/>
          </a:effectRef>
          <a:fontRef idx="minor">
            <a:schemeClr val="tx1"/>
          </a:fontRef>
        </p:style>
        <p:txBody>
          <a:bodyPr lIns="46990" tIns="46990" rIns="46990" bIns="46990" rtlCol="0" anchor="ctr"/>
          <a:p>
            <a:pPr algn="ctr"/>
            <a:r>
              <a:rPr lang="zh-CN" altLang="en-US" sz="1100">
                <a:solidFill>
                  <a:srgbClr val="D4A979"/>
                </a:solidFill>
                <a:latin typeface="+mn-ea"/>
                <a:sym typeface="+mn-ea"/>
              </a:rPr>
              <a:t>智能并班、调班</a:t>
            </a:r>
            <a:endParaRPr lang="zh-CN" altLang="en-US" sz="1100">
              <a:solidFill>
                <a:srgbClr val="D4A979"/>
              </a:solidFill>
              <a:latin typeface="+mn-ea"/>
              <a:sym typeface="+mn-ea"/>
            </a:endParaRPr>
          </a:p>
        </p:txBody>
      </p:sp>
      <p:sp>
        <p:nvSpPr>
          <p:cNvPr id="113" name="圆角矩形 112"/>
          <p:cNvSpPr/>
          <p:nvPr/>
        </p:nvSpPr>
        <p:spPr>
          <a:xfrm>
            <a:off x="6388735" y="2966720"/>
            <a:ext cx="1369695" cy="311785"/>
          </a:xfrm>
          <a:prstGeom prst="roundRect">
            <a:avLst/>
          </a:prstGeom>
        </p:spPr>
        <p:style>
          <a:lnRef idx="0">
            <a:srgbClr val="FFFFFF"/>
          </a:lnRef>
          <a:fillRef idx="1">
            <a:schemeClr val="accent1"/>
          </a:fillRef>
          <a:effectRef idx="0">
            <a:srgbClr val="FFFFFF"/>
          </a:effectRef>
          <a:fontRef idx="minor">
            <a:schemeClr val="lt1"/>
          </a:fontRef>
        </p:style>
        <p:txBody>
          <a:bodyPr lIns="46990" tIns="46990" rIns="46990" bIns="46990" rtlCol="0" anchor="ctr"/>
          <a:p>
            <a:pPr algn="ctr"/>
            <a:r>
              <a:rPr lang="zh-CN" altLang="en-US" sz="1100" b="1">
                <a:latin typeface="+mn-ea"/>
              </a:rPr>
              <a:t>过程管理</a:t>
            </a:r>
            <a:endParaRPr lang="zh-CN" altLang="en-US" sz="1100" b="1">
              <a:latin typeface="+mn-ea"/>
            </a:endParaRPr>
          </a:p>
        </p:txBody>
      </p:sp>
      <p:sp>
        <p:nvSpPr>
          <p:cNvPr id="114" name="圆角矩形 113"/>
          <p:cNvSpPr/>
          <p:nvPr/>
        </p:nvSpPr>
        <p:spPr>
          <a:xfrm>
            <a:off x="6388735" y="3322955"/>
            <a:ext cx="1369695" cy="311785"/>
          </a:xfrm>
          <a:prstGeom prst="roundRect">
            <a:avLst/>
          </a:prstGeom>
        </p:spPr>
        <p:style>
          <a:lnRef idx="2">
            <a:schemeClr val="accent1"/>
          </a:lnRef>
          <a:fillRef idx="0">
            <a:srgbClr val="FFFFFF"/>
          </a:fillRef>
          <a:effectRef idx="0">
            <a:srgbClr val="FFFFFF"/>
          </a:effectRef>
          <a:fontRef idx="minor">
            <a:schemeClr val="tx1"/>
          </a:fontRef>
        </p:style>
        <p:txBody>
          <a:bodyPr lIns="46990" tIns="46990" rIns="46990" bIns="46990" rtlCol="0" anchor="ctr"/>
          <a:p>
            <a:pPr algn="ctr"/>
            <a:r>
              <a:rPr lang="zh-CN" altLang="en-US" sz="1100">
                <a:latin typeface="+mn-ea"/>
              </a:rPr>
              <a:t>派师服务</a:t>
            </a:r>
            <a:endParaRPr lang="zh-CN" altLang="en-US" sz="1100">
              <a:latin typeface="+mn-ea"/>
            </a:endParaRPr>
          </a:p>
        </p:txBody>
      </p:sp>
      <p:sp>
        <p:nvSpPr>
          <p:cNvPr id="115" name="圆角矩形 114"/>
          <p:cNvSpPr/>
          <p:nvPr/>
        </p:nvSpPr>
        <p:spPr>
          <a:xfrm>
            <a:off x="6388735" y="3679825"/>
            <a:ext cx="1369695" cy="311785"/>
          </a:xfrm>
          <a:prstGeom prst="roundRect">
            <a:avLst/>
          </a:prstGeom>
        </p:spPr>
        <p:style>
          <a:lnRef idx="2">
            <a:schemeClr val="accent1"/>
          </a:lnRef>
          <a:fillRef idx="0">
            <a:srgbClr val="FFFFFF"/>
          </a:fillRef>
          <a:effectRef idx="0">
            <a:srgbClr val="FFFFFF"/>
          </a:effectRef>
          <a:fontRef idx="minor">
            <a:schemeClr val="tx1"/>
          </a:fontRef>
        </p:style>
        <p:txBody>
          <a:bodyPr lIns="46990" tIns="46990" rIns="46990" bIns="46990" rtlCol="0" anchor="ctr"/>
          <a:p>
            <a:pPr algn="ctr"/>
            <a:r>
              <a:rPr lang="zh-CN" altLang="en-US" sz="1100">
                <a:latin typeface="+mn-ea"/>
              </a:rPr>
              <a:t>巡课管理</a:t>
            </a:r>
            <a:endParaRPr lang="zh-CN" altLang="en-US" sz="1100">
              <a:latin typeface="+mn-ea"/>
            </a:endParaRPr>
          </a:p>
        </p:txBody>
      </p:sp>
      <p:sp>
        <p:nvSpPr>
          <p:cNvPr id="116" name="圆角矩形 115"/>
          <p:cNvSpPr/>
          <p:nvPr/>
        </p:nvSpPr>
        <p:spPr>
          <a:xfrm>
            <a:off x="6388735" y="4036695"/>
            <a:ext cx="1369695" cy="311785"/>
          </a:xfrm>
          <a:prstGeom prst="roundRect">
            <a:avLst/>
          </a:prstGeom>
        </p:spPr>
        <p:style>
          <a:lnRef idx="2">
            <a:schemeClr val="accent1"/>
          </a:lnRef>
          <a:fillRef idx="0">
            <a:srgbClr val="FFFFFF"/>
          </a:fillRef>
          <a:effectRef idx="0">
            <a:srgbClr val="FFFFFF"/>
          </a:effectRef>
          <a:fontRef idx="minor">
            <a:schemeClr val="tx1"/>
          </a:fontRef>
        </p:style>
        <p:txBody>
          <a:bodyPr lIns="46990" tIns="46990" rIns="46990" bIns="46990" rtlCol="0" anchor="ctr"/>
          <a:p>
            <a:pPr algn="ctr"/>
            <a:r>
              <a:rPr lang="zh-CN" altLang="en-US" sz="1100">
                <a:latin typeface="+mn-ea"/>
                <a:sym typeface="+mn-ea"/>
              </a:rPr>
              <a:t>考勤管理</a:t>
            </a:r>
            <a:endParaRPr lang="zh-CN" altLang="en-US" sz="1100">
              <a:latin typeface="+mn-ea"/>
              <a:sym typeface="+mn-ea"/>
            </a:endParaRPr>
          </a:p>
        </p:txBody>
      </p:sp>
      <p:sp>
        <p:nvSpPr>
          <p:cNvPr id="117" name="圆角矩形 116"/>
          <p:cNvSpPr/>
          <p:nvPr/>
        </p:nvSpPr>
        <p:spPr>
          <a:xfrm>
            <a:off x="6388735" y="4393565"/>
            <a:ext cx="1369695" cy="311785"/>
          </a:xfrm>
          <a:prstGeom prst="roundRect">
            <a:avLst/>
          </a:prstGeom>
          <a:ln>
            <a:solidFill>
              <a:srgbClr val="D4A979"/>
            </a:solidFill>
          </a:ln>
        </p:spPr>
        <p:style>
          <a:lnRef idx="2">
            <a:schemeClr val="accent1"/>
          </a:lnRef>
          <a:fillRef idx="0">
            <a:srgbClr val="FFFFFF"/>
          </a:fillRef>
          <a:effectRef idx="0">
            <a:srgbClr val="FFFFFF"/>
          </a:effectRef>
          <a:fontRef idx="minor">
            <a:schemeClr val="tx1"/>
          </a:fontRef>
        </p:style>
        <p:txBody>
          <a:bodyPr lIns="46990" tIns="46990" rIns="46990" bIns="46990" rtlCol="0" anchor="ctr"/>
          <a:p>
            <a:pPr algn="ctr"/>
            <a:r>
              <a:rPr lang="zh-CN" altLang="en-US" sz="1100">
                <a:solidFill>
                  <a:srgbClr val="D4A979"/>
                </a:solidFill>
                <a:latin typeface="+mn-ea"/>
                <a:sym typeface="+mn-ea"/>
              </a:rPr>
              <a:t>课堂分析预警</a:t>
            </a:r>
            <a:endParaRPr lang="zh-CN" altLang="en-US" sz="1100">
              <a:solidFill>
                <a:srgbClr val="D4A979"/>
              </a:solidFill>
              <a:latin typeface="+mn-ea"/>
              <a:sym typeface="+mn-ea"/>
            </a:endParaRPr>
          </a:p>
        </p:txBody>
      </p:sp>
      <p:sp>
        <p:nvSpPr>
          <p:cNvPr id="118" name="圆角矩形 117"/>
          <p:cNvSpPr/>
          <p:nvPr/>
        </p:nvSpPr>
        <p:spPr>
          <a:xfrm>
            <a:off x="8014970" y="2966720"/>
            <a:ext cx="1369695" cy="311785"/>
          </a:xfrm>
          <a:prstGeom prst="roundRect">
            <a:avLst/>
          </a:prstGeom>
        </p:spPr>
        <p:style>
          <a:lnRef idx="0">
            <a:srgbClr val="FFFFFF"/>
          </a:lnRef>
          <a:fillRef idx="1">
            <a:schemeClr val="accent1"/>
          </a:fillRef>
          <a:effectRef idx="0">
            <a:srgbClr val="FFFFFF"/>
          </a:effectRef>
          <a:fontRef idx="minor">
            <a:schemeClr val="lt1"/>
          </a:fontRef>
        </p:style>
        <p:txBody>
          <a:bodyPr lIns="46990" tIns="46990" rIns="46990" bIns="46990" rtlCol="0" anchor="ctr"/>
          <a:p>
            <a:pPr algn="ctr"/>
            <a:r>
              <a:rPr lang="zh-CN" altLang="en-US" sz="1100" b="1">
                <a:latin typeface="+mn-ea"/>
              </a:rPr>
              <a:t>财务管理</a:t>
            </a:r>
            <a:endParaRPr lang="zh-CN" altLang="en-US" sz="1100" b="1">
              <a:latin typeface="+mn-ea"/>
            </a:endParaRPr>
          </a:p>
        </p:txBody>
      </p:sp>
      <p:sp>
        <p:nvSpPr>
          <p:cNvPr id="119" name="圆角矩形 118"/>
          <p:cNvSpPr/>
          <p:nvPr/>
        </p:nvSpPr>
        <p:spPr>
          <a:xfrm>
            <a:off x="8014970" y="3322955"/>
            <a:ext cx="1369695" cy="311785"/>
          </a:xfrm>
          <a:prstGeom prst="roundRect">
            <a:avLst/>
          </a:prstGeom>
        </p:spPr>
        <p:style>
          <a:lnRef idx="2">
            <a:schemeClr val="accent1"/>
          </a:lnRef>
          <a:fillRef idx="0">
            <a:srgbClr val="FFFFFF"/>
          </a:fillRef>
          <a:effectRef idx="0">
            <a:srgbClr val="FFFFFF"/>
          </a:effectRef>
          <a:fontRef idx="minor">
            <a:schemeClr val="tx1"/>
          </a:fontRef>
        </p:style>
        <p:txBody>
          <a:bodyPr lIns="46990" tIns="46990" rIns="46990" bIns="46990" rtlCol="0" anchor="ctr"/>
          <a:p>
            <a:pPr algn="ctr"/>
            <a:r>
              <a:rPr lang="zh-CN" altLang="en-US" sz="1100">
                <a:latin typeface="+mn-ea"/>
              </a:rPr>
              <a:t>收费标准管理</a:t>
            </a:r>
            <a:endParaRPr lang="zh-CN" altLang="en-US" sz="1100">
              <a:latin typeface="+mn-ea"/>
            </a:endParaRPr>
          </a:p>
        </p:txBody>
      </p:sp>
      <p:sp>
        <p:nvSpPr>
          <p:cNvPr id="120" name="圆角矩形 119"/>
          <p:cNvSpPr/>
          <p:nvPr/>
        </p:nvSpPr>
        <p:spPr>
          <a:xfrm>
            <a:off x="8014970" y="3679825"/>
            <a:ext cx="1369695" cy="311785"/>
          </a:xfrm>
          <a:prstGeom prst="roundRect">
            <a:avLst/>
          </a:prstGeom>
        </p:spPr>
        <p:style>
          <a:lnRef idx="2">
            <a:schemeClr val="accent1"/>
          </a:lnRef>
          <a:fillRef idx="0">
            <a:srgbClr val="FFFFFF"/>
          </a:fillRef>
          <a:effectRef idx="0">
            <a:srgbClr val="FFFFFF"/>
          </a:effectRef>
          <a:fontRef idx="minor">
            <a:schemeClr val="tx1"/>
          </a:fontRef>
        </p:style>
        <p:txBody>
          <a:bodyPr lIns="46990" tIns="46990" rIns="46990" bIns="46990" rtlCol="0" anchor="ctr"/>
          <a:p>
            <a:pPr algn="ctr"/>
            <a:r>
              <a:rPr lang="zh-CN" altLang="en-US" sz="1100">
                <a:latin typeface="+mn-ea"/>
              </a:rPr>
              <a:t>票据管理</a:t>
            </a:r>
            <a:endParaRPr lang="zh-CN" altLang="en-US" sz="1100">
              <a:latin typeface="+mn-ea"/>
            </a:endParaRPr>
          </a:p>
        </p:txBody>
      </p:sp>
      <p:sp>
        <p:nvSpPr>
          <p:cNvPr id="121" name="圆角矩形 120"/>
          <p:cNvSpPr/>
          <p:nvPr/>
        </p:nvSpPr>
        <p:spPr>
          <a:xfrm>
            <a:off x="8014970" y="4036695"/>
            <a:ext cx="1369695" cy="311785"/>
          </a:xfrm>
          <a:prstGeom prst="roundRect">
            <a:avLst/>
          </a:prstGeom>
        </p:spPr>
        <p:style>
          <a:lnRef idx="2">
            <a:schemeClr val="accent1"/>
          </a:lnRef>
          <a:fillRef idx="0">
            <a:srgbClr val="FFFFFF"/>
          </a:fillRef>
          <a:effectRef idx="0">
            <a:srgbClr val="FFFFFF"/>
          </a:effectRef>
          <a:fontRef idx="minor">
            <a:schemeClr val="tx1"/>
          </a:fontRef>
        </p:style>
        <p:txBody>
          <a:bodyPr lIns="46990" tIns="46990" rIns="46990" bIns="46990" rtlCol="0" anchor="ctr"/>
          <a:p>
            <a:pPr algn="ctr"/>
            <a:r>
              <a:rPr lang="zh-CN" altLang="en-US" sz="1100">
                <a:latin typeface="+mn-ea"/>
                <a:sym typeface="+mn-ea"/>
              </a:rPr>
              <a:t>课时结算</a:t>
            </a:r>
            <a:endParaRPr lang="zh-CN" altLang="en-US" sz="1100">
              <a:latin typeface="+mn-ea"/>
              <a:sym typeface="+mn-ea"/>
            </a:endParaRPr>
          </a:p>
        </p:txBody>
      </p:sp>
      <p:sp>
        <p:nvSpPr>
          <p:cNvPr id="122" name="圆角矩形 121"/>
          <p:cNvSpPr/>
          <p:nvPr/>
        </p:nvSpPr>
        <p:spPr>
          <a:xfrm>
            <a:off x="8014970" y="4393565"/>
            <a:ext cx="1369695" cy="311785"/>
          </a:xfrm>
          <a:prstGeom prst="roundRect">
            <a:avLst/>
          </a:prstGeom>
        </p:spPr>
        <p:style>
          <a:lnRef idx="2">
            <a:schemeClr val="accent1"/>
          </a:lnRef>
          <a:fillRef idx="0">
            <a:srgbClr val="FFFFFF"/>
          </a:fillRef>
          <a:effectRef idx="0">
            <a:srgbClr val="FFFFFF"/>
          </a:effectRef>
          <a:fontRef idx="minor">
            <a:schemeClr val="tx1"/>
          </a:fontRef>
        </p:style>
        <p:txBody>
          <a:bodyPr lIns="46990" tIns="46990" rIns="46990" bIns="46990" rtlCol="0" anchor="ctr"/>
          <a:p>
            <a:pPr algn="ctr"/>
            <a:r>
              <a:rPr lang="zh-CN" altLang="en-US" sz="1100">
                <a:latin typeface="+mn-ea"/>
                <a:sym typeface="+mn-ea"/>
              </a:rPr>
              <a:t>机构结算</a:t>
            </a:r>
            <a:endParaRPr lang="zh-CN" altLang="en-US" sz="1100">
              <a:latin typeface="+mn-ea"/>
              <a:sym typeface="+mn-ea"/>
            </a:endParaRPr>
          </a:p>
        </p:txBody>
      </p:sp>
      <p:sp>
        <p:nvSpPr>
          <p:cNvPr id="123" name="圆角矩形 122"/>
          <p:cNvSpPr/>
          <p:nvPr/>
        </p:nvSpPr>
        <p:spPr>
          <a:xfrm>
            <a:off x="1499235" y="2374265"/>
            <a:ext cx="7885430" cy="485140"/>
          </a:xfrm>
          <a:prstGeom prst="roundRect">
            <a:avLst/>
          </a:prstGeom>
        </p:spPr>
        <p:style>
          <a:lnRef idx="2">
            <a:schemeClr val="accent1"/>
          </a:lnRef>
          <a:fillRef idx="0">
            <a:srgbClr val="FFFFFF"/>
          </a:fillRef>
          <a:effectRef idx="0">
            <a:srgbClr val="FFFFFF"/>
          </a:effectRef>
          <a:fontRef idx="minor">
            <a:schemeClr val="tx1"/>
          </a:fontRef>
        </p:style>
        <p:txBody>
          <a:bodyPr lIns="46990" tIns="46990" rIns="46990" bIns="46990" rtlCol="0" anchor="ctr"/>
          <a:p>
            <a:pPr algn="ctr"/>
            <a:endParaRPr lang="zh-CN" altLang="en-US" sz="1100">
              <a:latin typeface="+mn-ea"/>
            </a:endParaRPr>
          </a:p>
        </p:txBody>
      </p:sp>
      <p:sp>
        <p:nvSpPr>
          <p:cNvPr id="124" name="圆角矩形 123"/>
          <p:cNvSpPr/>
          <p:nvPr/>
        </p:nvSpPr>
        <p:spPr>
          <a:xfrm>
            <a:off x="1620520" y="2461895"/>
            <a:ext cx="1936750" cy="311785"/>
          </a:xfrm>
          <a:prstGeom prst="roundRect">
            <a:avLst/>
          </a:prstGeom>
        </p:spPr>
        <p:style>
          <a:lnRef idx="2">
            <a:schemeClr val="accent1"/>
          </a:lnRef>
          <a:fillRef idx="0">
            <a:srgbClr val="FFFFFF"/>
          </a:fillRef>
          <a:effectRef idx="0">
            <a:srgbClr val="FFFFFF"/>
          </a:effectRef>
          <a:fontRef idx="minor">
            <a:schemeClr val="tx1"/>
          </a:fontRef>
        </p:style>
        <p:txBody>
          <a:bodyPr lIns="46990" tIns="46990" rIns="46990" bIns="46990" rtlCol="0" anchor="ctr"/>
          <a:p>
            <a:pPr algn="ctr"/>
            <a:r>
              <a:rPr lang="zh-CN" altLang="en-US" sz="1100">
                <a:latin typeface="+mn-ea"/>
              </a:rPr>
              <a:t>课后服务业务开展趋势分析</a:t>
            </a:r>
            <a:endParaRPr lang="zh-CN" altLang="en-US" sz="1100">
              <a:latin typeface="+mn-ea"/>
            </a:endParaRPr>
          </a:p>
        </p:txBody>
      </p:sp>
      <p:sp>
        <p:nvSpPr>
          <p:cNvPr id="125" name="圆角矩形 124"/>
          <p:cNvSpPr/>
          <p:nvPr/>
        </p:nvSpPr>
        <p:spPr>
          <a:xfrm>
            <a:off x="4034790" y="2461260"/>
            <a:ext cx="1369695" cy="311785"/>
          </a:xfrm>
          <a:prstGeom prst="roundRect">
            <a:avLst/>
          </a:prstGeom>
        </p:spPr>
        <p:style>
          <a:lnRef idx="2">
            <a:schemeClr val="accent1"/>
          </a:lnRef>
          <a:fillRef idx="0">
            <a:srgbClr val="FFFFFF"/>
          </a:fillRef>
          <a:effectRef idx="0">
            <a:srgbClr val="FFFFFF"/>
          </a:effectRef>
          <a:fontRef idx="minor">
            <a:schemeClr val="tx1"/>
          </a:fontRef>
        </p:style>
        <p:txBody>
          <a:bodyPr lIns="46990" tIns="46990" rIns="46990" bIns="46990" rtlCol="0" anchor="ctr"/>
          <a:p>
            <a:pPr algn="ctr"/>
            <a:r>
              <a:rPr lang="zh-CN" altLang="en-US" sz="1100">
                <a:latin typeface="+mn-ea"/>
              </a:rPr>
              <a:t>服务质量评估报告</a:t>
            </a:r>
            <a:endParaRPr lang="zh-CN" altLang="en-US" sz="1100">
              <a:latin typeface="+mn-ea"/>
            </a:endParaRPr>
          </a:p>
        </p:txBody>
      </p:sp>
      <p:sp>
        <p:nvSpPr>
          <p:cNvPr id="126" name="圆角矩形 125"/>
          <p:cNvSpPr/>
          <p:nvPr/>
        </p:nvSpPr>
        <p:spPr>
          <a:xfrm>
            <a:off x="5882640" y="2462530"/>
            <a:ext cx="1369695" cy="311785"/>
          </a:xfrm>
          <a:prstGeom prst="roundRect">
            <a:avLst/>
          </a:prstGeom>
        </p:spPr>
        <p:style>
          <a:lnRef idx="2">
            <a:schemeClr val="accent1"/>
          </a:lnRef>
          <a:fillRef idx="0">
            <a:srgbClr val="FFFFFF"/>
          </a:fillRef>
          <a:effectRef idx="0">
            <a:srgbClr val="FFFFFF"/>
          </a:effectRef>
          <a:fontRef idx="minor">
            <a:schemeClr val="tx1"/>
          </a:fontRef>
        </p:style>
        <p:txBody>
          <a:bodyPr lIns="46990" tIns="46990" rIns="46990" bIns="46990" rtlCol="0" anchor="ctr"/>
          <a:p>
            <a:pPr algn="ctr"/>
            <a:r>
              <a:rPr lang="zh-CN" altLang="en-US" sz="1100">
                <a:latin typeface="+mn-ea"/>
              </a:rPr>
              <a:t>教师教学数据画像</a:t>
            </a:r>
            <a:endParaRPr lang="zh-CN" altLang="en-US" sz="1100">
              <a:latin typeface="+mn-ea"/>
            </a:endParaRPr>
          </a:p>
        </p:txBody>
      </p:sp>
      <p:sp>
        <p:nvSpPr>
          <p:cNvPr id="127" name="圆角矩形 126"/>
          <p:cNvSpPr/>
          <p:nvPr/>
        </p:nvSpPr>
        <p:spPr>
          <a:xfrm>
            <a:off x="7729855" y="2463165"/>
            <a:ext cx="1369695" cy="311785"/>
          </a:xfrm>
          <a:prstGeom prst="roundRect">
            <a:avLst/>
          </a:prstGeom>
        </p:spPr>
        <p:style>
          <a:lnRef idx="2">
            <a:schemeClr val="accent1"/>
          </a:lnRef>
          <a:fillRef idx="0">
            <a:srgbClr val="FFFFFF"/>
          </a:fillRef>
          <a:effectRef idx="0">
            <a:srgbClr val="FFFFFF"/>
          </a:effectRef>
          <a:fontRef idx="minor">
            <a:schemeClr val="tx1"/>
          </a:fontRef>
        </p:style>
        <p:txBody>
          <a:bodyPr lIns="46990" tIns="46990" rIns="46990" bIns="46990" rtlCol="0" anchor="ctr"/>
          <a:p>
            <a:pPr algn="ctr"/>
            <a:r>
              <a:rPr lang="zh-CN" altLang="en-US" sz="1100">
                <a:latin typeface="+mn-ea"/>
              </a:rPr>
              <a:t>资源需求预测分析</a:t>
            </a:r>
            <a:endParaRPr lang="zh-CN" altLang="en-US" sz="1100">
              <a:latin typeface="+mn-ea"/>
            </a:endParaRPr>
          </a:p>
        </p:txBody>
      </p:sp>
      <p:sp>
        <p:nvSpPr>
          <p:cNvPr id="128" name="圆角矩形 127"/>
          <p:cNvSpPr/>
          <p:nvPr/>
        </p:nvSpPr>
        <p:spPr>
          <a:xfrm>
            <a:off x="805815" y="2374265"/>
            <a:ext cx="514350" cy="485140"/>
          </a:xfrm>
          <a:prstGeom prst="roundRect">
            <a:avLst/>
          </a:prstGeom>
        </p:spPr>
        <p:style>
          <a:lnRef idx="0">
            <a:srgbClr val="FFFFFF"/>
          </a:lnRef>
          <a:fillRef idx="1">
            <a:schemeClr val="accent1"/>
          </a:fillRef>
          <a:effectRef idx="0">
            <a:srgbClr val="FFFFFF"/>
          </a:effectRef>
          <a:fontRef idx="minor">
            <a:schemeClr val="lt1"/>
          </a:fontRef>
        </p:style>
        <p:txBody>
          <a:bodyPr lIns="0" tIns="0" rIns="0" bIns="0" rtlCol="0" anchor="ctr"/>
          <a:p>
            <a:pPr algn="ctr"/>
            <a:r>
              <a:rPr lang="zh-CN" altLang="en-US" sz="1200" b="1">
                <a:latin typeface="+mn-ea"/>
              </a:rPr>
              <a:t>数据</a:t>
            </a:r>
            <a:endParaRPr lang="zh-CN" altLang="en-US" sz="1200" b="1">
              <a:latin typeface="+mn-ea"/>
            </a:endParaRPr>
          </a:p>
          <a:p>
            <a:pPr algn="ctr"/>
            <a:r>
              <a:rPr lang="zh-CN" altLang="en-US" sz="1200" b="1">
                <a:latin typeface="+mn-ea"/>
              </a:rPr>
              <a:t>看板</a:t>
            </a:r>
            <a:endParaRPr lang="zh-CN" altLang="en-US" sz="1200" b="1">
              <a:latin typeface="+mn-ea"/>
            </a:endParaRPr>
          </a:p>
        </p:txBody>
      </p:sp>
      <p:sp>
        <p:nvSpPr>
          <p:cNvPr id="132" name="圆角矩形 131"/>
          <p:cNvSpPr/>
          <p:nvPr/>
        </p:nvSpPr>
        <p:spPr>
          <a:xfrm>
            <a:off x="805815" y="6012180"/>
            <a:ext cx="10579100" cy="325755"/>
          </a:xfrm>
          <a:prstGeom prst="roundRect">
            <a:avLst/>
          </a:prstGeom>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sz="1400"/>
              <a:t>教育部课后服务信息管理平台</a:t>
            </a:r>
            <a:r>
              <a:rPr lang="en-US" altLang="zh-CN" sz="1400"/>
              <a:t>                                               </a:t>
            </a:r>
            <a:endParaRPr lang="en-US" altLang="zh-CN" sz="1400"/>
          </a:p>
        </p:txBody>
      </p:sp>
      <p:sp>
        <p:nvSpPr>
          <p:cNvPr id="133" name="圆角矩形 132"/>
          <p:cNvSpPr/>
          <p:nvPr/>
        </p:nvSpPr>
        <p:spPr>
          <a:xfrm>
            <a:off x="805815" y="4792980"/>
            <a:ext cx="514350" cy="1119505"/>
          </a:xfrm>
          <a:prstGeom prst="roundRect">
            <a:avLst/>
          </a:prstGeom>
          <a:effectLst>
            <a:softEdge rad="12700"/>
          </a:effectLst>
        </p:spPr>
        <p:style>
          <a:lnRef idx="0">
            <a:srgbClr val="FFFFFF"/>
          </a:lnRef>
          <a:fillRef idx="1">
            <a:schemeClr val="accent1"/>
          </a:fillRef>
          <a:effectRef idx="0">
            <a:srgbClr val="FFFFFF"/>
          </a:effectRef>
          <a:fontRef idx="minor">
            <a:schemeClr val="lt1"/>
          </a:fontRef>
        </p:style>
        <p:txBody>
          <a:bodyPr rtlCol="0" anchor="ctr"/>
          <a:p>
            <a:pPr algn="ctr"/>
            <a:r>
              <a:rPr lang="zh-CN" altLang="en-US" sz="1400" b="1">
                <a:latin typeface="+mn-ea"/>
              </a:rPr>
              <a:t>关键技术</a:t>
            </a:r>
            <a:endParaRPr lang="zh-CN" altLang="en-US" sz="1400" b="1">
              <a:latin typeface="+mn-ea"/>
            </a:endParaRPr>
          </a:p>
        </p:txBody>
      </p:sp>
      <p:sp>
        <p:nvSpPr>
          <p:cNvPr id="134" name="圆角矩形 133"/>
          <p:cNvSpPr/>
          <p:nvPr/>
        </p:nvSpPr>
        <p:spPr>
          <a:xfrm>
            <a:off x="1499235" y="4795520"/>
            <a:ext cx="1890395" cy="311785"/>
          </a:xfrm>
          <a:prstGeom prst="roundRect">
            <a:avLst/>
          </a:prstGeom>
        </p:spPr>
        <p:style>
          <a:lnRef idx="0">
            <a:srgbClr val="FFFFFF"/>
          </a:lnRef>
          <a:fillRef idx="1">
            <a:schemeClr val="accent1"/>
          </a:fillRef>
          <a:effectRef idx="0">
            <a:srgbClr val="FFFFFF"/>
          </a:effectRef>
          <a:fontRef idx="minor">
            <a:schemeClr val="lt1"/>
          </a:fontRef>
        </p:style>
        <p:txBody>
          <a:bodyPr lIns="46990" tIns="46990" rIns="46990" bIns="46990" rtlCol="0" anchor="ctr"/>
          <a:p>
            <a:pPr algn="ctr"/>
            <a:r>
              <a:rPr lang="en-US" altLang="zh-CN" sz="1100" b="1">
                <a:latin typeface="+mn-ea"/>
                <a:cs typeface="+mn-ea"/>
              </a:rPr>
              <a:t>AI</a:t>
            </a:r>
            <a:r>
              <a:rPr lang="zh-CN" altLang="en-US" sz="1100" b="1">
                <a:latin typeface="+mn-ea"/>
                <a:cs typeface="+mn-ea"/>
              </a:rPr>
              <a:t>技术</a:t>
            </a:r>
            <a:endParaRPr lang="zh-CN" altLang="en-US" sz="1100" b="1">
              <a:latin typeface="+mn-ea"/>
              <a:cs typeface="+mn-ea"/>
            </a:endParaRPr>
          </a:p>
        </p:txBody>
      </p:sp>
      <p:sp>
        <p:nvSpPr>
          <p:cNvPr id="135" name="圆角矩形 134"/>
          <p:cNvSpPr/>
          <p:nvPr/>
        </p:nvSpPr>
        <p:spPr>
          <a:xfrm>
            <a:off x="3513455" y="4794250"/>
            <a:ext cx="1891030" cy="311785"/>
          </a:xfrm>
          <a:prstGeom prst="roundRect">
            <a:avLst/>
          </a:prstGeom>
        </p:spPr>
        <p:style>
          <a:lnRef idx="0">
            <a:srgbClr val="FFFFFF"/>
          </a:lnRef>
          <a:fillRef idx="1">
            <a:schemeClr val="accent1"/>
          </a:fillRef>
          <a:effectRef idx="0">
            <a:srgbClr val="FFFFFF"/>
          </a:effectRef>
          <a:fontRef idx="minor">
            <a:schemeClr val="lt1"/>
          </a:fontRef>
        </p:style>
        <p:txBody>
          <a:bodyPr lIns="46990" tIns="46990" rIns="46990" bIns="46990" rtlCol="0" anchor="ctr"/>
          <a:p>
            <a:pPr algn="ctr"/>
            <a:r>
              <a:rPr lang="zh-CN" altLang="en-US" sz="1100" b="1">
                <a:latin typeface="+mn-ea"/>
              </a:rPr>
              <a:t>大数据分析</a:t>
            </a:r>
            <a:endParaRPr lang="zh-CN" altLang="en-US" sz="1100" b="1">
              <a:latin typeface="+mn-ea"/>
            </a:endParaRPr>
          </a:p>
        </p:txBody>
      </p:sp>
      <p:sp>
        <p:nvSpPr>
          <p:cNvPr id="136" name="圆角矩形 135"/>
          <p:cNvSpPr/>
          <p:nvPr/>
        </p:nvSpPr>
        <p:spPr>
          <a:xfrm>
            <a:off x="5501005" y="4795520"/>
            <a:ext cx="1891665" cy="311785"/>
          </a:xfrm>
          <a:prstGeom prst="roundRect">
            <a:avLst/>
          </a:prstGeom>
        </p:spPr>
        <p:style>
          <a:lnRef idx="0">
            <a:srgbClr val="FFFFFF"/>
          </a:lnRef>
          <a:fillRef idx="1">
            <a:schemeClr val="accent1"/>
          </a:fillRef>
          <a:effectRef idx="0">
            <a:srgbClr val="FFFFFF"/>
          </a:effectRef>
          <a:fontRef idx="minor">
            <a:schemeClr val="lt1"/>
          </a:fontRef>
        </p:style>
        <p:txBody>
          <a:bodyPr lIns="46990" tIns="46990" rIns="46990" bIns="46990" rtlCol="0" anchor="ctr"/>
          <a:p>
            <a:pPr algn="ctr"/>
            <a:r>
              <a:rPr lang="zh-CN" altLang="en-US" sz="1100" b="1">
                <a:latin typeface="+mn-ea"/>
              </a:rPr>
              <a:t>统一支付</a:t>
            </a:r>
            <a:endParaRPr lang="zh-CN" altLang="en-US" sz="1100" b="1">
              <a:latin typeface="+mn-ea"/>
            </a:endParaRPr>
          </a:p>
        </p:txBody>
      </p:sp>
      <p:sp>
        <p:nvSpPr>
          <p:cNvPr id="137" name="圆角矩形 136"/>
          <p:cNvSpPr/>
          <p:nvPr/>
        </p:nvSpPr>
        <p:spPr>
          <a:xfrm>
            <a:off x="7489190" y="4792980"/>
            <a:ext cx="1891030" cy="311785"/>
          </a:xfrm>
          <a:prstGeom prst="roundRect">
            <a:avLst/>
          </a:prstGeom>
        </p:spPr>
        <p:style>
          <a:lnRef idx="0">
            <a:srgbClr val="FFFFFF"/>
          </a:lnRef>
          <a:fillRef idx="1">
            <a:schemeClr val="accent1"/>
          </a:fillRef>
          <a:effectRef idx="0">
            <a:srgbClr val="FFFFFF"/>
          </a:effectRef>
          <a:fontRef idx="minor">
            <a:schemeClr val="lt1"/>
          </a:fontRef>
        </p:style>
        <p:txBody>
          <a:bodyPr lIns="46990" tIns="46990" rIns="46990" bIns="46990" rtlCol="0" anchor="ctr"/>
          <a:p>
            <a:pPr algn="ctr"/>
            <a:r>
              <a:rPr lang="zh-CN" altLang="en-US" sz="1100" b="1">
                <a:latin typeface="+mn-ea"/>
              </a:rPr>
              <a:t>票据服务</a:t>
            </a:r>
            <a:endParaRPr lang="zh-CN" altLang="en-US" sz="1100" b="1">
              <a:latin typeface="+mn-ea"/>
            </a:endParaRPr>
          </a:p>
        </p:txBody>
      </p:sp>
      <p:sp>
        <p:nvSpPr>
          <p:cNvPr id="138" name="圆角矩形 137"/>
          <p:cNvSpPr/>
          <p:nvPr/>
        </p:nvSpPr>
        <p:spPr>
          <a:xfrm>
            <a:off x="1498600" y="5196840"/>
            <a:ext cx="908050" cy="311785"/>
          </a:xfrm>
          <a:prstGeom prst="roundRect">
            <a:avLst/>
          </a:prstGeom>
        </p:spPr>
        <p:style>
          <a:lnRef idx="2">
            <a:schemeClr val="accent1"/>
          </a:lnRef>
          <a:fillRef idx="0">
            <a:srgbClr val="FFFFFF"/>
          </a:fillRef>
          <a:effectRef idx="0">
            <a:srgbClr val="FFFFFF"/>
          </a:effectRef>
          <a:fontRef idx="minor">
            <a:schemeClr val="tx1"/>
          </a:fontRef>
        </p:style>
        <p:txBody>
          <a:bodyPr lIns="46990" tIns="46990" rIns="46990" bIns="46990" rtlCol="0" anchor="ctr"/>
          <a:p>
            <a:pPr algn="ctr"/>
            <a:r>
              <a:rPr lang="zh-CN" altLang="en-US" sz="1100">
                <a:latin typeface="+mn-ea"/>
              </a:rPr>
              <a:t>智能测评</a:t>
            </a:r>
            <a:endParaRPr lang="zh-CN" altLang="en-US" sz="1100">
              <a:latin typeface="+mn-ea"/>
            </a:endParaRPr>
          </a:p>
        </p:txBody>
      </p:sp>
      <p:sp>
        <p:nvSpPr>
          <p:cNvPr id="141" name="圆角矩形 140"/>
          <p:cNvSpPr/>
          <p:nvPr/>
        </p:nvSpPr>
        <p:spPr>
          <a:xfrm>
            <a:off x="2481580" y="5196840"/>
            <a:ext cx="908050" cy="311785"/>
          </a:xfrm>
          <a:prstGeom prst="roundRect">
            <a:avLst/>
          </a:prstGeom>
        </p:spPr>
        <p:style>
          <a:lnRef idx="2">
            <a:schemeClr val="accent1"/>
          </a:lnRef>
          <a:fillRef idx="0">
            <a:srgbClr val="FFFFFF"/>
          </a:fillRef>
          <a:effectRef idx="0">
            <a:srgbClr val="FFFFFF"/>
          </a:effectRef>
          <a:fontRef idx="minor">
            <a:schemeClr val="tx1"/>
          </a:fontRef>
        </p:style>
        <p:txBody>
          <a:bodyPr lIns="46990" tIns="46990" rIns="46990" bIns="46990" rtlCol="0" anchor="ctr"/>
          <a:p>
            <a:pPr algn="ctr"/>
            <a:r>
              <a:rPr lang="zh-CN" altLang="en-US" sz="1100">
                <a:latin typeface="+mn-ea"/>
              </a:rPr>
              <a:t>智能推荐</a:t>
            </a:r>
            <a:endParaRPr lang="zh-CN" altLang="en-US" sz="1100">
              <a:latin typeface="+mn-ea"/>
            </a:endParaRPr>
          </a:p>
        </p:txBody>
      </p:sp>
      <p:sp>
        <p:nvSpPr>
          <p:cNvPr id="142" name="圆角矩形 141"/>
          <p:cNvSpPr/>
          <p:nvPr/>
        </p:nvSpPr>
        <p:spPr>
          <a:xfrm>
            <a:off x="1498600" y="5561330"/>
            <a:ext cx="908050" cy="311785"/>
          </a:xfrm>
          <a:prstGeom prst="roundRect">
            <a:avLst/>
          </a:prstGeom>
        </p:spPr>
        <p:style>
          <a:lnRef idx="2">
            <a:schemeClr val="accent1"/>
          </a:lnRef>
          <a:fillRef idx="0">
            <a:srgbClr val="FFFFFF"/>
          </a:fillRef>
          <a:effectRef idx="0">
            <a:srgbClr val="FFFFFF"/>
          </a:effectRef>
          <a:fontRef idx="minor">
            <a:schemeClr val="tx1"/>
          </a:fontRef>
        </p:style>
        <p:txBody>
          <a:bodyPr lIns="46990" tIns="46990" rIns="46990" bIns="46990" rtlCol="0" anchor="ctr"/>
          <a:p>
            <a:pPr algn="ctr"/>
            <a:r>
              <a:rPr lang="zh-CN" altLang="en-US" sz="1100">
                <a:latin typeface="+mn-ea"/>
              </a:rPr>
              <a:t>智能预警</a:t>
            </a:r>
            <a:endParaRPr lang="zh-CN" altLang="en-US" sz="1100">
              <a:latin typeface="+mn-ea"/>
            </a:endParaRPr>
          </a:p>
        </p:txBody>
      </p:sp>
      <p:sp>
        <p:nvSpPr>
          <p:cNvPr id="143" name="圆角矩形 142"/>
          <p:cNvSpPr/>
          <p:nvPr/>
        </p:nvSpPr>
        <p:spPr>
          <a:xfrm>
            <a:off x="2480945" y="5561330"/>
            <a:ext cx="908050" cy="311785"/>
          </a:xfrm>
          <a:prstGeom prst="roundRect">
            <a:avLst/>
          </a:prstGeom>
        </p:spPr>
        <p:style>
          <a:lnRef idx="2">
            <a:schemeClr val="accent1"/>
          </a:lnRef>
          <a:fillRef idx="0">
            <a:srgbClr val="FFFFFF"/>
          </a:fillRef>
          <a:effectRef idx="0">
            <a:srgbClr val="FFFFFF"/>
          </a:effectRef>
          <a:fontRef idx="minor">
            <a:schemeClr val="tx1"/>
          </a:fontRef>
        </p:style>
        <p:txBody>
          <a:bodyPr lIns="46990" tIns="46990" rIns="46990" bIns="46990" rtlCol="0" anchor="ctr"/>
          <a:p>
            <a:pPr algn="ctr"/>
            <a:r>
              <a:rPr lang="zh-CN" altLang="en-US" sz="1100">
                <a:latin typeface="+mn-ea"/>
              </a:rPr>
              <a:t>智能客服</a:t>
            </a:r>
            <a:endParaRPr lang="zh-CN" altLang="en-US" sz="1100">
              <a:latin typeface="+mn-ea"/>
            </a:endParaRPr>
          </a:p>
        </p:txBody>
      </p:sp>
      <p:sp>
        <p:nvSpPr>
          <p:cNvPr id="144" name="圆角矩形 143"/>
          <p:cNvSpPr/>
          <p:nvPr/>
        </p:nvSpPr>
        <p:spPr>
          <a:xfrm>
            <a:off x="3513455" y="5196840"/>
            <a:ext cx="908050" cy="311785"/>
          </a:xfrm>
          <a:prstGeom prst="roundRect">
            <a:avLst/>
          </a:prstGeom>
        </p:spPr>
        <p:style>
          <a:lnRef idx="2">
            <a:schemeClr val="accent1"/>
          </a:lnRef>
          <a:fillRef idx="0">
            <a:srgbClr val="FFFFFF"/>
          </a:fillRef>
          <a:effectRef idx="0">
            <a:srgbClr val="FFFFFF"/>
          </a:effectRef>
          <a:fontRef idx="minor">
            <a:schemeClr val="tx1"/>
          </a:fontRef>
        </p:style>
        <p:txBody>
          <a:bodyPr lIns="46990" tIns="46990" rIns="46990" bIns="46990" rtlCol="0" anchor="ctr"/>
          <a:p>
            <a:pPr algn="ctr"/>
            <a:r>
              <a:rPr lang="zh-CN" altLang="en-US" sz="1100">
                <a:latin typeface="+mn-ea"/>
              </a:rPr>
              <a:t>数据采集</a:t>
            </a:r>
            <a:endParaRPr lang="zh-CN" altLang="en-US" sz="1100">
              <a:latin typeface="+mn-ea"/>
            </a:endParaRPr>
          </a:p>
        </p:txBody>
      </p:sp>
      <p:sp>
        <p:nvSpPr>
          <p:cNvPr id="145" name="圆角矩形 144"/>
          <p:cNvSpPr/>
          <p:nvPr/>
        </p:nvSpPr>
        <p:spPr>
          <a:xfrm>
            <a:off x="4497070" y="5196840"/>
            <a:ext cx="908050" cy="311785"/>
          </a:xfrm>
          <a:prstGeom prst="roundRect">
            <a:avLst/>
          </a:prstGeom>
        </p:spPr>
        <p:style>
          <a:lnRef idx="2">
            <a:schemeClr val="accent1"/>
          </a:lnRef>
          <a:fillRef idx="0">
            <a:srgbClr val="FFFFFF"/>
          </a:fillRef>
          <a:effectRef idx="0">
            <a:srgbClr val="FFFFFF"/>
          </a:effectRef>
          <a:fontRef idx="minor">
            <a:schemeClr val="tx1"/>
          </a:fontRef>
        </p:style>
        <p:txBody>
          <a:bodyPr lIns="46990" tIns="46990" rIns="46990" bIns="46990" rtlCol="0" anchor="ctr"/>
          <a:p>
            <a:pPr algn="ctr"/>
            <a:r>
              <a:rPr lang="zh-CN" altLang="en-US" sz="1100">
                <a:latin typeface="+mn-ea"/>
              </a:rPr>
              <a:t>数据处理</a:t>
            </a:r>
            <a:endParaRPr lang="zh-CN" altLang="en-US" sz="1100">
              <a:latin typeface="+mn-ea"/>
            </a:endParaRPr>
          </a:p>
        </p:txBody>
      </p:sp>
      <p:sp>
        <p:nvSpPr>
          <p:cNvPr id="146" name="圆角矩形 145"/>
          <p:cNvSpPr/>
          <p:nvPr/>
        </p:nvSpPr>
        <p:spPr>
          <a:xfrm>
            <a:off x="3513455" y="5561330"/>
            <a:ext cx="908050" cy="311785"/>
          </a:xfrm>
          <a:prstGeom prst="roundRect">
            <a:avLst/>
          </a:prstGeom>
        </p:spPr>
        <p:style>
          <a:lnRef idx="2">
            <a:schemeClr val="accent1"/>
          </a:lnRef>
          <a:fillRef idx="0">
            <a:srgbClr val="FFFFFF"/>
          </a:fillRef>
          <a:effectRef idx="0">
            <a:srgbClr val="FFFFFF"/>
          </a:effectRef>
          <a:fontRef idx="minor">
            <a:schemeClr val="tx1"/>
          </a:fontRef>
        </p:style>
        <p:txBody>
          <a:bodyPr lIns="46990" tIns="46990" rIns="46990" bIns="46990" rtlCol="0" anchor="ctr"/>
          <a:p>
            <a:pPr algn="ctr"/>
            <a:r>
              <a:rPr lang="zh-CN" altLang="en-US" sz="1100">
                <a:latin typeface="+mn-ea"/>
              </a:rPr>
              <a:t>数据分析</a:t>
            </a:r>
            <a:endParaRPr lang="zh-CN" altLang="en-US" sz="1100">
              <a:latin typeface="+mn-ea"/>
            </a:endParaRPr>
          </a:p>
        </p:txBody>
      </p:sp>
      <p:sp>
        <p:nvSpPr>
          <p:cNvPr id="147" name="圆角矩形 146"/>
          <p:cNvSpPr/>
          <p:nvPr/>
        </p:nvSpPr>
        <p:spPr>
          <a:xfrm>
            <a:off x="4496435" y="5561330"/>
            <a:ext cx="908050" cy="311785"/>
          </a:xfrm>
          <a:prstGeom prst="roundRect">
            <a:avLst/>
          </a:prstGeom>
        </p:spPr>
        <p:style>
          <a:lnRef idx="2">
            <a:schemeClr val="accent1"/>
          </a:lnRef>
          <a:fillRef idx="0">
            <a:srgbClr val="FFFFFF"/>
          </a:fillRef>
          <a:effectRef idx="0">
            <a:srgbClr val="FFFFFF"/>
          </a:effectRef>
          <a:fontRef idx="minor">
            <a:schemeClr val="tx1"/>
          </a:fontRef>
        </p:style>
        <p:txBody>
          <a:bodyPr lIns="46990" tIns="46990" rIns="46990" bIns="46990" rtlCol="0" anchor="ctr"/>
          <a:p>
            <a:pPr algn="ctr"/>
            <a:r>
              <a:rPr lang="zh-CN" altLang="en-US" sz="1100">
                <a:latin typeface="+mn-ea"/>
              </a:rPr>
              <a:t>数据可视化</a:t>
            </a:r>
            <a:endParaRPr lang="zh-CN" altLang="en-US" sz="1100">
              <a:latin typeface="+mn-ea"/>
            </a:endParaRPr>
          </a:p>
        </p:txBody>
      </p:sp>
      <p:sp>
        <p:nvSpPr>
          <p:cNvPr id="148" name="圆角矩形 147"/>
          <p:cNvSpPr/>
          <p:nvPr/>
        </p:nvSpPr>
        <p:spPr>
          <a:xfrm>
            <a:off x="5501005" y="5196840"/>
            <a:ext cx="908050" cy="311785"/>
          </a:xfrm>
          <a:prstGeom prst="roundRect">
            <a:avLst/>
          </a:prstGeom>
        </p:spPr>
        <p:style>
          <a:lnRef idx="2">
            <a:schemeClr val="accent1"/>
          </a:lnRef>
          <a:fillRef idx="0">
            <a:srgbClr val="FFFFFF"/>
          </a:fillRef>
          <a:effectRef idx="0">
            <a:srgbClr val="FFFFFF"/>
          </a:effectRef>
          <a:fontRef idx="minor">
            <a:schemeClr val="tx1"/>
          </a:fontRef>
        </p:style>
        <p:txBody>
          <a:bodyPr lIns="46990" tIns="46990" rIns="46990" bIns="46990" rtlCol="0" anchor="ctr"/>
          <a:p>
            <a:pPr algn="ctr"/>
            <a:r>
              <a:rPr lang="zh-CN" altLang="en-US" sz="1100">
                <a:latin typeface="+mn-ea"/>
              </a:rPr>
              <a:t>渠道整合</a:t>
            </a:r>
            <a:endParaRPr lang="zh-CN" altLang="en-US" sz="1100">
              <a:latin typeface="+mn-ea"/>
            </a:endParaRPr>
          </a:p>
        </p:txBody>
      </p:sp>
      <p:sp>
        <p:nvSpPr>
          <p:cNvPr id="149" name="圆角矩形 148"/>
          <p:cNvSpPr/>
          <p:nvPr/>
        </p:nvSpPr>
        <p:spPr>
          <a:xfrm>
            <a:off x="6483985" y="5196840"/>
            <a:ext cx="908050" cy="311785"/>
          </a:xfrm>
          <a:prstGeom prst="roundRect">
            <a:avLst/>
          </a:prstGeom>
        </p:spPr>
        <p:style>
          <a:lnRef idx="2">
            <a:schemeClr val="accent1"/>
          </a:lnRef>
          <a:fillRef idx="0">
            <a:srgbClr val="FFFFFF"/>
          </a:fillRef>
          <a:effectRef idx="0">
            <a:srgbClr val="FFFFFF"/>
          </a:effectRef>
          <a:fontRef idx="minor">
            <a:schemeClr val="tx1"/>
          </a:fontRef>
        </p:style>
        <p:txBody>
          <a:bodyPr lIns="46990" tIns="46990" rIns="46990" bIns="46990" rtlCol="0" anchor="ctr"/>
          <a:p>
            <a:pPr algn="ctr"/>
            <a:r>
              <a:rPr lang="zh-CN" altLang="en-US" sz="1100">
                <a:latin typeface="+mn-ea"/>
              </a:rPr>
              <a:t>支付安全</a:t>
            </a:r>
            <a:endParaRPr lang="zh-CN" altLang="en-US" sz="1100">
              <a:latin typeface="+mn-ea"/>
            </a:endParaRPr>
          </a:p>
        </p:txBody>
      </p:sp>
      <p:sp>
        <p:nvSpPr>
          <p:cNvPr id="150" name="圆角矩形 149"/>
          <p:cNvSpPr/>
          <p:nvPr/>
        </p:nvSpPr>
        <p:spPr>
          <a:xfrm>
            <a:off x="5501005" y="5561330"/>
            <a:ext cx="908050" cy="311785"/>
          </a:xfrm>
          <a:prstGeom prst="roundRect">
            <a:avLst/>
          </a:prstGeom>
        </p:spPr>
        <p:style>
          <a:lnRef idx="2">
            <a:schemeClr val="accent1"/>
          </a:lnRef>
          <a:fillRef idx="0">
            <a:srgbClr val="FFFFFF"/>
          </a:fillRef>
          <a:effectRef idx="0">
            <a:srgbClr val="FFFFFF"/>
          </a:effectRef>
          <a:fontRef idx="minor">
            <a:schemeClr val="tx1"/>
          </a:fontRef>
        </p:style>
        <p:txBody>
          <a:bodyPr lIns="46990" tIns="46990" rIns="46990" bIns="46990" rtlCol="0" anchor="ctr"/>
          <a:p>
            <a:pPr algn="ctr"/>
            <a:r>
              <a:rPr lang="zh-CN" altLang="en-US" sz="1100">
                <a:latin typeface="+mn-ea"/>
              </a:rPr>
              <a:t>日终对账</a:t>
            </a:r>
            <a:endParaRPr lang="zh-CN" altLang="en-US" sz="1100">
              <a:latin typeface="+mn-ea"/>
            </a:endParaRPr>
          </a:p>
        </p:txBody>
      </p:sp>
      <p:sp>
        <p:nvSpPr>
          <p:cNvPr id="151" name="圆角矩形 150"/>
          <p:cNvSpPr/>
          <p:nvPr/>
        </p:nvSpPr>
        <p:spPr>
          <a:xfrm>
            <a:off x="6483350" y="5561330"/>
            <a:ext cx="908050" cy="311785"/>
          </a:xfrm>
          <a:prstGeom prst="roundRect">
            <a:avLst/>
          </a:prstGeom>
        </p:spPr>
        <p:style>
          <a:lnRef idx="2">
            <a:schemeClr val="accent1"/>
          </a:lnRef>
          <a:fillRef idx="0">
            <a:srgbClr val="FFFFFF"/>
          </a:fillRef>
          <a:effectRef idx="0">
            <a:srgbClr val="FFFFFF"/>
          </a:effectRef>
          <a:fontRef idx="minor">
            <a:schemeClr val="tx1"/>
          </a:fontRef>
        </p:style>
        <p:txBody>
          <a:bodyPr lIns="46990" tIns="46990" rIns="46990" bIns="46990" rtlCol="0" anchor="ctr"/>
          <a:p>
            <a:pPr algn="ctr"/>
            <a:r>
              <a:rPr lang="zh-CN" altLang="en-US" sz="1100">
                <a:latin typeface="+mn-ea"/>
              </a:rPr>
              <a:t>支付清算</a:t>
            </a:r>
            <a:endParaRPr lang="zh-CN" altLang="en-US" sz="1100">
              <a:latin typeface="+mn-ea"/>
            </a:endParaRPr>
          </a:p>
        </p:txBody>
      </p:sp>
      <p:sp>
        <p:nvSpPr>
          <p:cNvPr id="152" name="圆角矩形 151"/>
          <p:cNvSpPr/>
          <p:nvPr/>
        </p:nvSpPr>
        <p:spPr>
          <a:xfrm>
            <a:off x="7489190" y="5196840"/>
            <a:ext cx="908050" cy="311785"/>
          </a:xfrm>
          <a:prstGeom prst="roundRect">
            <a:avLst/>
          </a:prstGeom>
        </p:spPr>
        <p:style>
          <a:lnRef idx="2">
            <a:schemeClr val="accent1"/>
          </a:lnRef>
          <a:fillRef idx="0">
            <a:srgbClr val="FFFFFF"/>
          </a:fillRef>
          <a:effectRef idx="0">
            <a:srgbClr val="FFFFFF"/>
          </a:effectRef>
          <a:fontRef idx="minor">
            <a:schemeClr val="tx1"/>
          </a:fontRef>
        </p:style>
        <p:txBody>
          <a:bodyPr lIns="46990" tIns="46990" rIns="46990" bIns="46990" rtlCol="0" anchor="ctr"/>
          <a:p>
            <a:pPr algn="ctr"/>
            <a:r>
              <a:rPr lang="zh-CN" altLang="en-US" sz="1100">
                <a:latin typeface="+mn-ea"/>
              </a:rPr>
              <a:t>票据生成</a:t>
            </a:r>
            <a:endParaRPr lang="zh-CN" altLang="en-US" sz="1100">
              <a:latin typeface="+mn-ea"/>
            </a:endParaRPr>
          </a:p>
        </p:txBody>
      </p:sp>
      <p:sp>
        <p:nvSpPr>
          <p:cNvPr id="153" name="圆角矩形 152"/>
          <p:cNvSpPr/>
          <p:nvPr/>
        </p:nvSpPr>
        <p:spPr>
          <a:xfrm>
            <a:off x="8472805" y="5196840"/>
            <a:ext cx="908050" cy="311785"/>
          </a:xfrm>
          <a:prstGeom prst="roundRect">
            <a:avLst/>
          </a:prstGeom>
        </p:spPr>
        <p:style>
          <a:lnRef idx="2">
            <a:schemeClr val="accent1"/>
          </a:lnRef>
          <a:fillRef idx="0">
            <a:srgbClr val="FFFFFF"/>
          </a:fillRef>
          <a:effectRef idx="0">
            <a:srgbClr val="FFFFFF"/>
          </a:effectRef>
          <a:fontRef idx="minor">
            <a:schemeClr val="tx1"/>
          </a:fontRef>
        </p:style>
        <p:txBody>
          <a:bodyPr lIns="46990" tIns="46990" rIns="46990" bIns="46990" rtlCol="0" anchor="ctr"/>
          <a:p>
            <a:pPr algn="ctr"/>
            <a:r>
              <a:rPr lang="zh-CN" altLang="en-US" sz="1100">
                <a:latin typeface="+mn-ea"/>
              </a:rPr>
              <a:t>票据核验</a:t>
            </a:r>
            <a:endParaRPr lang="zh-CN" altLang="en-US" sz="1100">
              <a:latin typeface="+mn-ea"/>
            </a:endParaRPr>
          </a:p>
        </p:txBody>
      </p:sp>
      <p:sp>
        <p:nvSpPr>
          <p:cNvPr id="154" name="圆角矩形 153"/>
          <p:cNvSpPr/>
          <p:nvPr/>
        </p:nvSpPr>
        <p:spPr>
          <a:xfrm>
            <a:off x="7489190" y="5561330"/>
            <a:ext cx="908050" cy="311785"/>
          </a:xfrm>
          <a:prstGeom prst="roundRect">
            <a:avLst/>
          </a:prstGeom>
        </p:spPr>
        <p:style>
          <a:lnRef idx="2">
            <a:schemeClr val="accent1"/>
          </a:lnRef>
          <a:fillRef idx="0">
            <a:srgbClr val="FFFFFF"/>
          </a:fillRef>
          <a:effectRef idx="0">
            <a:srgbClr val="FFFFFF"/>
          </a:effectRef>
          <a:fontRef idx="minor">
            <a:schemeClr val="tx1"/>
          </a:fontRef>
        </p:style>
        <p:txBody>
          <a:bodyPr lIns="46990" tIns="46990" rIns="46990" bIns="46990" rtlCol="0" anchor="ctr"/>
          <a:p>
            <a:pPr algn="ctr"/>
            <a:r>
              <a:rPr lang="zh-CN" altLang="en-US" sz="1100">
                <a:latin typeface="+mn-ea"/>
              </a:rPr>
              <a:t>票据管理</a:t>
            </a:r>
            <a:endParaRPr lang="zh-CN" altLang="en-US" sz="1100">
              <a:latin typeface="+mn-ea"/>
            </a:endParaRPr>
          </a:p>
        </p:txBody>
      </p:sp>
      <p:sp>
        <p:nvSpPr>
          <p:cNvPr id="155" name="圆角矩形 154"/>
          <p:cNvSpPr/>
          <p:nvPr/>
        </p:nvSpPr>
        <p:spPr>
          <a:xfrm>
            <a:off x="8472170" y="5561330"/>
            <a:ext cx="908050" cy="311785"/>
          </a:xfrm>
          <a:prstGeom prst="roundRect">
            <a:avLst/>
          </a:prstGeom>
        </p:spPr>
        <p:style>
          <a:lnRef idx="2">
            <a:schemeClr val="accent1"/>
          </a:lnRef>
          <a:fillRef idx="0">
            <a:srgbClr val="FFFFFF"/>
          </a:fillRef>
          <a:effectRef idx="0">
            <a:srgbClr val="FFFFFF"/>
          </a:effectRef>
          <a:fontRef idx="minor">
            <a:schemeClr val="tx1"/>
          </a:fontRef>
        </p:style>
        <p:txBody>
          <a:bodyPr lIns="46990" tIns="46990" rIns="46990" bIns="46990" rtlCol="0" anchor="ctr"/>
          <a:p>
            <a:pPr algn="ctr"/>
            <a:r>
              <a:rPr lang="zh-CN" altLang="en-US" sz="1100">
                <a:latin typeface="+mn-ea"/>
              </a:rPr>
              <a:t>票据交付</a:t>
            </a:r>
            <a:endParaRPr lang="zh-CN" altLang="en-US" sz="1100">
              <a:latin typeface="+mn-ea"/>
            </a:endParaRPr>
          </a:p>
        </p:txBody>
      </p:sp>
      <p:sp>
        <p:nvSpPr>
          <p:cNvPr id="157" name="圆角矩形 156"/>
          <p:cNvSpPr/>
          <p:nvPr/>
        </p:nvSpPr>
        <p:spPr>
          <a:xfrm>
            <a:off x="9525635" y="1217295"/>
            <a:ext cx="1869440" cy="4656455"/>
          </a:xfrm>
          <a:prstGeom prst="roundRect">
            <a:avLst>
              <a:gd name="adj" fmla="val 2808"/>
            </a:avLst>
          </a:prstGeom>
          <a:ln>
            <a:solidFill>
              <a:srgbClr val="D4A979"/>
            </a:solidFill>
          </a:ln>
        </p:spPr>
        <p:style>
          <a:lnRef idx="2">
            <a:schemeClr val="accent1"/>
          </a:lnRef>
          <a:fillRef idx="0">
            <a:srgbClr val="FFFFFF"/>
          </a:fillRef>
          <a:effectRef idx="0">
            <a:srgbClr val="FFFFFF"/>
          </a:effectRef>
          <a:fontRef idx="minor">
            <a:schemeClr val="tx1"/>
          </a:fontRef>
        </p:style>
        <p:txBody>
          <a:bodyPr rtlCol="0" anchor="ctr"/>
          <a:p>
            <a:pPr algn="ctr"/>
            <a:endParaRPr lang="zh-CN" altLang="en-US"/>
          </a:p>
        </p:txBody>
      </p:sp>
      <p:sp>
        <p:nvSpPr>
          <p:cNvPr id="158" name="圆角矩形 157"/>
          <p:cNvSpPr/>
          <p:nvPr/>
        </p:nvSpPr>
        <p:spPr>
          <a:xfrm>
            <a:off x="9514840" y="1217930"/>
            <a:ext cx="1890395" cy="311785"/>
          </a:xfrm>
          <a:prstGeom prst="roundRect">
            <a:avLst/>
          </a:prstGeom>
          <a:solidFill>
            <a:srgbClr val="D4A979"/>
          </a:solidFill>
        </p:spPr>
        <p:style>
          <a:lnRef idx="0">
            <a:srgbClr val="FFFFFF"/>
          </a:lnRef>
          <a:fillRef idx="1">
            <a:schemeClr val="accent1"/>
          </a:fillRef>
          <a:effectRef idx="0">
            <a:srgbClr val="FFFFFF"/>
          </a:effectRef>
          <a:fontRef idx="minor">
            <a:schemeClr val="lt1"/>
          </a:fontRef>
        </p:style>
        <p:txBody>
          <a:bodyPr rtlCol="0" anchor="ctr"/>
          <a:p>
            <a:pPr algn="ctr"/>
            <a:r>
              <a:rPr lang="zh-CN" altLang="en-US" sz="1400" b="1"/>
              <a:t>课后服务运营</a:t>
            </a:r>
            <a:r>
              <a:rPr lang="zh-CN" altLang="en-US" sz="1400" b="1"/>
              <a:t>模块</a:t>
            </a:r>
            <a:endParaRPr lang="zh-CN" altLang="en-US" sz="1400" b="1"/>
          </a:p>
        </p:txBody>
      </p:sp>
      <p:sp>
        <p:nvSpPr>
          <p:cNvPr id="160" name="文本框 159"/>
          <p:cNvSpPr txBox="1"/>
          <p:nvPr/>
        </p:nvSpPr>
        <p:spPr>
          <a:xfrm>
            <a:off x="9765030" y="3467100"/>
            <a:ext cx="1487805" cy="1814830"/>
          </a:xfrm>
          <a:prstGeom prst="rect">
            <a:avLst/>
          </a:prstGeom>
          <a:noFill/>
        </p:spPr>
        <p:txBody>
          <a:bodyPr wrap="square" rtlCol="0">
            <a:spAutoFit/>
          </a:bodyPr>
          <a:p>
            <a:endParaRPr lang="zh-CN" altLang="en-US" sz="1400" b="1">
              <a:solidFill>
                <a:srgbClr val="D4A979"/>
              </a:solidFill>
            </a:endParaRPr>
          </a:p>
          <a:p>
            <a:endParaRPr lang="zh-CN" altLang="en-US" sz="1400" b="1">
              <a:solidFill>
                <a:srgbClr val="D4A979"/>
              </a:solidFill>
            </a:endParaRPr>
          </a:p>
          <a:p>
            <a:endParaRPr lang="zh-CN" altLang="en-US" sz="1400" b="1">
              <a:solidFill>
                <a:srgbClr val="D4A979"/>
              </a:solidFill>
            </a:endParaRPr>
          </a:p>
          <a:p>
            <a:endParaRPr lang="zh-CN" altLang="en-US" sz="1400" b="1">
              <a:solidFill>
                <a:srgbClr val="D4A979"/>
              </a:solidFill>
            </a:endParaRPr>
          </a:p>
          <a:p>
            <a:endParaRPr lang="zh-CN" altLang="en-US" sz="1400" b="1">
              <a:solidFill>
                <a:srgbClr val="D4A979"/>
              </a:solidFill>
            </a:endParaRPr>
          </a:p>
          <a:p>
            <a:endParaRPr lang="zh-CN" altLang="en-US" sz="1400" b="1">
              <a:solidFill>
                <a:srgbClr val="D4A979"/>
              </a:solidFill>
            </a:endParaRPr>
          </a:p>
          <a:p>
            <a:endParaRPr lang="zh-CN" altLang="en-US" sz="1400" b="1">
              <a:solidFill>
                <a:srgbClr val="D4A979"/>
              </a:solidFill>
            </a:endParaRPr>
          </a:p>
          <a:p>
            <a:endParaRPr lang="zh-CN" altLang="en-US" sz="1400" b="1">
              <a:solidFill>
                <a:srgbClr val="D4A979"/>
              </a:solidFill>
            </a:endParaRPr>
          </a:p>
        </p:txBody>
      </p:sp>
      <p:sp>
        <p:nvSpPr>
          <p:cNvPr id="161" name="圆角矩形 160"/>
          <p:cNvSpPr/>
          <p:nvPr/>
        </p:nvSpPr>
        <p:spPr>
          <a:xfrm>
            <a:off x="9639300" y="1654175"/>
            <a:ext cx="1634490" cy="1315085"/>
          </a:xfrm>
          <a:prstGeom prst="roundRect">
            <a:avLst>
              <a:gd name="adj" fmla="val 8629"/>
            </a:avLst>
          </a:prstGeom>
          <a:ln>
            <a:solidFill>
              <a:srgbClr val="D4A979"/>
            </a:solidFill>
          </a:ln>
        </p:spPr>
        <p:style>
          <a:lnRef idx="2">
            <a:schemeClr val="accent1"/>
          </a:lnRef>
          <a:fillRef idx="0">
            <a:srgbClr val="FFFFFF"/>
          </a:fillRef>
          <a:effectRef idx="0">
            <a:srgbClr val="FFFFFF"/>
          </a:effectRef>
          <a:fontRef idx="minor">
            <a:schemeClr val="tx1"/>
          </a:fontRef>
        </p:style>
        <p:txBody>
          <a:bodyPr rtlCol="0" anchor="ctr"/>
          <a:p>
            <a:pPr algn="ctr"/>
            <a:endParaRPr lang="zh-CN" altLang="en-US"/>
          </a:p>
        </p:txBody>
      </p:sp>
      <p:sp>
        <p:nvSpPr>
          <p:cNvPr id="162" name="文本框 161"/>
          <p:cNvSpPr txBox="1"/>
          <p:nvPr/>
        </p:nvSpPr>
        <p:spPr>
          <a:xfrm>
            <a:off x="9765030" y="1714500"/>
            <a:ext cx="1438275" cy="306705"/>
          </a:xfrm>
          <a:prstGeom prst="rect">
            <a:avLst/>
          </a:prstGeom>
          <a:noFill/>
        </p:spPr>
        <p:txBody>
          <a:bodyPr wrap="square" rtlCol="0" anchor="t">
            <a:spAutoFit/>
          </a:bodyPr>
          <a:p>
            <a:r>
              <a:rPr lang="zh-CN" altLang="en-US" sz="1400" b="1">
                <a:solidFill>
                  <a:srgbClr val="D4A979"/>
                </a:solidFill>
                <a:sym typeface="+mn-ea"/>
              </a:rPr>
              <a:t>服务规划与设计</a:t>
            </a:r>
            <a:endParaRPr lang="zh-CN" altLang="en-US" sz="1400" b="1">
              <a:solidFill>
                <a:srgbClr val="D4A979"/>
              </a:solidFill>
              <a:sym typeface="+mn-ea"/>
            </a:endParaRPr>
          </a:p>
        </p:txBody>
      </p:sp>
      <p:sp>
        <p:nvSpPr>
          <p:cNvPr id="164" name="圆角矩形 163"/>
          <p:cNvSpPr/>
          <p:nvPr/>
        </p:nvSpPr>
        <p:spPr>
          <a:xfrm>
            <a:off x="9716135" y="2043430"/>
            <a:ext cx="1487805" cy="243205"/>
          </a:xfrm>
          <a:prstGeom prst="roundRect">
            <a:avLst/>
          </a:prstGeom>
          <a:solidFill>
            <a:srgbClr val="D4A979"/>
          </a:solidFill>
          <a:ln>
            <a:solidFill>
              <a:srgbClr val="D4A979"/>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sz="1000"/>
              <a:t>客户</a:t>
            </a:r>
            <a:r>
              <a:rPr lang="zh-CN" altLang="en-US" sz="1000"/>
              <a:t>访谈、需求调研</a:t>
            </a:r>
            <a:endParaRPr lang="zh-CN" altLang="en-US" sz="1000"/>
          </a:p>
        </p:txBody>
      </p:sp>
      <p:sp>
        <p:nvSpPr>
          <p:cNvPr id="165" name="圆角矩形 164"/>
          <p:cNvSpPr/>
          <p:nvPr/>
        </p:nvSpPr>
        <p:spPr>
          <a:xfrm>
            <a:off x="9716770" y="2642870"/>
            <a:ext cx="1487170" cy="243205"/>
          </a:xfrm>
          <a:prstGeom prst="roundRect">
            <a:avLst/>
          </a:prstGeom>
          <a:solidFill>
            <a:srgbClr val="D4A979"/>
          </a:solidFill>
          <a:ln>
            <a:solidFill>
              <a:srgbClr val="D4A979"/>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en-US" altLang="zh-CN" sz="1000"/>
              <a:t>“</a:t>
            </a:r>
            <a:r>
              <a:rPr lang="zh-CN" altLang="en-US" sz="1000"/>
              <a:t>一校一案</a:t>
            </a:r>
            <a:r>
              <a:rPr lang="en-US" altLang="zh-CN" sz="1000"/>
              <a:t>”</a:t>
            </a:r>
            <a:r>
              <a:rPr lang="zh-CN" altLang="en-US" sz="1000"/>
              <a:t>服务设计</a:t>
            </a:r>
            <a:endParaRPr lang="zh-CN" altLang="en-US" sz="1000"/>
          </a:p>
        </p:txBody>
      </p:sp>
      <p:sp>
        <p:nvSpPr>
          <p:cNvPr id="166" name="圆角矩形 165"/>
          <p:cNvSpPr/>
          <p:nvPr/>
        </p:nvSpPr>
        <p:spPr>
          <a:xfrm>
            <a:off x="9716770" y="2339975"/>
            <a:ext cx="1487170" cy="243205"/>
          </a:xfrm>
          <a:prstGeom prst="roundRect">
            <a:avLst/>
          </a:prstGeom>
          <a:solidFill>
            <a:srgbClr val="D4A979"/>
          </a:solidFill>
          <a:ln>
            <a:solidFill>
              <a:srgbClr val="D4A979"/>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sz="1000"/>
              <a:t>需求及政策</a:t>
            </a:r>
            <a:r>
              <a:rPr lang="zh-CN" altLang="en-US" sz="1000"/>
              <a:t>分析</a:t>
            </a:r>
            <a:endParaRPr lang="zh-CN" altLang="en-US" sz="1000"/>
          </a:p>
        </p:txBody>
      </p:sp>
      <p:sp>
        <p:nvSpPr>
          <p:cNvPr id="167" name="圆角矩形 166"/>
          <p:cNvSpPr/>
          <p:nvPr/>
        </p:nvSpPr>
        <p:spPr>
          <a:xfrm>
            <a:off x="9646285" y="3078480"/>
            <a:ext cx="1634490" cy="1315085"/>
          </a:xfrm>
          <a:prstGeom prst="roundRect">
            <a:avLst>
              <a:gd name="adj" fmla="val 7589"/>
            </a:avLst>
          </a:prstGeom>
          <a:ln>
            <a:solidFill>
              <a:srgbClr val="D4A979"/>
            </a:solidFill>
          </a:ln>
        </p:spPr>
        <p:style>
          <a:lnRef idx="2">
            <a:schemeClr val="accent1"/>
          </a:lnRef>
          <a:fillRef idx="0">
            <a:srgbClr val="FFFFFF"/>
          </a:fillRef>
          <a:effectRef idx="0">
            <a:srgbClr val="FFFFFF"/>
          </a:effectRef>
          <a:fontRef idx="minor">
            <a:schemeClr val="tx1"/>
          </a:fontRef>
        </p:style>
        <p:txBody>
          <a:bodyPr rtlCol="0" anchor="ctr"/>
          <a:p>
            <a:pPr algn="ctr"/>
            <a:endParaRPr lang="zh-CN" altLang="en-US"/>
          </a:p>
        </p:txBody>
      </p:sp>
      <p:sp>
        <p:nvSpPr>
          <p:cNvPr id="168" name="文本框 167"/>
          <p:cNvSpPr txBox="1"/>
          <p:nvPr/>
        </p:nvSpPr>
        <p:spPr>
          <a:xfrm>
            <a:off x="9772015" y="3138170"/>
            <a:ext cx="1438275" cy="306705"/>
          </a:xfrm>
          <a:prstGeom prst="rect">
            <a:avLst/>
          </a:prstGeom>
          <a:noFill/>
        </p:spPr>
        <p:txBody>
          <a:bodyPr wrap="square" rtlCol="0" anchor="t">
            <a:spAutoFit/>
          </a:bodyPr>
          <a:p>
            <a:r>
              <a:rPr lang="zh-CN" altLang="en-US" sz="1400" b="1">
                <a:solidFill>
                  <a:srgbClr val="D4A979"/>
                </a:solidFill>
                <a:sym typeface="+mn-ea"/>
              </a:rPr>
              <a:t>服务实施与</a:t>
            </a:r>
            <a:r>
              <a:rPr lang="zh-CN" altLang="en-US" sz="1400" b="1">
                <a:solidFill>
                  <a:srgbClr val="D4A979"/>
                </a:solidFill>
                <a:sym typeface="+mn-ea"/>
              </a:rPr>
              <a:t>管理</a:t>
            </a:r>
            <a:endParaRPr lang="zh-CN" altLang="en-US" sz="1400" b="1">
              <a:solidFill>
                <a:srgbClr val="D4A979"/>
              </a:solidFill>
              <a:sym typeface="+mn-ea"/>
            </a:endParaRPr>
          </a:p>
        </p:txBody>
      </p:sp>
      <p:sp>
        <p:nvSpPr>
          <p:cNvPr id="169" name="圆角矩形 168"/>
          <p:cNvSpPr/>
          <p:nvPr/>
        </p:nvSpPr>
        <p:spPr>
          <a:xfrm>
            <a:off x="9722485" y="3467100"/>
            <a:ext cx="1487805" cy="243205"/>
          </a:xfrm>
          <a:prstGeom prst="roundRect">
            <a:avLst/>
          </a:prstGeom>
          <a:solidFill>
            <a:srgbClr val="D4A979"/>
          </a:solidFill>
          <a:ln>
            <a:solidFill>
              <a:srgbClr val="D4A979"/>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sz="1000"/>
              <a:t>机构、师资运营</a:t>
            </a:r>
            <a:r>
              <a:rPr lang="zh-CN" altLang="en-US" sz="1000"/>
              <a:t>管理</a:t>
            </a:r>
            <a:endParaRPr lang="zh-CN" altLang="en-US" sz="1000"/>
          </a:p>
        </p:txBody>
      </p:sp>
      <p:sp>
        <p:nvSpPr>
          <p:cNvPr id="170" name="圆角矩形 169"/>
          <p:cNvSpPr/>
          <p:nvPr/>
        </p:nvSpPr>
        <p:spPr>
          <a:xfrm>
            <a:off x="9723120" y="4067175"/>
            <a:ext cx="1487170" cy="243205"/>
          </a:xfrm>
          <a:prstGeom prst="roundRect">
            <a:avLst/>
          </a:prstGeom>
          <a:solidFill>
            <a:srgbClr val="D4A979"/>
          </a:solidFill>
          <a:ln>
            <a:solidFill>
              <a:srgbClr val="D4A979"/>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sz="1000"/>
              <a:t>安全运营</a:t>
            </a:r>
            <a:r>
              <a:rPr lang="zh-CN" altLang="en-US" sz="1000"/>
              <a:t>管理</a:t>
            </a:r>
            <a:endParaRPr lang="zh-CN" altLang="en-US" sz="1000"/>
          </a:p>
        </p:txBody>
      </p:sp>
      <p:sp>
        <p:nvSpPr>
          <p:cNvPr id="171" name="圆角矩形 170"/>
          <p:cNvSpPr/>
          <p:nvPr/>
        </p:nvSpPr>
        <p:spPr>
          <a:xfrm>
            <a:off x="9723120" y="3763645"/>
            <a:ext cx="1487170" cy="243205"/>
          </a:xfrm>
          <a:prstGeom prst="roundRect">
            <a:avLst/>
          </a:prstGeom>
          <a:solidFill>
            <a:srgbClr val="D4A979"/>
          </a:solidFill>
          <a:ln>
            <a:solidFill>
              <a:srgbClr val="D4A979"/>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sz="1000"/>
              <a:t>服务质量</a:t>
            </a:r>
            <a:r>
              <a:rPr lang="zh-CN" altLang="en-US" sz="1000"/>
              <a:t>管理</a:t>
            </a:r>
            <a:endParaRPr lang="zh-CN" altLang="en-US" sz="1000"/>
          </a:p>
        </p:txBody>
      </p:sp>
      <p:sp>
        <p:nvSpPr>
          <p:cNvPr id="172" name="圆角矩形 171"/>
          <p:cNvSpPr/>
          <p:nvPr/>
        </p:nvSpPr>
        <p:spPr>
          <a:xfrm>
            <a:off x="9646285" y="4494530"/>
            <a:ext cx="1634490" cy="1315085"/>
          </a:xfrm>
          <a:prstGeom prst="roundRect">
            <a:avLst>
              <a:gd name="adj" fmla="val 8652"/>
            </a:avLst>
          </a:prstGeom>
          <a:ln>
            <a:solidFill>
              <a:srgbClr val="D4A979"/>
            </a:solidFill>
          </a:ln>
        </p:spPr>
        <p:style>
          <a:lnRef idx="2">
            <a:schemeClr val="accent1"/>
          </a:lnRef>
          <a:fillRef idx="0">
            <a:srgbClr val="FFFFFF"/>
          </a:fillRef>
          <a:effectRef idx="0">
            <a:srgbClr val="FFFFFF"/>
          </a:effectRef>
          <a:fontRef idx="minor">
            <a:schemeClr val="tx1"/>
          </a:fontRef>
        </p:style>
        <p:txBody>
          <a:bodyPr rtlCol="0" anchor="ctr"/>
          <a:p>
            <a:pPr algn="ctr"/>
            <a:endParaRPr lang="zh-CN" altLang="en-US"/>
          </a:p>
        </p:txBody>
      </p:sp>
      <p:sp>
        <p:nvSpPr>
          <p:cNvPr id="173" name="文本框 172"/>
          <p:cNvSpPr txBox="1"/>
          <p:nvPr/>
        </p:nvSpPr>
        <p:spPr>
          <a:xfrm>
            <a:off x="9772015" y="4554855"/>
            <a:ext cx="1438275" cy="306705"/>
          </a:xfrm>
          <a:prstGeom prst="rect">
            <a:avLst/>
          </a:prstGeom>
          <a:noFill/>
        </p:spPr>
        <p:txBody>
          <a:bodyPr wrap="square" rtlCol="0" anchor="t">
            <a:spAutoFit/>
          </a:bodyPr>
          <a:p>
            <a:r>
              <a:rPr lang="zh-CN" altLang="en-US" sz="1400" b="1">
                <a:solidFill>
                  <a:srgbClr val="D4A979"/>
                </a:solidFill>
                <a:sym typeface="+mn-ea"/>
              </a:rPr>
              <a:t>服务评估与</a:t>
            </a:r>
            <a:r>
              <a:rPr lang="zh-CN" altLang="en-US" sz="1400" b="1">
                <a:solidFill>
                  <a:srgbClr val="D4A979"/>
                </a:solidFill>
                <a:sym typeface="+mn-ea"/>
              </a:rPr>
              <a:t>优化</a:t>
            </a:r>
            <a:endParaRPr lang="zh-CN" altLang="en-US" sz="1400" b="1">
              <a:solidFill>
                <a:srgbClr val="D4A979"/>
              </a:solidFill>
              <a:sym typeface="+mn-ea"/>
            </a:endParaRPr>
          </a:p>
        </p:txBody>
      </p:sp>
      <p:sp>
        <p:nvSpPr>
          <p:cNvPr id="174" name="圆角矩形 173"/>
          <p:cNvSpPr/>
          <p:nvPr/>
        </p:nvSpPr>
        <p:spPr>
          <a:xfrm>
            <a:off x="9722485" y="4883785"/>
            <a:ext cx="1487805" cy="243205"/>
          </a:xfrm>
          <a:prstGeom prst="roundRect">
            <a:avLst/>
          </a:prstGeom>
          <a:solidFill>
            <a:srgbClr val="D4A979"/>
          </a:solidFill>
          <a:ln>
            <a:solidFill>
              <a:srgbClr val="D4A979"/>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sz="1000"/>
              <a:t>课程服务质量</a:t>
            </a:r>
            <a:r>
              <a:rPr lang="zh-CN" altLang="en-US" sz="1000"/>
              <a:t>评估</a:t>
            </a:r>
            <a:endParaRPr lang="zh-CN" altLang="en-US" sz="1000"/>
          </a:p>
        </p:txBody>
      </p:sp>
      <p:sp>
        <p:nvSpPr>
          <p:cNvPr id="175" name="圆角矩形 174"/>
          <p:cNvSpPr/>
          <p:nvPr/>
        </p:nvSpPr>
        <p:spPr>
          <a:xfrm>
            <a:off x="9723120" y="5483225"/>
            <a:ext cx="1487170" cy="243205"/>
          </a:xfrm>
          <a:prstGeom prst="roundRect">
            <a:avLst/>
          </a:prstGeom>
          <a:solidFill>
            <a:srgbClr val="D4A979"/>
          </a:solidFill>
          <a:ln>
            <a:solidFill>
              <a:srgbClr val="D4A979"/>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sz="1000"/>
              <a:t>服务方案</a:t>
            </a:r>
            <a:r>
              <a:rPr lang="zh-CN" altLang="en-US" sz="1000"/>
              <a:t>优化</a:t>
            </a:r>
            <a:endParaRPr lang="zh-CN" altLang="en-US" sz="1000"/>
          </a:p>
        </p:txBody>
      </p:sp>
      <p:sp>
        <p:nvSpPr>
          <p:cNvPr id="176" name="圆角矩形 175"/>
          <p:cNvSpPr/>
          <p:nvPr/>
        </p:nvSpPr>
        <p:spPr>
          <a:xfrm>
            <a:off x="9723120" y="5180330"/>
            <a:ext cx="1487170" cy="243205"/>
          </a:xfrm>
          <a:prstGeom prst="roundRect">
            <a:avLst/>
          </a:prstGeom>
          <a:solidFill>
            <a:srgbClr val="D4A979"/>
          </a:solidFill>
          <a:ln>
            <a:solidFill>
              <a:srgbClr val="D4A979"/>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sz="1000"/>
              <a:t>机构信用等级</a:t>
            </a:r>
            <a:r>
              <a:rPr lang="zh-CN" altLang="en-US" sz="1000"/>
              <a:t>评估</a:t>
            </a:r>
            <a:endParaRPr lang="zh-CN" altLang="en-US" sz="1000"/>
          </a:p>
        </p:txBody>
      </p:sp>
      <p:sp>
        <p:nvSpPr>
          <p:cNvPr id="3" name="文本框 2"/>
          <p:cNvSpPr txBox="1"/>
          <p:nvPr/>
        </p:nvSpPr>
        <p:spPr>
          <a:xfrm>
            <a:off x="10172065" y="6032500"/>
            <a:ext cx="1108710" cy="275590"/>
          </a:xfrm>
          <a:prstGeom prst="rect">
            <a:avLst/>
          </a:prstGeom>
          <a:noFill/>
        </p:spPr>
        <p:txBody>
          <a:bodyPr wrap="square" rtlCol="0">
            <a:spAutoFit/>
          </a:bodyPr>
          <a:p>
            <a:r>
              <a:rPr lang="zh-CN" altLang="en-US" sz="1200">
                <a:solidFill>
                  <a:schemeClr val="bg1"/>
                </a:solidFill>
              </a:rPr>
              <a:t>数据同步</a:t>
            </a:r>
            <a:endParaRPr lang="zh-CN" altLang="en-US" sz="1200">
              <a:solidFill>
                <a:schemeClr val="bg1"/>
              </a:solidFill>
            </a:endParaRPr>
          </a:p>
        </p:txBody>
      </p:sp>
    </p:spTree>
    <p:custDataLst>
      <p:tags r:id="rId6"/>
    </p:custDataLst>
  </p:cSld>
  <p:clrMapOvr>
    <a:masterClrMapping/>
  </p:clrMapOvr>
  <p:transition/>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标题 8"/>
          <p:cNvSpPr>
            <a:spLocks noGrp="1"/>
          </p:cNvSpPr>
          <p:nvPr>
            <p:custDataLst>
              <p:tags r:id="rId1"/>
            </p:custDataLst>
          </p:nvPr>
        </p:nvSpPr>
        <p:spPr>
          <a:xfrm>
            <a:off x="937260" y="0"/>
            <a:ext cx="7235825" cy="799465"/>
          </a:xfrm>
          <a:prstGeom prst="rect">
            <a:avLst/>
          </a:prstGeom>
        </p:spPr>
        <p:txBody>
          <a:bodyPr vert="horz" lIns="90170" tIns="46990" rIns="90170" bIns="46990" rtlCol="0" anchor="ctr" anchorCtr="0">
            <a:noAutofit/>
          </a:bodyPr>
          <a:lstStyle>
            <a:lvl1pPr>
              <a:defRPr sz="6000">
                <a:solidFill>
                  <a:srgbClr val="1D43F3"/>
                </a:solidFill>
              </a:defRPr>
            </a:lvl1pPr>
          </a:lstStyle>
          <a:p>
            <a:r>
              <a:rPr lang="zh-CN" altLang="en-US" sz="3600" b="1">
                <a:solidFill>
                  <a:srgbClr val="254D97"/>
                </a:solidFill>
                <a:cs typeface="微软雅黑 Light" panose="020B0502040204020203" charset="-122"/>
              </a:rPr>
              <a:t>图示：教育局数据</a:t>
            </a:r>
            <a:r>
              <a:rPr lang="zh-CN" altLang="en-US" sz="3600" b="1">
                <a:solidFill>
                  <a:srgbClr val="254D97"/>
                </a:solidFill>
                <a:cs typeface="微软雅黑 Light" panose="020B0502040204020203" charset="-122"/>
              </a:rPr>
              <a:t>驾驶舱</a:t>
            </a:r>
            <a:endParaRPr lang="zh-CN" altLang="en-US" sz="3600" b="1">
              <a:solidFill>
                <a:srgbClr val="254D97"/>
              </a:solidFill>
              <a:cs typeface="微软雅黑 Light" panose="020B0502040204020203" charset="-122"/>
            </a:endParaRPr>
          </a:p>
        </p:txBody>
      </p:sp>
      <p:sp>
        <p:nvSpPr>
          <p:cNvPr id="56" name="矩形 55"/>
          <p:cNvSpPr/>
          <p:nvPr/>
        </p:nvSpPr>
        <p:spPr>
          <a:xfrm>
            <a:off x="8580755" y="5934075"/>
            <a:ext cx="3529330" cy="822960"/>
          </a:xfrm>
          <a:prstGeom prst="rect">
            <a:avLst/>
          </a:prstGeom>
          <a:solidFill>
            <a:schemeClr val="bg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pic>
        <p:nvPicPr>
          <p:cNvPr id="3" name="图片 2"/>
          <p:cNvPicPr>
            <a:picLocks noChangeAspect="1"/>
          </p:cNvPicPr>
          <p:nvPr/>
        </p:nvPicPr>
        <p:blipFill>
          <a:blip r:embed="rId2"/>
          <a:stretch>
            <a:fillRect/>
          </a:stretch>
        </p:blipFill>
        <p:spPr>
          <a:xfrm>
            <a:off x="981393" y="1200785"/>
            <a:ext cx="10229215" cy="5097780"/>
          </a:xfrm>
          <a:prstGeom prst="rect">
            <a:avLst/>
          </a:prstGeom>
        </p:spPr>
      </p:pic>
    </p:spTree>
    <p:custDataLst>
      <p:tags r:id="rId3"/>
    </p:custDataLst>
  </p:cSld>
  <p:clrMapOvr>
    <a:masterClrMapping/>
  </p:clrMapOvr>
  <p:transition/>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标题 8"/>
          <p:cNvSpPr>
            <a:spLocks noGrp="1"/>
          </p:cNvSpPr>
          <p:nvPr>
            <p:custDataLst>
              <p:tags r:id="rId1"/>
            </p:custDataLst>
          </p:nvPr>
        </p:nvSpPr>
        <p:spPr>
          <a:xfrm>
            <a:off x="937260" y="0"/>
            <a:ext cx="7235825" cy="799465"/>
          </a:xfrm>
          <a:prstGeom prst="rect">
            <a:avLst/>
          </a:prstGeom>
        </p:spPr>
        <p:txBody>
          <a:bodyPr vert="horz" lIns="90170" tIns="46990" rIns="90170" bIns="46990" rtlCol="0" anchor="ctr" anchorCtr="0">
            <a:noAutofit/>
          </a:bodyPr>
          <a:lstStyle>
            <a:lvl1pPr>
              <a:defRPr sz="6000">
                <a:solidFill>
                  <a:srgbClr val="1D43F3"/>
                </a:solidFill>
              </a:defRPr>
            </a:lvl1pPr>
          </a:lstStyle>
          <a:p>
            <a:r>
              <a:rPr lang="zh-CN" altLang="en-US" sz="3600" b="1">
                <a:solidFill>
                  <a:srgbClr val="254D97"/>
                </a:solidFill>
                <a:cs typeface="微软雅黑 Light" panose="020B0502040204020203" charset="-122"/>
              </a:rPr>
              <a:t>图示：报名选课流程</a:t>
            </a:r>
            <a:r>
              <a:rPr lang="zh-CN" altLang="en-US" sz="3600" b="1">
                <a:solidFill>
                  <a:srgbClr val="254D97"/>
                </a:solidFill>
                <a:cs typeface="微软雅黑 Light" panose="020B0502040204020203" charset="-122"/>
              </a:rPr>
              <a:t>图</a:t>
            </a:r>
            <a:endParaRPr lang="zh-CN" altLang="en-US" sz="3600" b="1">
              <a:solidFill>
                <a:srgbClr val="254D97"/>
              </a:solidFill>
              <a:cs typeface="微软雅黑 Light" panose="020B0502040204020203" charset="-122"/>
            </a:endParaRPr>
          </a:p>
        </p:txBody>
      </p:sp>
      <p:sp>
        <p:nvSpPr>
          <p:cNvPr id="56" name="矩形 55"/>
          <p:cNvSpPr/>
          <p:nvPr/>
        </p:nvSpPr>
        <p:spPr>
          <a:xfrm>
            <a:off x="8580755" y="5934075"/>
            <a:ext cx="3529330" cy="822960"/>
          </a:xfrm>
          <a:prstGeom prst="rect">
            <a:avLst/>
          </a:prstGeom>
          <a:solidFill>
            <a:schemeClr val="bg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2" name="文本框 1"/>
          <p:cNvSpPr txBox="1"/>
          <p:nvPr/>
        </p:nvSpPr>
        <p:spPr>
          <a:xfrm>
            <a:off x="3472180" y="6049010"/>
            <a:ext cx="4064000" cy="368300"/>
          </a:xfrm>
          <a:prstGeom prst="rect">
            <a:avLst/>
          </a:prstGeom>
          <a:noFill/>
        </p:spPr>
        <p:txBody>
          <a:bodyPr wrap="square" rtlCol="0">
            <a:spAutoFit/>
          </a:bodyPr>
          <a:p>
            <a:r>
              <a:rPr lang="zh-CN" altLang="en-US">
                <a:solidFill>
                  <a:srgbClr val="FF0000"/>
                </a:solidFill>
              </a:rPr>
              <a:t>这里的图可以找袅袅要</a:t>
            </a:r>
            <a:r>
              <a:rPr lang="zh-CN" altLang="en-US">
                <a:solidFill>
                  <a:srgbClr val="FF0000"/>
                </a:solidFill>
              </a:rPr>
              <a:t>截图</a:t>
            </a:r>
            <a:endParaRPr lang="zh-CN" altLang="en-US">
              <a:solidFill>
                <a:srgbClr val="FF0000"/>
              </a:solidFill>
            </a:endParaRPr>
          </a:p>
        </p:txBody>
      </p:sp>
      <p:pic>
        <p:nvPicPr>
          <p:cNvPr id="3" name="图片 2"/>
          <p:cNvPicPr>
            <a:picLocks noChangeAspect="1"/>
          </p:cNvPicPr>
          <p:nvPr/>
        </p:nvPicPr>
        <p:blipFill>
          <a:blip r:embed="rId2"/>
          <a:stretch>
            <a:fillRect/>
          </a:stretch>
        </p:blipFill>
        <p:spPr>
          <a:xfrm>
            <a:off x="1184910" y="1106805"/>
            <a:ext cx="9822180" cy="5428615"/>
          </a:xfrm>
          <a:prstGeom prst="rect">
            <a:avLst/>
          </a:prstGeom>
        </p:spPr>
      </p:pic>
    </p:spTree>
    <p:custDataLst>
      <p:tags r:id="rId3"/>
    </p:custDataLst>
  </p:cSld>
  <p:clrMapOvr>
    <a:masterClrMapping/>
  </p:clrMapOvr>
  <p:transition/>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标题 8"/>
          <p:cNvSpPr>
            <a:spLocks noGrp="1"/>
          </p:cNvSpPr>
          <p:nvPr>
            <p:custDataLst>
              <p:tags r:id="rId1"/>
            </p:custDataLst>
          </p:nvPr>
        </p:nvSpPr>
        <p:spPr>
          <a:xfrm>
            <a:off x="937260" y="0"/>
            <a:ext cx="7235825" cy="799465"/>
          </a:xfrm>
          <a:prstGeom prst="rect">
            <a:avLst/>
          </a:prstGeom>
        </p:spPr>
        <p:txBody>
          <a:bodyPr vert="horz" lIns="90170" tIns="46990" rIns="90170" bIns="46990" rtlCol="0" anchor="ctr" anchorCtr="0">
            <a:noAutofit/>
          </a:bodyPr>
          <a:lstStyle>
            <a:lvl1pPr>
              <a:defRPr sz="6000">
                <a:solidFill>
                  <a:srgbClr val="1D43F3"/>
                </a:solidFill>
              </a:defRPr>
            </a:lvl1pPr>
          </a:lstStyle>
          <a:p>
            <a:r>
              <a:rPr lang="zh-CN" altLang="en-US" sz="3600" b="1">
                <a:solidFill>
                  <a:srgbClr val="254D97"/>
                </a:solidFill>
                <a:cs typeface="微软雅黑 Light" panose="020B0502040204020203" charset="-122"/>
              </a:rPr>
              <a:t>图示：学校端操作界面</a:t>
            </a:r>
            <a:r>
              <a:rPr lang="zh-CN" altLang="en-US" sz="3600" b="1">
                <a:solidFill>
                  <a:srgbClr val="254D97"/>
                </a:solidFill>
                <a:cs typeface="微软雅黑 Light" panose="020B0502040204020203" charset="-122"/>
              </a:rPr>
              <a:t>示意图</a:t>
            </a:r>
            <a:endParaRPr lang="zh-CN" altLang="en-US" sz="3600" b="1">
              <a:solidFill>
                <a:srgbClr val="254D97"/>
              </a:solidFill>
              <a:cs typeface="微软雅黑 Light" panose="020B0502040204020203" charset="-122"/>
            </a:endParaRPr>
          </a:p>
        </p:txBody>
      </p:sp>
      <p:sp>
        <p:nvSpPr>
          <p:cNvPr id="56" name="矩形 55"/>
          <p:cNvSpPr/>
          <p:nvPr/>
        </p:nvSpPr>
        <p:spPr>
          <a:xfrm>
            <a:off x="8580755" y="5934075"/>
            <a:ext cx="3529330" cy="822960"/>
          </a:xfrm>
          <a:prstGeom prst="rect">
            <a:avLst/>
          </a:prstGeom>
          <a:solidFill>
            <a:schemeClr val="bg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2" name="文本框 1"/>
          <p:cNvSpPr txBox="1"/>
          <p:nvPr/>
        </p:nvSpPr>
        <p:spPr>
          <a:xfrm>
            <a:off x="3472180" y="6049010"/>
            <a:ext cx="4064000" cy="368300"/>
          </a:xfrm>
          <a:prstGeom prst="rect">
            <a:avLst/>
          </a:prstGeom>
          <a:noFill/>
        </p:spPr>
        <p:txBody>
          <a:bodyPr wrap="square" rtlCol="0">
            <a:spAutoFit/>
          </a:bodyPr>
          <a:p>
            <a:r>
              <a:rPr lang="zh-CN" altLang="en-US">
                <a:solidFill>
                  <a:srgbClr val="FF0000"/>
                </a:solidFill>
              </a:rPr>
              <a:t>这里的图可以找袅袅要</a:t>
            </a:r>
            <a:r>
              <a:rPr lang="zh-CN" altLang="en-US">
                <a:solidFill>
                  <a:srgbClr val="FF0000"/>
                </a:solidFill>
              </a:rPr>
              <a:t>截图</a:t>
            </a:r>
            <a:endParaRPr lang="zh-CN" altLang="en-US">
              <a:solidFill>
                <a:srgbClr val="FF0000"/>
              </a:solidFill>
            </a:endParaRPr>
          </a:p>
        </p:txBody>
      </p:sp>
      <p:pic>
        <p:nvPicPr>
          <p:cNvPr id="3" name="图片 2"/>
          <p:cNvPicPr>
            <a:picLocks noChangeAspect="1"/>
          </p:cNvPicPr>
          <p:nvPr/>
        </p:nvPicPr>
        <p:blipFill>
          <a:blip r:embed="rId2"/>
          <a:stretch>
            <a:fillRect/>
          </a:stretch>
        </p:blipFill>
        <p:spPr>
          <a:xfrm>
            <a:off x="1013778" y="1069340"/>
            <a:ext cx="10164445" cy="5347970"/>
          </a:xfrm>
          <a:prstGeom prst="rect">
            <a:avLst/>
          </a:prstGeom>
        </p:spPr>
      </p:pic>
    </p:spTree>
    <p:custDataLst>
      <p:tags r:id="rId3"/>
    </p:custDataLst>
  </p:cSld>
  <p:clrMapOvr>
    <a:masterClrMapping/>
  </p:clrMapOvr>
  <p:transition/>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custDataLst>
              <p:tags r:id="rId1"/>
            </p:custDataLst>
          </p:nvPr>
        </p:nvSpPr>
        <p:spPr>
          <a:xfrm>
            <a:off x="1327785" y="440690"/>
            <a:ext cx="9537065" cy="2793365"/>
          </a:xfrm>
          <a:prstGeom prst="rect">
            <a:avLst/>
          </a:prstGeom>
          <a:noFill/>
        </p:spPr>
        <p:txBody>
          <a:bodyPr wrap="none" rtlCol="0">
            <a:noAutofit/>
          </a:bodyPr>
          <a:p>
            <a:r>
              <a:rPr lang="en-US" altLang="zh-CN" sz="14600" b="1" dirty="0" smtClean="0">
                <a:ln w="3175">
                  <a:solidFill>
                    <a:srgbClr val="1556BC">
                      <a:alpha val="15000"/>
                    </a:srgbClr>
                  </a:solidFill>
                </a:ln>
                <a:noFill/>
                <a:latin typeface="+mn-ea"/>
                <a:cs typeface="微软雅黑 Light" panose="020B0502040204020203" charset="-122"/>
              </a:rPr>
              <a:t>THANKS</a:t>
            </a:r>
            <a:endParaRPr lang="en-US" altLang="zh-CN" sz="14600" b="1" dirty="0" smtClean="0">
              <a:ln w="3175">
                <a:solidFill>
                  <a:srgbClr val="1556BC">
                    <a:alpha val="15000"/>
                  </a:srgbClr>
                </a:solidFill>
              </a:ln>
              <a:noFill/>
              <a:latin typeface="+mn-ea"/>
              <a:cs typeface="微软雅黑 Light" panose="020B0502040204020203" charset="-122"/>
            </a:endParaRPr>
          </a:p>
        </p:txBody>
      </p:sp>
      <p:sp>
        <p:nvSpPr>
          <p:cNvPr id="2" name="文本框 1"/>
          <p:cNvSpPr txBox="1"/>
          <p:nvPr>
            <p:custDataLst>
              <p:tags r:id="rId2"/>
            </p:custDataLst>
          </p:nvPr>
        </p:nvSpPr>
        <p:spPr>
          <a:xfrm>
            <a:off x="1327785" y="1858010"/>
            <a:ext cx="9369425" cy="2138680"/>
          </a:xfrm>
          <a:prstGeom prst="rect">
            <a:avLst/>
          </a:prstGeom>
          <a:noFill/>
        </p:spPr>
        <p:txBody>
          <a:bodyPr wrap="none" rtlCol="0">
            <a:noAutofit/>
          </a:bodyPr>
          <a:lstStyle/>
          <a:p>
            <a:r>
              <a:rPr lang="zh-CN" altLang="en-US" sz="9600" b="1" dirty="0" smtClean="0">
                <a:solidFill>
                  <a:srgbClr val="254D97"/>
                </a:solidFill>
                <a:latin typeface="微软雅黑" panose="020B0503020204020204" charset="-122"/>
                <a:ea typeface="微软雅黑" panose="020B0503020204020204" charset="-122"/>
                <a:cs typeface="微软雅黑 Light" panose="020B0502040204020203" charset="-122"/>
              </a:rPr>
              <a:t>感谢聆听</a:t>
            </a:r>
            <a:endParaRPr lang="zh-CN" altLang="en-US" sz="9600" b="1" dirty="0" smtClean="0">
              <a:solidFill>
                <a:srgbClr val="254D97"/>
              </a:solidFill>
              <a:latin typeface="微软雅黑" panose="020B0503020204020204" charset="-122"/>
              <a:ea typeface="微软雅黑" panose="020B0503020204020204" charset="-122"/>
              <a:cs typeface="微软雅黑 Light" panose="020B0502040204020203" charset="-122"/>
            </a:endParaRPr>
          </a:p>
        </p:txBody>
      </p:sp>
      <p:pic>
        <p:nvPicPr>
          <p:cNvPr id="8" name="图片 7" descr="F:/桌面/图片11.png图片11"/>
          <p:cNvPicPr>
            <a:picLocks noChangeAspect="1"/>
          </p:cNvPicPr>
          <p:nvPr userDrawn="1">
            <p:custDataLst>
              <p:tags r:id="rId3"/>
            </p:custDataLst>
          </p:nvPr>
        </p:nvPicPr>
        <p:blipFill>
          <a:blip r:embed="rId4"/>
          <a:srcRect t="19" b="19"/>
          <a:stretch>
            <a:fillRect/>
          </a:stretch>
        </p:blipFill>
        <p:spPr>
          <a:xfrm>
            <a:off x="8480425" y="6007735"/>
            <a:ext cx="3285490" cy="574675"/>
          </a:xfrm>
          <a:prstGeom prst="rect">
            <a:avLst/>
          </a:prstGeom>
        </p:spPr>
      </p:pic>
      <p:pic>
        <p:nvPicPr>
          <p:cNvPr id="17" name="图片 16" descr="资源 5@2x"/>
          <p:cNvPicPr>
            <a:picLocks noChangeAspect="1"/>
          </p:cNvPicPr>
          <p:nvPr>
            <p:custDataLst>
              <p:tags r:id="rId5"/>
            </p:custDataLst>
          </p:nvPr>
        </p:nvPicPr>
        <p:blipFill>
          <a:blip r:embed="rId6"/>
          <a:stretch>
            <a:fillRect/>
          </a:stretch>
        </p:blipFill>
        <p:spPr>
          <a:xfrm rot="10800000">
            <a:off x="11242675" y="259715"/>
            <a:ext cx="628650" cy="1154430"/>
          </a:xfrm>
          <a:prstGeom prst="rect">
            <a:avLst/>
          </a:prstGeom>
        </p:spPr>
      </p:pic>
    </p:spTree>
    <p:custDataLst>
      <p:tags r:id="rId7"/>
    </p:custDataLst>
  </p:cSld>
  <p:clrMapOvr>
    <a:masterClrMapping/>
  </p:clrMapOvr>
</p:sld>
</file>

<file path=ppt/tags/tag1.xml><?xml version="1.0" encoding="utf-8"?>
<p:tagLst xmlns:p="http://schemas.openxmlformats.org/presentationml/2006/main">
  <p:tag name="KSO_WM_BEAUTIFY_FLAG" val=""/>
</p:tagLst>
</file>

<file path=ppt/tags/tag2.xml><?xml version="1.0" encoding="utf-8"?>
<p:tagLst xmlns:p="http://schemas.openxmlformats.org/presentationml/2006/main">
  <p:tag name="KSO_WM_BEAUTIFY_FLAG" val=""/>
</p:tagLst>
</file>

<file path=ppt/tags/tag3.xml><?xml version="1.0" encoding="utf-8"?>
<p:tagLst xmlns:p="http://schemas.openxmlformats.org/presentationml/2006/main">
  <p:tag name="KSO_WM_BEAUTIFY_FLAG" val=""/>
</p:tagLst>
</file>

<file path=ppt/tags/tag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5176"/>
</p:tagLst>
</file>

<file path=ppt/tags/tag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5176"/>
</p:tagLst>
</file>

<file path=ppt/tags/tag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9.xml><?xml version="1.0" encoding="utf-8"?>
<p:tagLst xmlns:p="http://schemas.openxmlformats.org/presentationml/2006/main">
  <p:tag name="KSO_WM_TEMPLATE_THUMBS_INDEX" val="1、4、7、12、13、14、15、16、17、18、20、24、25、28、33、36、40、43、44"/>
  <p:tag name="KSO_WM_TEMPLATE_SUBCATEGORY" val="19"/>
  <p:tag name="KSO_WM_TAG_VERSION" val="1.0"/>
  <p:tag name="KSO_WM_BEAUTIFY_FLAG" val="#wm#"/>
  <p:tag name="KSO_WM_TEMPLATE_CATEGORY" val="custom"/>
  <p:tag name="KSO_WM_TEMPLATE_INDEX" val="20205176"/>
  <p:tag name="KSO_WM_TEMPLATE_MASTER_TYPE" val="0"/>
  <p:tag name="KSO_WM_TEMPLATE_COLOR_TYPE" val="1"/>
  <p:tag name="KSO_WM_UNIT_SHOW_EDIT_AREA_INDICATION" val="1"/>
</p:tagLst>
</file>

<file path=ppt/tags/tag1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a*1"/>
  <p:tag name="KSO_WM_UNIT_LAYERLEVEL" val="1"/>
  <p:tag name="KSO_WM_TAG_VERSION" val="3.0"/>
  <p:tag name="KSO_WM_BEAUTIFY_FLAG" val="#wm#"/>
  <p:tag name="KSO_WM_UNIT_ISCONTENTSTITLE" val="0"/>
  <p:tag name="KSO_WM_UNIT_ISNUMDGMTITLE" val="0"/>
  <p:tag name="KSO_WM_UNIT_PRESET_TEXT" val="单击此处编辑母版标题样式"/>
  <p:tag name="KSO_WM_UNIT_NOCLEAR" val="0"/>
  <p:tag name="KSO_WM_UNIT_VALUE" val="20"/>
  <p:tag name="KSO_WM_UNIT_TYPE" val="a"/>
  <p:tag name="KSO_WM_UNIT_INDEX" val="1"/>
</p:tagLst>
</file>

<file path=ppt/tags/tag1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3.0"/>
  <p:tag name="KSO_WM_BEAUTIFY_FLAG" val="#wm#"/>
</p:tagLst>
</file>

<file path=ppt/tags/tag1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3.0"/>
  <p:tag name="KSO_WM_BEAUTIFY_FLAG" val="#wm#"/>
</p:tagLst>
</file>

<file path=ppt/tags/tag1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3.0"/>
  <p:tag name="KSO_WM_BEAUTIFY_FLAG" val="#wm#"/>
</p:tagLst>
</file>

<file path=ppt/tags/tag1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5176"/>
</p:tagLst>
</file>

<file path=ppt/tags/tag1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5176"/>
</p:tagLst>
</file>

<file path=ppt/tags/tag1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1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1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19.xml><?xml version="1.0" encoding="utf-8"?>
<p:tagLst xmlns:p="http://schemas.openxmlformats.org/presentationml/2006/main">
  <p:tag name="KSO_WM_TEMPLATE_THUMBS_INDEX" val="1、4、7、12、13、14、15、16、17、18、20、24、25、28、33、36、40、43、44"/>
  <p:tag name="KSO_WM_TEMPLATE_SUBCATEGORY" val="19"/>
  <p:tag name="KSO_WM_TAG_VERSION" val="1.0"/>
  <p:tag name="KSO_WM_BEAUTIFY_FLAG" val="#wm#"/>
  <p:tag name="KSO_WM_TEMPLATE_CATEGORY" val="custom"/>
  <p:tag name="KSO_WM_TEMPLATE_INDEX" val="20205176"/>
  <p:tag name="KSO_WM_TEMPLATE_MASTER_TYPE" val="0"/>
  <p:tag name="KSO_WM_TEMPLATE_COLOR_TYPE" val="1"/>
  <p:tag name="KSO_WM_UNIT_SHOW_EDIT_AREA_INDICATION" val="1"/>
</p:tagLst>
</file>

<file path=ppt/tags/tag20.xml><?xml version="1.0" encoding="utf-8"?>
<p:tagLst xmlns:p="http://schemas.openxmlformats.org/presentationml/2006/main">
  <p:tag name="KSO_WM_UNIT_PLACING_PICTURE_USER_VIEWPORT" val="{&quot;height&quot;:3573,&quot;width&quot;:5610}"/>
</p:tagLst>
</file>

<file path=ppt/tags/tag2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
</p:tagLst>
</file>

<file path=ppt/tags/tag2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
</p:tagLst>
</file>

<file path=ppt/tags/tag2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
</p:tagLst>
</file>

<file path=ppt/tags/tag24.xml><?xml version="1.0" encoding="utf-8"?>
<p:tagLst xmlns:p="http://schemas.openxmlformats.org/presentationml/2006/main">
  <p:tag name="KSO_WM_BEAUTIFY_FLAG" val="#wm#"/>
  <p:tag name="KSO_WM_TEMPLATE_CATEGORY" val="custom"/>
  <p:tag name="KSO_WM_TEMPLATE_INDEX" val="20205176"/>
  <p:tag name="KSO_WM_SPECIAL_SOURCE" val="bdnull"/>
</p:tagLst>
</file>

<file path=ppt/tags/tag25.xml><?xml version="1.0" encoding="utf-8"?>
<p:tagLst xmlns:p="http://schemas.openxmlformats.org/presentationml/2006/main">
  <p:tag name="KSO_WM_BEAUTIFY_FLAG" val="#wm#"/>
  <p:tag name="KSO_WM_TEMPLATE_CATEGORY" val="custom"/>
  <p:tag name="KSO_WM_TEMPLATE_INDEX" val="20205176"/>
</p:tagLst>
</file>

<file path=ppt/tags/tag26.xml><?xml version="1.0" encoding="utf-8"?>
<p:tagLst xmlns:p="http://schemas.openxmlformats.org/presentationml/2006/main">
  <p:tag name="KSO_WM_BEAUTIFY_FLAG" val=""/>
</p:tagLst>
</file>

<file path=ppt/tags/tag27.xml><?xml version="1.0" encoding="utf-8"?>
<p:tagLst xmlns:p="http://schemas.openxmlformats.org/presentationml/2006/main">
  <p:tag name="KSO_WM_BEAUTIFY_FLAG" val=""/>
</p:tagLst>
</file>

<file path=ppt/tags/tag2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
</p:tagLst>
</file>

<file path=ppt/tags/tag29.xml><?xml version="1.0" encoding="utf-8"?>
<p:tagLst xmlns:p="http://schemas.openxmlformats.org/presentationml/2006/main">
  <p:tag name="KSO_WM_BEAUTIFY_FLAG" val=""/>
</p:tagLst>
</file>

<file path=ppt/tags/tag3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
</p:tagLst>
</file>

<file path=ppt/tags/tag31.xml><?xml version="1.0" encoding="utf-8"?>
<p:tagLst xmlns:p="http://schemas.openxmlformats.org/presentationml/2006/main">
  <p:tag name="PA" val="v4.3.3"/>
  <p:tag name="KSO_WM_BEAUTIFY_FLAG" val=""/>
</p:tagLst>
</file>

<file path=ppt/tags/tag32.xml><?xml version="1.0" encoding="utf-8"?>
<p:tagLst xmlns:p="http://schemas.openxmlformats.org/presentationml/2006/main">
  <p:tag name="PA" val="v4.3.3"/>
  <p:tag name="KSO_WM_BEAUTIFY_FLAG" val=""/>
</p:tagLst>
</file>

<file path=ppt/tags/tag33.xml><?xml version="1.0" encoding="utf-8"?>
<p:tagLst xmlns:p="http://schemas.openxmlformats.org/presentationml/2006/main">
  <p:tag name="PA" val="v4.3.3"/>
  <p:tag name="KSO_WM_BEAUTIFY_FLAG" val=""/>
</p:tagLst>
</file>

<file path=ppt/tags/tag34.xml><?xml version="1.0" encoding="utf-8"?>
<p:tagLst xmlns:p="http://schemas.openxmlformats.org/presentationml/2006/main">
  <p:tag name="PA" val="v4.3.3"/>
  <p:tag name="KSO_WM_BEAUTIFY_FLAG" val=""/>
</p:tagLst>
</file>

<file path=ppt/tags/tag35.xml><?xml version="1.0" encoding="utf-8"?>
<p:tagLst xmlns:p="http://schemas.openxmlformats.org/presentationml/2006/main">
  <p:tag name="PA" val="v4.3.3"/>
  <p:tag name="KSO_WM_BEAUTIFY_FLAG" val=""/>
</p:tagLst>
</file>

<file path=ppt/tags/tag36.xml><?xml version="1.0" encoding="utf-8"?>
<p:tagLst xmlns:p="http://schemas.openxmlformats.org/presentationml/2006/main">
  <p:tag name="PA" val="v4.3.3"/>
  <p:tag name="KSO_WM_BEAUTIFY_FLAG" val=""/>
</p:tagLst>
</file>

<file path=ppt/tags/tag37.xml><?xml version="1.0" encoding="utf-8"?>
<p:tagLst xmlns:p="http://schemas.openxmlformats.org/presentationml/2006/main">
  <p:tag name="PA" val="v4.3.3"/>
  <p:tag name="KSO_WM_BEAUTIFY_FLAG" val=""/>
</p:tagLst>
</file>

<file path=ppt/tags/tag38.xml><?xml version="1.0" encoding="utf-8"?>
<p:tagLst xmlns:p="http://schemas.openxmlformats.org/presentationml/2006/main">
  <p:tag name="PA" val="v4.3.3"/>
  <p:tag name="KSO_WM_BEAUTIFY_FLAG" val=""/>
</p:tagLst>
</file>

<file path=ppt/tags/tag39.xml><?xml version="1.0" encoding="utf-8"?>
<p:tagLst xmlns:p="http://schemas.openxmlformats.org/presentationml/2006/main">
  <p:tag name="PA" val="v4.3.3"/>
  <p:tag name="KSO_WM_BEAUTIFY_FLAG" val=""/>
</p:tagLst>
</file>

<file path=ppt/tags/tag40.xml><?xml version="1.0" encoding="utf-8"?>
<p:tagLst xmlns:p="http://schemas.openxmlformats.org/presentationml/2006/main">
  <p:tag name="PA" val="v4.3.3"/>
  <p:tag name="KSO_WM_BEAUTIFY_FLAG" val=""/>
</p:tagLst>
</file>

<file path=ppt/tags/tag41.xml><?xml version="1.0" encoding="utf-8"?>
<p:tagLst xmlns:p="http://schemas.openxmlformats.org/presentationml/2006/main">
  <p:tag name="PA" val="v4.3.3"/>
  <p:tag name="KSO_WM_BEAUTIFY_FLAG" val=""/>
</p:tagLst>
</file>

<file path=ppt/tags/tag42.xml><?xml version="1.0" encoding="utf-8"?>
<p:tagLst xmlns:p="http://schemas.openxmlformats.org/presentationml/2006/main">
  <p:tag name="KSO_WM_BEAUTIFY_FLAG" val="#wm#"/>
  <p:tag name="KSO_WM_TEMPLATE_CATEGORY" val="custom"/>
  <p:tag name="KSO_WM_TEMPLATE_INDEX" val="20205176"/>
  <p:tag name="KSO_WM_SPECIAL_SOURCE" val="bdnull"/>
</p:tagLst>
</file>

<file path=ppt/tags/tag4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4.xml><?xml version="1.0" encoding="utf-8"?>
<p:tagLst xmlns:p="http://schemas.openxmlformats.org/presentationml/2006/main">
  <p:tag name="TABLE_ENDDRAG_ORIGIN_RECT" val="617*153"/>
  <p:tag name="TABLE_ENDDRAG_RECT" val="284*87*617*153"/>
</p:tagLst>
</file>

<file path=ppt/tags/tag45.xml><?xml version="1.0" encoding="utf-8"?>
<p:tagLst xmlns:p="http://schemas.openxmlformats.org/presentationml/2006/main">
  <p:tag name="KSO_WM_BEAUTIFY_FLAG" val=""/>
</p:tagLst>
</file>

<file path=ppt/tags/tag46.xml><?xml version="1.0" encoding="utf-8"?>
<p:tagLst xmlns:p="http://schemas.openxmlformats.org/presentationml/2006/main">
  <p:tag name="KSO_WM_BEAUTIFY_FLAG" val="#wm#"/>
  <p:tag name="KSO_WM_TEMPLATE_CATEGORY" val="custom"/>
  <p:tag name="KSO_WM_TEMPLATE_INDEX" val="20205176"/>
  <p:tag name="KSO_WM_SPECIAL_SOURCE" val="bdnull"/>
  <p:tag name="resource_record_key" val="{&quot;29&quot;:[50000077],&quot;65&quot;:[20205176]}"/>
</p:tagLst>
</file>

<file path=ppt/tags/tag4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8.xml><?xml version="1.0" encoding="utf-8"?>
<p:tagLst xmlns:p="http://schemas.openxmlformats.org/presentationml/2006/main">
  <p:tag name="KSO_WM_BEAUTIFY_FLAG" val="#wm#"/>
  <p:tag name="KSO_WM_UNIT_HIGHLIGHT" val="0"/>
  <p:tag name="KSO_WM_UNIT_COMPATIBLE" val="0"/>
  <p:tag name="KSO_WM_UNIT_DIAGRAM_ISNUMVISUAL" val="0"/>
  <p:tag name="KSO_WM_UNIT_DIAGRAM_ISREFERUNIT" val="0"/>
  <p:tag name="KSO_WM_UNIT_ID" val="diagram20230957_3*n_h_i*1_1_2"/>
  <p:tag name="KSO_WM_TEMPLATE_CATEGORY" val="diagram"/>
  <p:tag name="KSO_WM_TEMPLATE_INDEX" val="20230957"/>
  <p:tag name="KSO_WM_UNIT_LAYERLEVEL" val="1_1_1"/>
  <p:tag name="KSO_WM_TAG_VERSION" val="3.0"/>
  <p:tag name="KSO_WM_DIAGRAM_VERSION" val="3"/>
  <p:tag name="KSO_WM_DIAGRAM_COLOR_TRICK" val="1"/>
  <p:tag name="KSO_WM_DIAGRAM_COLOR_TEXT_CAN_REMOVE" val="n"/>
  <p:tag name="KSO_WM_DIAGRAM_GROUP_CODE" val="n1-1"/>
  <p:tag name="KSO_WM_UNIT_TYPE" val="n_h_i"/>
  <p:tag name="KSO_WM_UNIT_INDEX" val="1_1_2"/>
  <p:tag name="KSO_WM_DIAGRAM_MAX_ITEMCNT" val="6"/>
  <p:tag name="KSO_WM_DIAGRAM_MIN_ITEMCNT" val="2"/>
  <p:tag name="KSO_WM_DIAGRAM_VIRTUALLY_FRAME" val="{&quot;height&quot;:394.0749938964844,&quot;left&quot;:52.35,&quot;top&quot;:134.32500610351562,&quot;width&quot;:873.55}"/>
  <p:tag name="KSO_WM_DIAGRAM_COLOR_MATCH_VALUE" val="{&quot;shape&quot;:{&quot;fill&quot;:{&quot;solid&quot;:{&quot;brightness&quot;:0.800000011920929,&quot;colorType&quot;:1,&quot;foreColorIndex&quot;:5,&quot;transparency&quot;:0.4000000059604645},&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1"/>
  <p:tag name="KSO_WM_UNIT_FILL_FORE_SCHEMECOLOR_INDEX" val="5"/>
  <p:tag name="KSO_WM_UNIT_FILL_FORE_SCHEMECOLOR_INDEX_BRIGHTNESS" val="0.8"/>
  <p:tag name="KSO_WM_DIAGRAM_USE_COLOR_VALUE" val="{&quot;color_scheme&quot;:1,&quot;color_type&quot;:1,&quot;theme_color_indexes&quot;:[5,5,5,5,5,5]}"/>
</p:tagLst>
</file>

<file path=ppt/tags/tag49.xml><?xml version="1.0" encoding="utf-8"?>
<p:tagLst xmlns:p="http://schemas.openxmlformats.org/presentationml/2006/main">
  <p:tag name="KSO_WM_BEAUTIFY_FLAG" val="#wm#"/>
  <p:tag name="KSO_WM_UNIT_HIGHLIGHT" val="0"/>
  <p:tag name="KSO_WM_UNIT_COMPATIBLE" val="0"/>
  <p:tag name="KSO_WM_UNIT_DIAGRAM_ISNUMVISUAL" val="0"/>
  <p:tag name="KSO_WM_UNIT_DIAGRAM_ISREFERUNIT" val="0"/>
  <p:tag name="KSO_WM_UNIT_ID" val="diagram20230957_3*n_h_i*1_1_4"/>
  <p:tag name="KSO_WM_TEMPLATE_CATEGORY" val="diagram"/>
  <p:tag name="KSO_WM_TEMPLATE_INDEX" val="20230957"/>
  <p:tag name="KSO_WM_UNIT_LAYERLEVEL" val="1_1_1"/>
  <p:tag name="KSO_WM_TAG_VERSION" val="3.0"/>
  <p:tag name="KSO_WM_DIAGRAM_VERSION" val="3"/>
  <p:tag name="KSO_WM_DIAGRAM_COLOR_TRICK" val="1"/>
  <p:tag name="KSO_WM_DIAGRAM_COLOR_TEXT_CAN_REMOVE" val="n"/>
  <p:tag name="KSO_WM_DIAGRAM_GROUP_CODE" val="n1-1"/>
  <p:tag name="KSO_WM_UNIT_TYPE" val="n_h_i"/>
  <p:tag name="KSO_WM_UNIT_INDEX" val="1_1_4"/>
  <p:tag name="KSO_WM_DIAGRAM_MAX_ITEMCNT" val="6"/>
  <p:tag name="KSO_WM_DIAGRAM_MIN_ITEMCNT" val="2"/>
  <p:tag name="KSO_WM_DIAGRAM_VIRTUALLY_FRAME" val="{&quot;height&quot;:394.0749938964844,&quot;left&quot;:52.35,&quot;top&quot;:134.32500610351562,&quot;width&quot;:873.55}"/>
  <p:tag name="KSO_WM_DIAGRAM_COLOR_MATCH_VALUE" val="{&quot;shape&quot;:{&quot;fill&quot;:{&quot;gradient&quot;:[{&quot;brightness&quot;:0.800000011920929,&quot;colorType&quot;:1,&quot;foreColorIndex&quot;:5,&quot;pos&quot;:0,&quot;transparency&quot;:1},{&quot;brightness&quot;:0.6000000238418579,&quot;colorType&quot;:1,&quot;foreColorIndex&quot;:5,&quot;pos&quot;:1,&quot;transparency&quot;:0.6499999761581421}],&quot;type&quot;:3},&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3"/>
  <p:tag name="KSO_WM_DIAGRAM_USE_COLOR_VALUE" val="{&quot;color_scheme&quot;:1,&quot;color_type&quot;:1,&quot;theme_color_indexes&quot;:[5,5,5,5,5,5]}"/>
</p:tagLst>
</file>

<file path=ppt/tags/tag50.xml><?xml version="1.0" encoding="utf-8"?>
<p:tagLst xmlns:p="http://schemas.openxmlformats.org/presentationml/2006/main">
  <p:tag name="KSO_WM_BEAUTIFY_FLAG" val="#wm#"/>
  <p:tag name="KSO_WM_DIAGRAM_VERSION" val="3"/>
  <p:tag name="KSO_WM_DIAGRAM_COLOR_TRICK" val="1"/>
  <p:tag name="KSO_WM_DIAGRAM_COLOR_TEXT_CAN_REMOVE" val="n"/>
  <p:tag name="KSO_WM_UNIT_HIGHLIGHT" val="0"/>
  <p:tag name="KSO_WM_UNIT_COMPATIBLE" val="0"/>
  <p:tag name="KSO_WM_UNIT_DIAGRAM_ISNUMVISUAL" val="0"/>
  <p:tag name="KSO_WM_UNIT_DIAGRAM_ISREFERUNIT" val="0"/>
  <p:tag name="KSO_WM_DIAGRAM_GROUP_CODE" val="n1-1"/>
  <p:tag name="KSO_WM_UNIT_TYPE" val="n_h_i"/>
  <p:tag name="KSO_WM_UNIT_INDEX" val="1_1_1"/>
  <p:tag name="KSO_WM_UNIT_ID" val="diagram20230957_3*n_h_i*1_1_1"/>
  <p:tag name="KSO_WM_TEMPLATE_CATEGORY" val="diagram"/>
  <p:tag name="KSO_WM_TEMPLATE_INDEX" val="20230957"/>
  <p:tag name="KSO_WM_UNIT_LAYERLEVEL" val="1_1_1"/>
  <p:tag name="KSO_WM_TAG_VERSION" val="3.0"/>
  <p:tag name="KSO_WM_DIAGRAM_MAX_ITEMCNT" val="6"/>
  <p:tag name="KSO_WM_DIAGRAM_MIN_ITEMCNT" val="2"/>
  <p:tag name="KSO_WM_DIAGRAM_VIRTUALLY_FRAME" val="{&quot;height&quot;:394.0749938964844,&quot;left&quot;:52.35,&quot;top&quot;:134.32500610351562,&quot;width&quot;:873.55}"/>
  <p:tag name="KSO_WM_DIAGRAM_COLOR_MATCH_VALUE" val="{&quot;shape&quot;:{&quot;fill&quot;:{&quot;gradient&quot;:[{&quot;brightness&quot;:0,&quot;colorType&quot;:1,&quot;foreColorIndex&quot;:5,&quot;pos&quot;:1,&quot;transparency&quot;:0},{&quot;brightness&quot;:0.20000000298023224,&quot;colorType&quot;:1,&quot;foreColorIndex&quot;:5,&quot;pos&quot;:0.5,&quot;transparency&quot;:0},{&quot;brightness&quot;:0.4000000059604645,&quot;colorType&quot;:1,&quot;foreColorIndex&quot;:5,&quot;pos&quot;:0,&quot;transparency&quot;:0}],&quot;type&quot;:3},&quot;glow&quot;:{&quot;colorType&quot;:0},&quot;line&quot;:{&quot;type&quot;:0},&quot;shadow&quot;:{&quot;brightness&quot;:-0.25,&quot;colorType&quot;:1,&quot;foreColorIndex&quot;:5,&quot;transparency&quot;:0.800000011920929},&quot;threeD&quot;:{&quot;curvedSurface&quot;:{&quot;brightness&quot;:0,&quot;colorType&quot;:2,&quot;rgb&quot;:&quot;#000000&quot;},&quot;depth&quot;:{&quot;colorType&quot;:0}}},&quot;text&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3"/>
  <p:tag name="KSO_WM_DIAGRAM_USE_COLOR_VALUE" val="{&quot;color_scheme&quot;:1,&quot;color_type&quot;:1,&quot;theme_color_indexes&quot;:[5,5,5,5,5,5]}"/>
</p:tagLst>
</file>

<file path=ppt/tags/tag51.xml><?xml version="1.0" encoding="utf-8"?>
<p:tagLst xmlns:p="http://schemas.openxmlformats.org/presentationml/2006/main">
  <p:tag name="KSO_WM_BEAUTIFY_FLAG" val="#wm#"/>
  <p:tag name="KSO_WM_UNIT_HIGHLIGHT" val="0"/>
  <p:tag name="KSO_WM_UNIT_COMPATIBLE" val="0"/>
  <p:tag name="KSO_WM_UNIT_DIAGRAM_ISNUMVISUAL" val="0"/>
  <p:tag name="KSO_WM_UNIT_DIAGRAM_ISREFERUNIT" val="0"/>
  <p:tag name="KSO_WM_UNIT_ID" val="diagram20230957_3*n_h_i*1_1_3"/>
  <p:tag name="KSO_WM_TEMPLATE_CATEGORY" val="diagram"/>
  <p:tag name="KSO_WM_TEMPLATE_INDEX" val="20230957"/>
  <p:tag name="KSO_WM_UNIT_LAYERLEVEL" val="1_1_1"/>
  <p:tag name="KSO_WM_TAG_VERSION" val="3.0"/>
  <p:tag name="KSO_WM_DIAGRAM_VERSION" val="3"/>
  <p:tag name="KSO_WM_DIAGRAM_COLOR_TRICK" val="1"/>
  <p:tag name="KSO_WM_DIAGRAM_COLOR_TEXT_CAN_REMOVE" val="n"/>
  <p:tag name="KSO_WM_DIAGRAM_GROUP_CODE" val="n1-1"/>
  <p:tag name="KSO_WM_UNIT_TYPE" val="n_h_i"/>
  <p:tag name="KSO_WM_UNIT_INDEX" val="1_1_3"/>
  <p:tag name="KSO_WM_DIAGRAM_MAX_ITEMCNT" val="6"/>
  <p:tag name="KSO_WM_DIAGRAM_MIN_ITEMCNT" val="2"/>
  <p:tag name="KSO_WM_DIAGRAM_VIRTUALLY_FRAME" val="{&quot;height&quot;:394.0749938964844,&quot;left&quot;:52.35,&quot;top&quot;:134.32500610351562,&quot;width&quot;:873.55}"/>
  <p:tag name="KSO_WM_DIAGRAM_COLOR_MATCH_VALUE" val="{&quot;shape&quot;:{&quot;fill&quot;:{&quot;type&quot;:0},&quot;glow&quot;:{&quot;colorType&quot;:0},&quot;line&quot;:{&quot;solidLine&quot;:{&quot;brightness&quot;:0,&quot;colorType&quot;:1,&quot;foreColorIndex&quot;:5,&quot;transparency&quot;:0},&quot;type&quot;:1},&quot;shadow&quot;:{&quot;brightness&quot;:0,&quot;colorType&quot;:1,&quot;foreColorIndex&quot;:5,&quot;transparency&quot;:0.6000000238418579},&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LINE_FORE_SCHEMECOLOR_INDEX" val="5"/>
  <p:tag name="KSO_WM_DIAGRAM_USE_COLOR_VALUE" val="{&quot;color_scheme&quot;:1,&quot;color_type&quot;:1,&quot;theme_color_indexes&quot;:[5,5,5,5,5,5]}"/>
</p:tagLst>
</file>

<file path=ppt/tags/tag52.xml><?xml version="1.0" encoding="utf-8"?>
<p:tagLst xmlns:p="http://schemas.openxmlformats.org/presentationml/2006/main">
  <p:tag name="KSO_WM_BEAUTIFY_FLAG" val="#wm#"/>
  <p:tag name="KSO_WM_UNIT_HIGHLIGHT" val="0"/>
  <p:tag name="KSO_WM_UNIT_COMPATIBLE" val="0"/>
  <p:tag name="KSO_WM_UNIT_DIAGRAM_ISNUMVISUAL" val="0"/>
  <p:tag name="KSO_WM_UNIT_DIAGRAM_ISREFERUNIT" val="0"/>
  <p:tag name="KSO_WM_UNIT_ID" val="diagram20230957_3*n_h_h_i*1_2_4_1"/>
  <p:tag name="KSO_WM_TEMPLATE_CATEGORY" val="diagram"/>
  <p:tag name="KSO_WM_TEMPLATE_INDEX" val="20230957"/>
  <p:tag name="KSO_WM_UNIT_LAYERLEVEL" val="1_1_1_1"/>
  <p:tag name="KSO_WM_TAG_VERSION" val="3.0"/>
  <p:tag name="KSO_WM_DIAGRAM_VERSION" val="3"/>
  <p:tag name="KSO_WM_DIAGRAM_COLOR_TRICK" val="1"/>
  <p:tag name="KSO_WM_DIAGRAM_COLOR_TEXT_CAN_REMOVE" val="n"/>
  <p:tag name="KSO_WM_DIAGRAM_GROUP_CODE" val="n1-1"/>
  <p:tag name="KSO_WM_UNIT_TYPE" val="n_h_h_i"/>
  <p:tag name="KSO_WM_UNIT_INDEX" val="1_2_4_1"/>
  <p:tag name="KSO_WM_DIAGRAM_MAX_ITEMCNT" val="6"/>
  <p:tag name="KSO_WM_DIAGRAM_MIN_ITEMCNT" val="2"/>
  <p:tag name="KSO_WM_DIAGRAM_VIRTUALLY_FRAME" val="{&quot;height&quot;:394.0749938964844,&quot;left&quot;:52.35,&quot;top&quot;:134.32500610351562,&quot;width&quot;:873.55}"/>
  <p:tag name="KSO_WM_DIAGRAM_COLOR_MATCH_VALUE" val="{&quot;shape&quot;:{&quot;fill&quot;:{&quot;type&quot;:0},&quot;glow&quot;:{&quot;colorType&quot;:0},&quot;line&quot;:{&quot;gradient&quot;:[{&quot;brightness&quot;:0,&quot;colorType&quot;:1,&quot;foreColorIndex&quot;:5,&quot;pos&quot;:0,&quot;transparency&quot;:1},{&quot;brightness&quot;:0,&quot;colorType&quot;:1,&quot;foreColorIndex&quot;:5,&quot;pos&quot;:0.6000000238418579,&quot;transparency&quot;:0}],&quot;type&quot;:2},&quot;shadow&quot;:{&quot;brightness&quot;:-0.25,&quot;colorType&quot;:1,&quot;foreColorIndex&quot;:5,&quot;transparency&quot;:0.6000000238418579},&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DIAGRAM_USE_COLOR_VALUE" val="{&quot;color_scheme&quot;:1,&quot;color_type&quot;:1,&quot;theme_color_indexes&quot;:[5,5,5,5,5,5]}"/>
</p:tagLst>
</file>

<file path=ppt/tags/tag53.xml><?xml version="1.0" encoding="utf-8"?>
<p:tagLst xmlns:p="http://schemas.openxmlformats.org/presentationml/2006/main">
  <p:tag name="KSO_WM_BEAUTIFY_FLAG" val="#wm#"/>
  <p:tag name="KSO_WM_UNIT_HIGHLIGHT" val="0"/>
  <p:tag name="KSO_WM_UNIT_COMPATIBLE" val="0"/>
  <p:tag name="KSO_WM_UNIT_DIAGRAM_ISNUMVISUAL" val="0"/>
  <p:tag name="KSO_WM_UNIT_DIAGRAM_ISREFERUNIT" val="0"/>
  <p:tag name="KSO_WM_UNIT_ID" val="diagram20230957_3*n_h_h_i*1_2_4_2"/>
  <p:tag name="KSO_WM_TEMPLATE_CATEGORY" val="diagram"/>
  <p:tag name="KSO_WM_TEMPLATE_INDEX" val="20230957"/>
  <p:tag name="KSO_WM_UNIT_LAYERLEVEL" val="1_1_1_1"/>
  <p:tag name="KSO_WM_TAG_VERSION" val="3.0"/>
  <p:tag name="KSO_WM_DIAGRAM_VERSION" val="3"/>
  <p:tag name="KSO_WM_DIAGRAM_COLOR_TRICK" val="1"/>
  <p:tag name="KSO_WM_DIAGRAM_COLOR_TEXT_CAN_REMOVE" val="n"/>
  <p:tag name="KSO_WM_DIAGRAM_GROUP_CODE" val="n1-1"/>
  <p:tag name="KSO_WM_UNIT_TYPE" val="n_h_h_i"/>
  <p:tag name="KSO_WM_UNIT_INDEX" val="1_2_4_2"/>
  <p:tag name="KSO_WM_DIAGRAM_MAX_ITEMCNT" val="6"/>
  <p:tag name="KSO_WM_DIAGRAM_MIN_ITEMCNT" val="2"/>
  <p:tag name="KSO_WM_DIAGRAM_VIRTUALLY_FRAME" val="{&quot;height&quot;:394.0749938964844,&quot;left&quot;:52.35,&quot;top&quot;:134.32500610351562,&quot;width&quot;:873.55}"/>
  <p:tag name="KSO_WM_DIAGRAM_COLOR_MATCH_VALUE" val="{&quot;shape&quot;:{&quot;fill&quot;:{&quot;gradient&quot;:[{&quot;brightness&quot;:0.20000000298023224,&quot;colorType&quot;:1,&quot;foreColorIndex&quot;:5,&quot;pos&quot;:0.5,&quot;transparency&quot;:0},{&quot;brightness&quot;:0,&quot;colorType&quot;:1,&quot;foreColorIndex&quot;:5,&quot;pos&quot;:1,&quot;transparency&quot;:0},{&quot;brightness&quot;:0.4000000059604645,&quot;colorType&quot;:1,&quot;foreColorIndex&quot;:5,&quot;pos&quot;:0,&quot;transparency&quot;:0}],&quot;type&quot;:3},&quot;glow&quot;:{&quot;colorType&quot;:0},&quot;line&quot;:{&quot;type&quot;:0},&quot;shadow&quot;:{&quot;brightness&quot;:-0.25,&quot;colorType&quot;:1,&quot;foreColorIndex&quot;:5,&quot;transparency&quot;:0.800000011920929},&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3"/>
  <p:tag name="KSO_WM_DIAGRAM_USE_COLOR_VALUE" val="{&quot;color_scheme&quot;:1,&quot;color_type&quot;:1,&quot;theme_color_indexes&quot;:[5,5,5,5,5,5]}"/>
</p:tagLst>
</file>

<file path=ppt/tags/tag54.xml><?xml version="1.0" encoding="utf-8"?>
<p:tagLst xmlns:p="http://schemas.openxmlformats.org/presentationml/2006/main">
  <p:tag name="KSO_WM_BEAUTIFY_FLAG" val="#wm#"/>
  <p:tag name="KSO_WM_UNIT_HIGHLIGHT" val="0"/>
  <p:tag name="KSO_WM_UNIT_COMPATIBLE" val="0"/>
  <p:tag name="KSO_WM_UNIT_DIAGRAM_ISNUMVISUAL" val="0"/>
  <p:tag name="KSO_WM_UNIT_DIAGRAM_ISREFERUNIT" val="0"/>
  <p:tag name="KSO_WM_UNIT_ID" val="diagram20230957_3*n_h_h_i*1_2_3_2"/>
  <p:tag name="KSO_WM_TEMPLATE_CATEGORY" val="diagram"/>
  <p:tag name="KSO_WM_TEMPLATE_INDEX" val="20230957"/>
  <p:tag name="KSO_WM_UNIT_LAYERLEVEL" val="1_1_1_1"/>
  <p:tag name="KSO_WM_TAG_VERSION" val="3.0"/>
  <p:tag name="KSO_WM_DIAGRAM_VERSION" val="3"/>
  <p:tag name="KSO_WM_DIAGRAM_COLOR_TRICK" val="1"/>
  <p:tag name="KSO_WM_DIAGRAM_COLOR_TEXT_CAN_REMOVE" val="n"/>
  <p:tag name="KSO_WM_DIAGRAM_GROUP_CODE" val="n1-1"/>
  <p:tag name="KSO_WM_UNIT_TYPE" val="n_h_h_i"/>
  <p:tag name="KSO_WM_UNIT_INDEX" val="1_2_3_2"/>
  <p:tag name="KSO_WM_DIAGRAM_MAX_ITEMCNT" val="6"/>
  <p:tag name="KSO_WM_DIAGRAM_MIN_ITEMCNT" val="2"/>
  <p:tag name="KSO_WM_DIAGRAM_VIRTUALLY_FRAME" val="{&quot;height&quot;:394.0749938964844,&quot;left&quot;:52.35,&quot;top&quot;:134.32500610351562,&quot;width&quot;:873.55}"/>
  <p:tag name="KSO_WM_DIAGRAM_COLOR_MATCH_VALUE" val="{&quot;shape&quot;:{&quot;fill&quot;:{&quot;gradient&quot;:[{&quot;brightness&quot;:0.20000000298023224,&quot;colorType&quot;:1,&quot;foreColorIndex&quot;:5,&quot;pos&quot;:0.5,&quot;transparency&quot;:0},{&quot;brightness&quot;:0,&quot;colorType&quot;:1,&quot;foreColorIndex&quot;:5,&quot;pos&quot;:1,&quot;transparency&quot;:0},{&quot;brightness&quot;:0.4000000059604645,&quot;colorType&quot;:1,&quot;foreColorIndex&quot;:5,&quot;pos&quot;:0,&quot;transparency&quot;:0}],&quot;type&quot;:3},&quot;glow&quot;:{&quot;colorType&quot;:0},&quot;line&quot;:{&quot;type&quot;:0},&quot;shadow&quot;:{&quot;brightness&quot;:-0.25,&quot;colorType&quot;:1,&quot;foreColorIndex&quot;:5,&quot;transparency&quot;:0.800000011920929},&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3"/>
  <p:tag name="KSO_WM_DIAGRAM_USE_COLOR_VALUE" val="{&quot;color_scheme&quot;:1,&quot;color_type&quot;:1,&quot;theme_color_indexes&quot;:[5,5,5,5,5,5]}"/>
</p:tagLst>
</file>

<file path=ppt/tags/tag55.xml><?xml version="1.0" encoding="utf-8"?>
<p:tagLst xmlns:p="http://schemas.openxmlformats.org/presentationml/2006/main">
  <p:tag name="KSO_WM_BEAUTIFY_FLAG" val="#wm#"/>
  <p:tag name="KSO_WM_UNIT_HIGHLIGHT" val="0"/>
  <p:tag name="KSO_WM_UNIT_COMPATIBLE" val="0"/>
  <p:tag name="KSO_WM_UNIT_DIAGRAM_ISNUMVISUAL" val="0"/>
  <p:tag name="KSO_WM_UNIT_DIAGRAM_ISREFERUNIT" val="0"/>
  <p:tag name="KSO_WM_UNIT_ID" val="diagram20230957_3*n_h_h_i*1_2_2_2"/>
  <p:tag name="KSO_WM_TEMPLATE_CATEGORY" val="diagram"/>
  <p:tag name="KSO_WM_TEMPLATE_INDEX" val="20230957"/>
  <p:tag name="KSO_WM_UNIT_LAYERLEVEL" val="1_1_1_1"/>
  <p:tag name="KSO_WM_TAG_VERSION" val="3.0"/>
  <p:tag name="KSO_WM_DIAGRAM_VERSION" val="3"/>
  <p:tag name="KSO_WM_DIAGRAM_COLOR_TRICK" val="1"/>
  <p:tag name="KSO_WM_DIAGRAM_COLOR_TEXT_CAN_REMOVE" val="n"/>
  <p:tag name="KSO_WM_DIAGRAM_GROUP_CODE" val="n1-1"/>
  <p:tag name="KSO_WM_UNIT_TYPE" val="n_h_h_i"/>
  <p:tag name="KSO_WM_UNIT_INDEX" val="1_2_2_2"/>
  <p:tag name="KSO_WM_DIAGRAM_MAX_ITEMCNT" val="6"/>
  <p:tag name="KSO_WM_DIAGRAM_MIN_ITEMCNT" val="2"/>
  <p:tag name="KSO_WM_DIAGRAM_VIRTUALLY_FRAME" val="{&quot;height&quot;:394.0749938964844,&quot;left&quot;:52.35,&quot;top&quot;:134.32500610351562,&quot;width&quot;:873.55}"/>
  <p:tag name="KSO_WM_DIAGRAM_COLOR_MATCH_VALUE" val="{&quot;shape&quot;:{&quot;fill&quot;:{&quot;gradient&quot;:[{&quot;brightness&quot;:0.20000000298023224,&quot;colorType&quot;:1,&quot;foreColorIndex&quot;:5,&quot;pos&quot;:0.5,&quot;transparency&quot;:0},{&quot;brightness&quot;:0,&quot;colorType&quot;:1,&quot;foreColorIndex&quot;:5,&quot;pos&quot;:1,&quot;transparency&quot;:0},{&quot;brightness&quot;:0.4000000059604645,&quot;colorType&quot;:1,&quot;foreColorIndex&quot;:5,&quot;pos&quot;:0,&quot;transparency&quot;:0}],&quot;type&quot;:3},&quot;glow&quot;:{&quot;colorType&quot;:0},&quot;line&quot;:{&quot;type&quot;:0},&quot;shadow&quot;:{&quot;brightness&quot;:-0.25,&quot;colorType&quot;:1,&quot;foreColorIndex&quot;:5,&quot;transparency&quot;:0.800000011920929},&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3"/>
  <p:tag name="KSO_WM_DIAGRAM_USE_COLOR_VALUE" val="{&quot;color_scheme&quot;:1,&quot;color_type&quot;:1,&quot;theme_color_indexes&quot;:[5,5,5,5,5,5]}"/>
</p:tagLst>
</file>

<file path=ppt/tags/tag56.xml><?xml version="1.0" encoding="utf-8"?>
<p:tagLst xmlns:p="http://schemas.openxmlformats.org/presentationml/2006/main">
  <p:tag name="KSO_WM_BEAUTIFY_FLAG" val="#wm#"/>
  <p:tag name="KSO_WM_UNIT_HIGHLIGHT" val="0"/>
  <p:tag name="KSO_WM_UNIT_COMPATIBLE" val="0"/>
  <p:tag name="KSO_WM_UNIT_DIAGRAM_ISNUMVISUAL" val="0"/>
  <p:tag name="KSO_WM_UNIT_DIAGRAM_ISREFERUNIT" val="0"/>
  <p:tag name="KSO_WM_UNIT_ID" val="diagram20230957_3*n_h_h_i*1_2_1_2"/>
  <p:tag name="KSO_WM_TEMPLATE_CATEGORY" val="diagram"/>
  <p:tag name="KSO_WM_TEMPLATE_INDEX" val="20230957"/>
  <p:tag name="KSO_WM_UNIT_LAYERLEVEL" val="1_1_1_1"/>
  <p:tag name="KSO_WM_TAG_VERSION" val="3.0"/>
  <p:tag name="KSO_WM_DIAGRAM_VERSION" val="3"/>
  <p:tag name="KSO_WM_DIAGRAM_COLOR_TRICK" val="1"/>
  <p:tag name="KSO_WM_DIAGRAM_COLOR_TEXT_CAN_REMOVE" val="n"/>
  <p:tag name="KSO_WM_DIAGRAM_GROUP_CODE" val="n1-1"/>
  <p:tag name="KSO_WM_UNIT_TYPE" val="n_h_h_i"/>
  <p:tag name="KSO_WM_UNIT_INDEX" val="1_2_1_2"/>
  <p:tag name="KSO_WM_DIAGRAM_MAX_ITEMCNT" val="6"/>
  <p:tag name="KSO_WM_DIAGRAM_MIN_ITEMCNT" val="2"/>
  <p:tag name="KSO_WM_DIAGRAM_VIRTUALLY_FRAME" val="{&quot;height&quot;:394.0749938964844,&quot;left&quot;:52.35,&quot;top&quot;:134.32500610351562,&quot;width&quot;:873.55}"/>
  <p:tag name="KSO_WM_DIAGRAM_COLOR_MATCH_VALUE" val="{&quot;shape&quot;:{&quot;fill&quot;:{&quot;gradient&quot;:[{&quot;brightness&quot;:0.20000000298023224,&quot;colorType&quot;:1,&quot;foreColorIndex&quot;:5,&quot;pos&quot;:0.5,&quot;transparency&quot;:0},{&quot;brightness&quot;:0,&quot;colorType&quot;:1,&quot;foreColorIndex&quot;:5,&quot;pos&quot;:1,&quot;transparency&quot;:0},{&quot;brightness&quot;:0.4000000059604645,&quot;colorType&quot;:1,&quot;foreColorIndex&quot;:5,&quot;pos&quot;:0,&quot;transparency&quot;:0}],&quot;type&quot;:3},&quot;glow&quot;:{&quot;colorType&quot;:0},&quot;line&quot;:{&quot;type&quot;:0},&quot;shadow&quot;:{&quot;brightness&quot;:-0.25,&quot;colorType&quot;:1,&quot;foreColorIndex&quot;:5,&quot;transparency&quot;:0.800000011920929},&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3"/>
  <p:tag name="KSO_WM_DIAGRAM_USE_COLOR_VALUE" val="{&quot;color_scheme&quot;:1,&quot;color_type&quot;:1,&quot;theme_color_indexes&quot;:[5,5,5,5,5,5]}"/>
</p:tagLst>
</file>

<file path=ppt/tags/tag57.xml><?xml version="1.0" encoding="utf-8"?>
<p:tagLst xmlns:p="http://schemas.openxmlformats.org/presentationml/2006/main">
  <p:tag name="KSO_WM_DIAGRAM_VIRTUALLY_FRAME" val="{&quot;height&quot;:394.0749938964844,&quot;left&quot;:52.35,&quot;top&quot;:134.32500610351562,&quot;width&quot;:873.55}"/>
</p:tagLst>
</file>

<file path=ppt/tags/tag58.xml><?xml version="1.0" encoding="utf-8"?>
<p:tagLst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n_h_h_f"/>
  <p:tag name="KSO_WM_UNIT_INDEX" val="1_2_1_1"/>
  <p:tag name="KSO_WM_UNIT_ID" val="diagram20230957_3*n_h_h_f*1_2_1_1"/>
  <p:tag name="KSO_WM_TEMPLATE_CATEGORY" val="diagram"/>
  <p:tag name="KSO_WM_TEMPLATE_INDEX" val="20230957"/>
  <p:tag name="KSO_WM_UNIT_LAYERLEVEL" val="1_1_1_1"/>
  <p:tag name="KSO_WM_TAG_VERSION" val="3.0"/>
  <p:tag name="KSO_WM_BEAUTIFY_FLAG" val="#wm#"/>
  <p:tag name="KSO_WM_DIAGRAM_VERSION" val="3"/>
  <p:tag name="KSO_WM_DIAGRAM_COLOR_TRICK" val="1"/>
  <p:tag name="KSO_WM_DIAGRAM_COLOR_TEXT_CAN_REMOVE" val="n"/>
  <p:tag name="KSO_WM_DIAGRAM_GROUP_CODE" val="n1-1"/>
  <p:tag name="KSO_WM_DIAGRAM_MAX_ITEMCNT" val="6"/>
  <p:tag name="KSO_WM_DIAGRAM_MIN_ITEMCNT" val="2"/>
  <p:tag name="KSO_WM_DIAGRAM_VIRTUALLY_FRAME" val="{&quot;height&quot;:394.0749938964844,&quot;left&quot;:52.35,&quot;top&quot;:134.32500610351562,&quot;width&quot;:873.5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UNIT_TEXT_LAYER_COUNT" val="1"/>
  <p:tag name="KSO_WM_UNIT_PRESET_TEXT" val="单击此处输入你的项正文，文字是您思想的提炼"/>
  <p:tag name="KSO_WM_UNIT_TEXT_FILL_FORE_SCHEMECOLOR_INDEX" val="1"/>
  <p:tag name="KSO_WM_UNIT_TEXT_FILL_TYPE" val="1"/>
  <p:tag name="KSO_WM_DIAGRAM_USE_COLOR_VALUE" val="{&quot;color_scheme&quot;:1,&quot;color_type&quot;:1,&quot;theme_color_indexes&quot;:[5,5,5,5,5,5]}"/>
</p:tagLst>
</file>

<file path=ppt/tags/tag59.xml><?xml version="1.0" encoding="utf-8"?>
<p:tagLst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n_h_h_a"/>
  <p:tag name="KSO_WM_UNIT_INDEX" val="1_2_1_1"/>
  <p:tag name="KSO_WM_UNIT_ID" val="diagram20230957_3*n_h_h_a*1_2_1_1"/>
  <p:tag name="KSO_WM_TEMPLATE_CATEGORY" val="diagram"/>
  <p:tag name="KSO_WM_TEMPLATE_INDEX" val="20230957"/>
  <p:tag name="KSO_WM_UNIT_LAYERLEVEL" val="1_1_1_1"/>
  <p:tag name="KSO_WM_TAG_VERSION" val="3.0"/>
  <p:tag name="KSO_WM_BEAUTIFY_FLAG" val="#wm#"/>
  <p:tag name="KSO_WM_DIAGRAM_VERSION" val="3"/>
  <p:tag name="KSO_WM_DIAGRAM_COLOR_TRICK" val="1"/>
  <p:tag name="KSO_WM_DIAGRAM_COLOR_TEXT_CAN_REMOVE" val="n"/>
  <p:tag name="KSO_WM_DIAGRAM_GROUP_CODE" val="n1-1"/>
  <p:tag name="KSO_WM_DIAGRAM_MAX_ITEMCNT" val="6"/>
  <p:tag name="KSO_WM_DIAGRAM_MIN_ITEMCNT" val="2"/>
  <p:tag name="KSO_WM_DIAGRAM_VIRTUALLY_FRAME" val="{&quot;height&quot;:394.0749938964844,&quot;left&quot;:52.35,&quot;top&quot;:134.32500610351562,&quot;width&quot;:873.5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UNIT_PRESET_TEXT" val="添加项标题"/>
  <p:tag name="KSO_WM_UNIT_TEXT_FILL_FORE_SCHEMECOLOR_INDEX" val="1"/>
  <p:tag name="KSO_WM_UNIT_TEXT_FILL_TYPE" val="1"/>
  <p:tag name="KSO_WM_DIAGRAM_USE_COLOR_VALUE" val="{&quot;color_scheme&quot;:1,&quot;color_type&quot;:1,&quot;theme_color_indexes&quot;:[5,5,5,5,5,5]}"/>
</p:tagLst>
</file>

<file path=ppt/tags/tag60.xml><?xml version="1.0" encoding="utf-8"?>
<p:tagLst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n_h_h_f"/>
  <p:tag name="KSO_WM_UNIT_INDEX" val="1_2_4_1"/>
  <p:tag name="KSO_WM_UNIT_ID" val="diagram20230957_3*n_h_h_f*1_2_4_1"/>
  <p:tag name="KSO_WM_TEMPLATE_CATEGORY" val="diagram"/>
  <p:tag name="KSO_WM_TEMPLATE_INDEX" val="20230957"/>
  <p:tag name="KSO_WM_UNIT_LAYERLEVEL" val="1_1_1_1"/>
  <p:tag name="KSO_WM_TAG_VERSION" val="3.0"/>
  <p:tag name="KSO_WM_BEAUTIFY_FLAG" val="#wm#"/>
  <p:tag name="KSO_WM_DIAGRAM_VERSION" val="3"/>
  <p:tag name="KSO_WM_DIAGRAM_COLOR_TRICK" val="1"/>
  <p:tag name="KSO_WM_DIAGRAM_COLOR_TEXT_CAN_REMOVE" val="n"/>
  <p:tag name="KSO_WM_DIAGRAM_GROUP_CODE" val="n1-1"/>
  <p:tag name="KSO_WM_DIAGRAM_MAX_ITEMCNT" val="6"/>
  <p:tag name="KSO_WM_DIAGRAM_MIN_ITEMCNT" val="2"/>
  <p:tag name="KSO_WM_DIAGRAM_VIRTUALLY_FRAME" val="{&quot;height&quot;:394.0749938964844,&quot;left&quot;:52.35,&quot;top&quot;:134.32500610351562,&quot;width&quot;:873.5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UNIT_TEXT_LAYER_COUNT" val="1"/>
  <p:tag name="KSO_WM_UNIT_PRESET_TEXT" val="根据需要可酌情增减文字，以便观者准确地理解您传达的思想"/>
  <p:tag name="KSO_WM_UNIT_TEXT_FILL_FORE_SCHEMECOLOR_INDEX" val="1"/>
  <p:tag name="KSO_WM_UNIT_TEXT_FILL_TYPE" val="1"/>
  <p:tag name="KSO_WM_DIAGRAM_USE_COLOR_VALUE" val="{&quot;color_scheme&quot;:1,&quot;color_type&quot;:1,&quot;theme_color_indexes&quot;:[5,5,5,5,5,5]}"/>
</p:tagLst>
</file>

<file path=ppt/tags/tag61.xml><?xml version="1.0" encoding="utf-8"?>
<p:tagLst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n_h_h_a"/>
  <p:tag name="KSO_WM_UNIT_INDEX" val="1_2_4_1"/>
  <p:tag name="KSO_WM_UNIT_ID" val="diagram20230957_3*n_h_h_a*1_2_4_1"/>
  <p:tag name="KSO_WM_TEMPLATE_CATEGORY" val="diagram"/>
  <p:tag name="KSO_WM_TEMPLATE_INDEX" val="20230957"/>
  <p:tag name="KSO_WM_UNIT_LAYERLEVEL" val="1_1_1_1"/>
  <p:tag name="KSO_WM_TAG_VERSION" val="3.0"/>
  <p:tag name="KSO_WM_BEAUTIFY_FLAG" val="#wm#"/>
  <p:tag name="KSO_WM_DIAGRAM_VERSION" val="3"/>
  <p:tag name="KSO_WM_DIAGRAM_COLOR_TRICK" val="1"/>
  <p:tag name="KSO_WM_DIAGRAM_COLOR_TEXT_CAN_REMOVE" val="n"/>
  <p:tag name="KSO_WM_DIAGRAM_GROUP_CODE" val="n1-1"/>
  <p:tag name="KSO_WM_DIAGRAM_MAX_ITEMCNT" val="6"/>
  <p:tag name="KSO_WM_DIAGRAM_MIN_ITEMCNT" val="2"/>
  <p:tag name="KSO_WM_DIAGRAM_VIRTUALLY_FRAME" val="{&quot;height&quot;:394.0749938964844,&quot;left&quot;:52.35,&quot;top&quot;:134.32500610351562,&quot;width&quot;:873.5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UNIT_PRESET_TEXT" val="添加项标题"/>
  <p:tag name="KSO_WM_UNIT_TEXT_FILL_FORE_SCHEMECOLOR_INDEX" val="1"/>
  <p:tag name="KSO_WM_UNIT_TEXT_FILL_TYPE" val="1"/>
  <p:tag name="KSO_WM_DIAGRAM_USE_COLOR_VALUE" val="{&quot;color_scheme&quot;:1,&quot;color_type&quot;:1,&quot;theme_color_indexes&quot;:[5,5,5,5,5,5]}"/>
</p:tagLst>
</file>

<file path=ppt/tags/tag62.xml><?xml version="1.0" encoding="utf-8"?>
<p:tagLst xmlns:p="http://schemas.openxmlformats.org/presentationml/2006/main">
  <p:tag name="KSO_WM_DIAGRAM_VIRTUALLY_FRAME" val="{&quot;height&quot;:394.0749938964844,&quot;left&quot;:52.35,&quot;top&quot;:134.32500610351562,&quot;width&quot;:873.55}"/>
</p:tagLst>
</file>

<file path=ppt/tags/tag63.xml><?xml version="1.0" encoding="utf-8"?>
<p:tagLst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n_h_h_f"/>
  <p:tag name="KSO_WM_UNIT_INDEX" val="1_2_2_1"/>
  <p:tag name="KSO_WM_UNIT_ID" val="diagram20230957_3*n_h_h_f*1_2_2_1"/>
  <p:tag name="KSO_WM_TEMPLATE_CATEGORY" val="diagram"/>
  <p:tag name="KSO_WM_TEMPLATE_INDEX" val="20230957"/>
  <p:tag name="KSO_WM_UNIT_LAYERLEVEL" val="1_1_1_1"/>
  <p:tag name="KSO_WM_TAG_VERSION" val="3.0"/>
  <p:tag name="KSO_WM_BEAUTIFY_FLAG" val="#wm#"/>
  <p:tag name="KSO_WM_DIAGRAM_VERSION" val="3"/>
  <p:tag name="KSO_WM_DIAGRAM_COLOR_TRICK" val="1"/>
  <p:tag name="KSO_WM_DIAGRAM_COLOR_TEXT_CAN_REMOVE" val="n"/>
  <p:tag name="KSO_WM_DIAGRAM_GROUP_CODE" val="n1-1"/>
  <p:tag name="KSO_WM_DIAGRAM_MAX_ITEMCNT" val="6"/>
  <p:tag name="KSO_WM_DIAGRAM_MIN_ITEMCNT" val="2"/>
  <p:tag name="KSO_WM_DIAGRAM_VIRTUALLY_FRAME" val="{&quot;height&quot;:394.0749938964844,&quot;left&quot;:52.35,&quot;top&quot;:134.32500610351562,&quot;width&quot;:873.5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UNIT_TEXT_LAYER_COUNT" val="1"/>
  <p:tag name="KSO_WM_UNIT_PRESET_TEXT" val="根据需要可酌情增减文字，以便观者准确地理解您传达的思想"/>
  <p:tag name="KSO_WM_UNIT_TEXT_FILL_FORE_SCHEMECOLOR_INDEX" val="1"/>
  <p:tag name="KSO_WM_UNIT_TEXT_FILL_TYPE" val="1"/>
  <p:tag name="KSO_WM_DIAGRAM_USE_COLOR_VALUE" val="{&quot;color_scheme&quot;:1,&quot;color_type&quot;:1,&quot;theme_color_indexes&quot;:[5,5,5,5,5,5]}"/>
</p:tagLst>
</file>

<file path=ppt/tags/tag64.xml><?xml version="1.0" encoding="utf-8"?>
<p:tagLst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n_h_h_a"/>
  <p:tag name="KSO_WM_UNIT_INDEX" val="1_2_2_1"/>
  <p:tag name="KSO_WM_UNIT_ID" val="diagram20230957_3*n_h_h_a*1_2_2_1"/>
  <p:tag name="KSO_WM_TEMPLATE_CATEGORY" val="diagram"/>
  <p:tag name="KSO_WM_TEMPLATE_INDEX" val="20230957"/>
  <p:tag name="KSO_WM_UNIT_LAYERLEVEL" val="1_1_1_1"/>
  <p:tag name="KSO_WM_TAG_VERSION" val="3.0"/>
  <p:tag name="KSO_WM_BEAUTIFY_FLAG" val="#wm#"/>
  <p:tag name="KSO_WM_DIAGRAM_VERSION" val="3"/>
  <p:tag name="KSO_WM_DIAGRAM_COLOR_TRICK" val="1"/>
  <p:tag name="KSO_WM_DIAGRAM_COLOR_TEXT_CAN_REMOVE" val="n"/>
  <p:tag name="KSO_WM_DIAGRAM_GROUP_CODE" val="n1-1"/>
  <p:tag name="KSO_WM_DIAGRAM_MAX_ITEMCNT" val="6"/>
  <p:tag name="KSO_WM_DIAGRAM_MIN_ITEMCNT" val="2"/>
  <p:tag name="KSO_WM_DIAGRAM_VIRTUALLY_FRAME" val="{&quot;height&quot;:394.0749938964844,&quot;left&quot;:52.35,&quot;top&quot;:134.32500610351562,&quot;width&quot;:873.5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UNIT_PRESET_TEXT" val="添加项标题"/>
  <p:tag name="KSO_WM_UNIT_TEXT_FILL_FORE_SCHEMECOLOR_INDEX" val="1"/>
  <p:tag name="KSO_WM_UNIT_TEXT_FILL_TYPE" val="1"/>
  <p:tag name="KSO_WM_DIAGRAM_USE_COLOR_VALUE" val="{&quot;color_scheme&quot;:1,&quot;color_type&quot;:1,&quot;theme_color_indexes&quot;:[5,5,5,5,5,5]}"/>
</p:tagLst>
</file>

<file path=ppt/tags/tag65.xml><?xml version="1.0" encoding="utf-8"?>
<p:tagLst xmlns:p="http://schemas.openxmlformats.org/presentationml/2006/main">
  <p:tag name="KSO_WM_DIAGRAM_VIRTUALLY_FRAME" val="{&quot;height&quot;:394.0749938964844,&quot;left&quot;:52.35,&quot;top&quot;:134.32500610351562,&quot;width&quot;:873.55}"/>
</p:tagLst>
</file>

<file path=ppt/tags/tag66.xml><?xml version="1.0" encoding="utf-8"?>
<p:tagLst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n_h_h_f"/>
  <p:tag name="KSO_WM_UNIT_INDEX" val="1_2_3_1"/>
  <p:tag name="KSO_WM_UNIT_ID" val="diagram20230957_3*n_h_h_f*1_2_3_1"/>
  <p:tag name="KSO_WM_TEMPLATE_CATEGORY" val="diagram"/>
  <p:tag name="KSO_WM_TEMPLATE_INDEX" val="20230957"/>
  <p:tag name="KSO_WM_UNIT_LAYERLEVEL" val="1_1_1_1"/>
  <p:tag name="KSO_WM_TAG_VERSION" val="3.0"/>
  <p:tag name="KSO_WM_BEAUTIFY_FLAG" val="#wm#"/>
  <p:tag name="KSO_WM_DIAGRAM_VERSION" val="3"/>
  <p:tag name="KSO_WM_DIAGRAM_COLOR_TRICK" val="1"/>
  <p:tag name="KSO_WM_DIAGRAM_COLOR_TEXT_CAN_REMOVE" val="n"/>
  <p:tag name="KSO_WM_DIAGRAM_GROUP_CODE" val="n1-1"/>
  <p:tag name="KSO_WM_DIAGRAM_MAX_ITEMCNT" val="6"/>
  <p:tag name="KSO_WM_DIAGRAM_MIN_ITEMCNT" val="2"/>
  <p:tag name="KSO_WM_DIAGRAM_VIRTUALLY_FRAME" val="{&quot;height&quot;:394.0749938964844,&quot;left&quot;:52.35,&quot;top&quot;:134.32500610351562,&quot;width&quot;:873.5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UNIT_TEXT_LAYER_COUNT" val="1"/>
  <p:tag name="KSO_WM_UNIT_PRESET_TEXT" val="单击此处输入你的项正文，文字是您思想的提炼"/>
  <p:tag name="KSO_WM_UNIT_TEXT_FILL_FORE_SCHEMECOLOR_INDEX" val="1"/>
  <p:tag name="KSO_WM_UNIT_TEXT_FILL_TYPE" val="1"/>
  <p:tag name="KSO_WM_DIAGRAM_USE_COLOR_VALUE" val="{&quot;color_scheme&quot;:1,&quot;color_type&quot;:1,&quot;theme_color_indexes&quot;:[5,5,5,5,5,5]}"/>
</p:tagLst>
</file>

<file path=ppt/tags/tag67.xml><?xml version="1.0" encoding="utf-8"?>
<p:tagLst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n_h_h_a"/>
  <p:tag name="KSO_WM_UNIT_INDEX" val="1_2_3_1"/>
  <p:tag name="KSO_WM_UNIT_ID" val="diagram20230957_3*n_h_h_a*1_2_3_1"/>
  <p:tag name="KSO_WM_TEMPLATE_CATEGORY" val="diagram"/>
  <p:tag name="KSO_WM_TEMPLATE_INDEX" val="20230957"/>
  <p:tag name="KSO_WM_UNIT_LAYERLEVEL" val="1_1_1_1"/>
  <p:tag name="KSO_WM_TAG_VERSION" val="3.0"/>
  <p:tag name="KSO_WM_BEAUTIFY_FLAG" val="#wm#"/>
  <p:tag name="KSO_WM_DIAGRAM_VERSION" val="3"/>
  <p:tag name="KSO_WM_DIAGRAM_COLOR_TRICK" val="1"/>
  <p:tag name="KSO_WM_DIAGRAM_COLOR_TEXT_CAN_REMOVE" val="n"/>
  <p:tag name="KSO_WM_DIAGRAM_GROUP_CODE" val="n1-1"/>
  <p:tag name="KSO_WM_DIAGRAM_MAX_ITEMCNT" val="6"/>
  <p:tag name="KSO_WM_DIAGRAM_MIN_ITEMCNT" val="2"/>
  <p:tag name="KSO_WM_DIAGRAM_VIRTUALLY_FRAME" val="{&quot;height&quot;:394.0749938964844,&quot;left&quot;:52.35,&quot;top&quot;:134.32500610351562,&quot;width&quot;:873.5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UNIT_PRESET_TEXT" val="添加项标题"/>
  <p:tag name="KSO_WM_UNIT_TEXT_FILL_FORE_SCHEMECOLOR_INDEX" val="1"/>
  <p:tag name="KSO_WM_UNIT_TEXT_FILL_TYPE" val="1"/>
  <p:tag name="KSO_WM_DIAGRAM_USE_COLOR_VALUE" val="{&quot;color_scheme&quot;:1,&quot;color_type&quot;:1,&quot;theme_color_indexes&quot;:[5,5,5,5,5,5]}"/>
</p:tagLst>
</file>

<file path=ppt/tags/tag68.xml><?xml version="1.0" encoding="utf-8"?>
<p:tagLst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n_h_a"/>
  <p:tag name="KSO_WM_UNIT_INDEX" val="1_1_1"/>
  <p:tag name="KSO_WM_UNIT_ID" val="diagram20230957_3*n_h_a*1_1_1"/>
  <p:tag name="KSO_WM_TEMPLATE_CATEGORY" val="diagram"/>
  <p:tag name="KSO_WM_TEMPLATE_INDEX" val="20230957"/>
  <p:tag name="KSO_WM_UNIT_LAYERLEVEL" val="1_1_1"/>
  <p:tag name="KSO_WM_TAG_VERSION" val="3.0"/>
  <p:tag name="KSO_WM_BEAUTIFY_FLAG" val="#wm#"/>
  <p:tag name="KSO_WM_DIAGRAM_VERSION" val="3"/>
  <p:tag name="KSO_WM_DIAGRAM_COLOR_TRICK" val="1"/>
  <p:tag name="KSO_WM_DIAGRAM_COLOR_TEXT_CAN_REMOVE" val="n"/>
  <p:tag name="KSO_WM_DIAGRAM_GROUP_CODE" val="n1-1"/>
  <p:tag name="KSO_WM_DIAGRAM_MAX_ITEMCNT" val="6"/>
  <p:tag name="KSO_WM_DIAGRAM_MIN_ITEMCNT" val="2"/>
  <p:tag name="KSO_WM_DIAGRAM_VIRTUALLY_FRAME" val="{&quot;height&quot;:394.0749938964844,&quot;left&quot;:52.35,&quot;top&quot;:134.32500610351562,&quot;width&quot;:873.5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UNIT_PRESET_TEXT" val="添加标题"/>
  <p:tag name="KSO_WM_UNIT_TEXT_FILL_FORE_SCHEMECOLOR_INDEX" val="1"/>
  <p:tag name="KSO_WM_UNIT_TEXT_FILL_TYPE" val="1"/>
  <p:tag name="KSO_WM_DIAGRAM_USE_COLOR_VALUE" val="{&quot;color_scheme&quot;:1,&quot;color_type&quot;:1,&quot;theme_color_indexes&quot;:[5,5,5,5,5,5]}"/>
</p:tagLst>
</file>

<file path=ppt/tags/tag69.xml><?xml version="1.0" encoding="utf-8"?>
<p:tagLst xmlns:p="http://schemas.openxmlformats.org/presentationml/2006/main">
  <p:tag name="KSO_WM_BEAUTIFY_FLAG" val="#wm#"/>
  <p:tag name="KSO_WM_UNIT_HIGHLIGHT" val="0"/>
  <p:tag name="KSO_WM_UNIT_COMPATIBLE" val="0"/>
  <p:tag name="KSO_WM_UNIT_DIAGRAM_ISNUMVISUAL" val="0"/>
  <p:tag name="KSO_WM_UNIT_DIAGRAM_ISREFERUNIT" val="0"/>
  <p:tag name="KSO_WM_UNIT_ID" val="diagram20230957_3*n_h_h_i*1_2_1_1"/>
  <p:tag name="KSO_WM_TEMPLATE_CATEGORY" val="diagram"/>
  <p:tag name="KSO_WM_TEMPLATE_INDEX" val="20230957"/>
  <p:tag name="KSO_WM_UNIT_LAYERLEVEL" val="1_1_1_1"/>
  <p:tag name="KSO_WM_TAG_VERSION" val="3.0"/>
  <p:tag name="KSO_WM_DIAGRAM_VERSION" val="3"/>
  <p:tag name="KSO_WM_DIAGRAM_COLOR_TRICK" val="1"/>
  <p:tag name="KSO_WM_DIAGRAM_COLOR_TEXT_CAN_REMOVE" val="n"/>
  <p:tag name="KSO_WM_DIAGRAM_GROUP_CODE" val="n1-1"/>
  <p:tag name="KSO_WM_UNIT_TYPE" val="n_h_h_i"/>
  <p:tag name="KSO_WM_UNIT_INDEX" val="1_2_1_1"/>
  <p:tag name="KSO_WM_DIAGRAM_MAX_ITEMCNT" val="6"/>
  <p:tag name="KSO_WM_DIAGRAM_MIN_ITEMCNT" val="2"/>
  <p:tag name="KSO_WM_DIAGRAM_VIRTUALLY_FRAME" val="{&quot;height&quot;:394.0749938964844,&quot;left&quot;:52.35,&quot;top&quot;:134.32500610351562,&quot;width&quot;:873.55}"/>
  <p:tag name="KSO_WM_DIAGRAM_COLOR_MATCH_VALUE" val="{&quot;shape&quot;:{&quot;fill&quot;:{&quot;type&quot;:0},&quot;glow&quot;:{&quot;colorType&quot;:0},&quot;line&quot;:{&quot;gradient&quot;:[{&quot;brightness&quot;:0,&quot;colorType&quot;:1,&quot;foreColorIndex&quot;:5,&quot;pos&quot;:0,&quot;transparency&quot;:1},{&quot;brightness&quot;:0,&quot;colorType&quot;:1,&quot;foreColorIndex&quot;:5,&quot;pos&quot;:0.6000000238418579,&quot;transparency&quot;:0}],&quot;type&quot;:2},&quot;shadow&quot;:{&quot;brightness&quot;:-0.25,&quot;colorType&quot;:1,&quot;foreColorIndex&quot;:5,&quot;transparency&quot;:0.6000000238418579},&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DIAGRAM_USE_COLOR_VALUE" val="{&quot;color_scheme&quot;:1,&quot;color_type&quot;:1,&quot;theme_color_indexes&quot;:[5,5,5,5,5,5]}"/>
</p:tagLst>
</file>

<file path=ppt/tags/tag70.xml><?xml version="1.0" encoding="utf-8"?>
<p:tagLst xmlns:p="http://schemas.openxmlformats.org/presentationml/2006/main">
  <p:tag name="KSO_WM_BEAUTIFY_FLAG" val="#wm#"/>
  <p:tag name="KSO_WM_UNIT_HIGHLIGHT" val="0"/>
  <p:tag name="KSO_WM_UNIT_COMPATIBLE" val="0"/>
  <p:tag name="KSO_WM_UNIT_DIAGRAM_ISNUMVISUAL" val="0"/>
  <p:tag name="KSO_WM_UNIT_DIAGRAM_ISREFERUNIT" val="0"/>
  <p:tag name="KSO_WM_UNIT_ID" val="diagram20230957_3*n_h_h_i*1_2_2_1"/>
  <p:tag name="KSO_WM_TEMPLATE_CATEGORY" val="diagram"/>
  <p:tag name="KSO_WM_TEMPLATE_INDEX" val="20230957"/>
  <p:tag name="KSO_WM_UNIT_LAYERLEVEL" val="1_1_1_1"/>
  <p:tag name="KSO_WM_TAG_VERSION" val="3.0"/>
  <p:tag name="KSO_WM_DIAGRAM_VERSION" val="3"/>
  <p:tag name="KSO_WM_DIAGRAM_COLOR_TRICK" val="1"/>
  <p:tag name="KSO_WM_DIAGRAM_COLOR_TEXT_CAN_REMOVE" val="n"/>
  <p:tag name="KSO_WM_DIAGRAM_GROUP_CODE" val="n1-1"/>
  <p:tag name="KSO_WM_UNIT_TYPE" val="n_h_h_i"/>
  <p:tag name="KSO_WM_UNIT_INDEX" val="1_2_2_1"/>
  <p:tag name="KSO_WM_DIAGRAM_MAX_ITEMCNT" val="6"/>
  <p:tag name="KSO_WM_DIAGRAM_MIN_ITEMCNT" val="2"/>
  <p:tag name="KSO_WM_DIAGRAM_VIRTUALLY_FRAME" val="{&quot;height&quot;:394.0749938964844,&quot;left&quot;:52.35,&quot;top&quot;:134.32500610351562,&quot;width&quot;:873.55}"/>
  <p:tag name="KSO_WM_DIAGRAM_COLOR_MATCH_VALUE" val="{&quot;shape&quot;:{&quot;fill&quot;:{&quot;type&quot;:0},&quot;glow&quot;:{&quot;colorType&quot;:0},&quot;line&quot;:{&quot;gradient&quot;:[{&quot;brightness&quot;:0,&quot;colorType&quot;:1,&quot;foreColorIndex&quot;:5,&quot;pos&quot;:0,&quot;transparency&quot;:1},{&quot;brightness&quot;:0,&quot;colorType&quot;:1,&quot;foreColorIndex&quot;:5,&quot;pos&quot;:0.6000000238418579,&quot;transparency&quot;:0}],&quot;type&quot;:2},&quot;shadow&quot;:{&quot;brightness&quot;:-0.25,&quot;colorType&quot;:1,&quot;foreColorIndex&quot;:5,&quot;transparency&quot;:0.6000000238418579},&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DIAGRAM_USE_COLOR_VALUE" val="{&quot;color_scheme&quot;:1,&quot;color_type&quot;:1,&quot;theme_color_indexes&quot;:[5,5,5,5,5,5]}"/>
</p:tagLst>
</file>

<file path=ppt/tags/tag71.xml><?xml version="1.0" encoding="utf-8"?>
<p:tagLst xmlns:p="http://schemas.openxmlformats.org/presentationml/2006/main">
  <p:tag name="KSO_WM_BEAUTIFY_FLAG" val="#wm#"/>
  <p:tag name="KSO_WM_UNIT_HIGHLIGHT" val="0"/>
  <p:tag name="KSO_WM_UNIT_COMPATIBLE" val="0"/>
  <p:tag name="KSO_WM_UNIT_DIAGRAM_ISNUMVISUAL" val="0"/>
  <p:tag name="KSO_WM_UNIT_DIAGRAM_ISREFERUNIT" val="0"/>
  <p:tag name="KSO_WM_UNIT_ID" val="diagram20230957_3*n_h_h_i*1_2_3_1"/>
  <p:tag name="KSO_WM_TEMPLATE_CATEGORY" val="diagram"/>
  <p:tag name="KSO_WM_TEMPLATE_INDEX" val="20230957"/>
  <p:tag name="KSO_WM_UNIT_LAYERLEVEL" val="1_1_1_1"/>
  <p:tag name="KSO_WM_TAG_VERSION" val="3.0"/>
  <p:tag name="KSO_WM_DIAGRAM_VERSION" val="3"/>
  <p:tag name="KSO_WM_DIAGRAM_COLOR_TRICK" val="1"/>
  <p:tag name="KSO_WM_DIAGRAM_COLOR_TEXT_CAN_REMOVE" val="n"/>
  <p:tag name="KSO_WM_DIAGRAM_GROUP_CODE" val="n1-1"/>
  <p:tag name="KSO_WM_UNIT_TYPE" val="n_h_h_i"/>
  <p:tag name="KSO_WM_UNIT_INDEX" val="1_2_3_1"/>
  <p:tag name="KSO_WM_DIAGRAM_MAX_ITEMCNT" val="6"/>
  <p:tag name="KSO_WM_DIAGRAM_MIN_ITEMCNT" val="2"/>
  <p:tag name="KSO_WM_DIAGRAM_VIRTUALLY_FRAME" val="{&quot;height&quot;:394.0749938964844,&quot;left&quot;:52.35,&quot;top&quot;:134.32500610351562,&quot;width&quot;:873.55}"/>
  <p:tag name="KSO_WM_DIAGRAM_COLOR_MATCH_VALUE" val="{&quot;shape&quot;:{&quot;fill&quot;:{&quot;type&quot;:0},&quot;glow&quot;:{&quot;colorType&quot;:0},&quot;line&quot;:{&quot;gradient&quot;:[{&quot;brightness&quot;:0,&quot;colorType&quot;:1,&quot;foreColorIndex&quot;:5,&quot;pos&quot;:0,&quot;transparency&quot;:1},{&quot;brightness&quot;:0,&quot;colorType&quot;:1,&quot;foreColorIndex&quot;:5,&quot;pos&quot;:0.6000000238418579,&quot;transparency&quot;:0}],&quot;type&quot;:2},&quot;shadow&quot;:{&quot;brightness&quot;:-0.25,&quot;colorType&quot;:1,&quot;foreColorIndex&quot;:5,&quot;transparency&quot;:0.6000000238418579},&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DIAGRAM_USE_COLOR_VALUE" val="{&quot;color_scheme&quot;:1,&quot;color_type&quot;:1,&quot;theme_color_indexes&quot;:[5,5,5,5,5,5]}"/>
</p:tagLst>
</file>

<file path=ppt/tags/tag72.xml><?xml version="1.0" encoding="utf-8"?>
<p:tagLst xmlns:p="http://schemas.openxmlformats.org/presentationml/2006/main">
  <p:tag name="KSO_WM_BEAUTIFY_FLAG" val="#wm#"/>
  <p:tag name="KSO_WM_TEMPLATE_CATEGORY" val="custom"/>
  <p:tag name="KSO_WM_TEMPLATE_INDEX" val="20205176"/>
  <p:tag name="KSO_WM_SPECIAL_SOURCE" val="bdnull"/>
  <p:tag name="resource_record_key" val="{&quot;65&quot;:[20205176],&quot;70&quot;:[3319076,3312481]}"/>
</p:tagLst>
</file>

<file path=ppt/tags/tag7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74.xml><?xml version="1.0" encoding="utf-8"?>
<p:tagLst xmlns:p="http://schemas.openxmlformats.org/presentationml/2006/main">
  <p:tag name="KSO_WM_BEAUTIFY_FLAG" val="#wm#"/>
  <p:tag name="KSO_WM_UNIT_HIGHLIGHT" val="0"/>
  <p:tag name="KSO_WM_UNIT_COMPATIBLE" val="0"/>
  <p:tag name="KSO_WM_UNIT_DIAGRAM_ISNUMVISUAL" val="0"/>
  <p:tag name="KSO_WM_UNIT_DIAGRAM_ISREFERUNIT" val="0"/>
  <p:tag name="KSO_WM_UNIT_ID" val="diagram20230957_3*n_h_i*1_1_2"/>
  <p:tag name="KSO_WM_TEMPLATE_CATEGORY" val="diagram"/>
  <p:tag name="KSO_WM_TEMPLATE_INDEX" val="20230957"/>
  <p:tag name="KSO_WM_UNIT_LAYERLEVEL" val="1_1_1"/>
  <p:tag name="KSO_WM_TAG_VERSION" val="3.0"/>
  <p:tag name="KSO_WM_DIAGRAM_VERSION" val="3"/>
  <p:tag name="KSO_WM_DIAGRAM_COLOR_TRICK" val="1"/>
  <p:tag name="KSO_WM_DIAGRAM_COLOR_TEXT_CAN_REMOVE" val="n"/>
  <p:tag name="KSO_WM_DIAGRAM_GROUP_CODE" val="n1-1"/>
  <p:tag name="KSO_WM_UNIT_TYPE" val="n_h_i"/>
  <p:tag name="KSO_WM_UNIT_INDEX" val="1_1_2"/>
  <p:tag name="KSO_WM_DIAGRAM_MAX_ITEMCNT" val="6"/>
  <p:tag name="KSO_WM_DIAGRAM_MIN_ITEMCNT" val="2"/>
  <p:tag name="KSO_WM_DIAGRAM_VIRTUALLY_FRAME" val="{&quot;height&quot;:253.64998779296874,&quot;left&quot;:474.1499938964844,&quot;top&quot;:168.27500610351564,&quot;width&quot;:420.2250454735955}"/>
  <p:tag name="KSO_WM_DIAGRAM_COLOR_MATCH_VALUE" val="{&quot;shape&quot;:{&quot;fill&quot;:{&quot;solid&quot;:{&quot;brightness&quot;:0.800000011920929,&quot;colorType&quot;:1,&quot;foreColorIndex&quot;:5,&quot;transparency&quot;:0.4000000059604645},&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1"/>
  <p:tag name="KSO_WM_UNIT_FILL_FORE_SCHEMECOLOR_INDEX" val="5"/>
  <p:tag name="KSO_WM_UNIT_FILL_FORE_SCHEMECOLOR_INDEX_BRIGHTNESS" val="0.8"/>
  <p:tag name="KSO_WM_UNIT_TEXT_FILL_FORE_SCHEMECOLOR_INDEX_BRIGHTNESS" val="0"/>
  <p:tag name="KSO_WM_UNIT_TEXT_FILL_FORE_SCHEMECOLOR_INDEX" val="2"/>
  <p:tag name="KSO_WM_UNIT_TEXT_FILL_TYPE" val="1"/>
  <p:tag name="KSO_WM_UNIT_USESOURCEFORMAT_APPLY" val="1"/>
  <p:tag name="KSO_WM_DIAGRAM_USE_COLOR_VALUE" val="{&quot;color_scheme&quot;:1,&quot;color_type&quot;:1,&quot;theme_color_indexes&quot;:[5,5,5,5,5,5]}"/>
</p:tagLst>
</file>

<file path=ppt/tags/tag75.xml><?xml version="1.0" encoding="utf-8"?>
<p:tagLst xmlns:p="http://schemas.openxmlformats.org/presentationml/2006/main">
  <p:tag name="KSO_WM_BEAUTIFY_FLAG" val="#wm#"/>
  <p:tag name="KSO_WM_UNIT_HIGHLIGHT" val="0"/>
  <p:tag name="KSO_WM_UNIT_COMPATIBLE" val="0"/>
  <p:tag name="KSO_WM_UNIT_DIAGRAM_ISNUMVISUAL" val="0"/>
  <p:tag name="KSO_WM_UNIT_DIAGRAM_ISREFERUNIT" val="0"/>
  <p:tag name="KSO_WM_UNIT_ID" val="diagram20230957_3*n_h_i*1_1_4"/>
  <p:tag name="KSO_WM_TEMPLATE_CATEGORY" val="diagram"/>
  <p:tag name="KSO_WM_TEMPLATE_INDEX" val="20230957"/>
  <p:tag name="KSO_WM_UNIT_LAYERLEVEL" val="1_1_1"/>
  <p:tag name="KSO_WM_TAG_VERSION" val="3.0"/>
  <p:tag name="KSO_WM_DIAGRAM_VERSION" val="3"/>
  <p:tag name="KSO_WM_DIAGRAM_COLOR_TRICK" val="1"/>
  <p:tag name="KSO_WM_DIAGRAM_COLOR_TEXT_CAN_REMOVE" val="n"/>
  <p:tag name="KSO_WM_DIAGRAM_GROUP_CODE" val="n1-1"/>
  <p:tag name="KSO_WM_UNIT_TYPE" val="n_h_i"/>
  <p:tag name="KSO_WM_UNIT_INDEX" val="1_1_4"/>
  <p:tag name="KSO_WM_DIAGRAM_MAX_ITEMCNT" val="6"/>
  <p:tag name="KSO_WM_DIAGRAM_MIN_ITEMCNT" val="2"/>
  <p:tag name="KSO_WM_DIAGRAM_VIRTUALLY_FRAME" val="{&quot;height&quot;:253.64998779296874,&quot;left&quot;:474.1499938964844,&quot;top&quot;:168.27500610351564,&quot;width&quot;:420.2250454735955}"/>
  <p:tag name="KSO_WM_DIAGRAM_COLOR_MATCH_VALUE" val="{&quot;shape&quot;:{&quot;fill&quot;:{&quot;gradient&quot;:[{&quot;brightness&quot;:0.800000011920929,&quot;colorType&quot;:1,&quot;foreColorIndex&quot;:5,&quot;pos&quot;:0,&quot;transparency&quot;:1},{&quot;brightness&quot;:0.6000000238418579,&quot;colorType&quot;:1,&quot;foreColorIndex&quot;:5,&quot;pos&quot;:1,&quot;transparency&quot;:0.6499999761581421}],&quot;type&quot;:3},&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3"/>
  <p:tag name="KSO_WM_UNIT_TEXT_FILL_FORE_SCHEMECOLOR_INDEX_BRIGHTNESS" val="0"/>
  <p:tag name="KSO_WM_UNIT_TEXT_FILL_FORE_SCHEMECOLOR_INDEX" val="2"/>
  <p:tag name="KSO_WM_UNIT_TEXT_FILL_TYPE" val="1"/>
  <p:tag name="KSO_WM_UNIT_USESOURCEFORMAT_APPLY" val="1"/>
  <p:tag name="KSO_WM_DIAGRAM_USE_COLOR_VALUE" val="{&quot;color_scheme&quot;:1,&quot;color_type&quot;:1,&quot;theme_color_indexes&quot;:[5,5,5,5,5,5]}"/>
</p:tagLst>
</file>

<file path=ppt/tags/tag76.xml><?xml version="1.0" encoding="utf-8"?>
<p:tagLst xmlns:p="http://schemas.openxmlformats.org/presentationml/2006/main">
  <p:tag name="KSO_WM_BEAUTIFY_FLAG" val="#wm#"/>
  <p:tag name="KSO_WM_DIAGRAM_VERSION" val="3"/>
  <p:tag name="KSO_WM_DIAGRAM_COLOR_TRICK" val="1"/>
  <p:tag name="KSO_WM_DIAGRAM_COLOR_TEXT_CAN_REMOVE" val="n"/>
  <p:tag name="KSO_WM_UNIT_HIGHLIGHT" val="0"/>
  <p:tag name="KSO_WM_UNIT_COMPATIBLE" val="0"/>
  <p:tag name="KSO_WM_UNIT_DIAGRAM_ISNUMVISUAL" val="0"/>
  <p:tag name="KSO_WM_UNIT_DIAGRAM_ISREFERUNIT" val="0"/>
  <p:tag name="KSO_WM_DIAGRAM_GROUP_CODE" val="n1-1"/>
  <p:tag name="KSO_WM_UNIT_TYPE" val="n_h_i"/>
  <p:tag name="KSO_WM_UNIT_INDEX" val="1_1_1"/>
  <p:tag name="KSO_WM_UNIT_ID" val="diagram20230957_3*n_h_i*1_1_1"/>
  <p:tag name="KSO_WM_TEMPLATE_CATEGORY" val="diagram"/>
  <p:tag name="KSO_WM_TEMPLATE_INDEX" val="20230957"/>
  <p:tag name="KSO_WM_UNIT_LAYERLEVEL" val="1_1_1"/>
  <p:tag name="KSO_WM_TAG_VERSION" val="3.0"/>
  <p:tag name="KSO_WM_DIAGRAM_MAX_ITEMCNT" val="6"/>
  <p:tag name="KSO_WM_DIAGRAM_MIN_ITEMCNT" val="2"/>
  <p:tag name="KSO_WM_DIAGRAM_VIRTUALLY_FRAME" val="{&quot;height&quot;:253.64998779296874,&quot;left&quot;:474.1499938964844,&quot;top&quot;:168.27500610351564,&quot;width&quot;:420.2250454735955}"/>
  <p:tag name="KSO_WM_DIAGRAM_COLOR_MATCH_VALUE" val="{&quot;shape&quot;:{&quot;fill&quot;:{&quot;gradient&quot;:[{&quot;brightness&quot;:0,&quot;colorType&quot;:1,&quot;foreColorIndex&quot;:5,&quot;pos&quot;:1,&quot;transparency&quot;:0},{&quot;brightness&quot;:0.20000000298023224,&quot;colorType&quot;:1,&quot;foreColorIndex&quot;:5,&quot;pos&quot;:0.5,&quot;transparency&quot;:0},{&quot;brightness&quot;:0.4000000059604645,&quot;colorType&quot;:1,&quot;foreColorIndex&quot;:5,&quot;pos&quot;:0,&quot;transparency&quot;:0}],&quot;type&quot;:3},&quot;glow&quot;:{&quot;colorType&quot;:0},&quot;line&quot;:{&quot;type&quot;:0},&quot;shadow&quot;:{&quot;brightness&quot;:-0.25,&quot;colorType&quot;:1,&quot;foreColorIndex&quot;:5,&quot;transparency&quot;:0.800000011920929},&quot;threeD&quot;:{&quot;curvedSurface&quot;:{&quot;brightness&quot;:0,&quot;colorType&quot;:2,&quot;rgb&quot;:&quot;#000000&quot;},&quot;depth&quot;:{&quot;colorType&quot;:0}}},&quot;text&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3"/>
  <p:tag name="KSO_WM_UNIT_SHADOW_SCHEMECOLOR_INDEX_BRIGHTNESS" val="-0.25"/>
  <p:tag name="KSO_WM_UNIT_SHADOW_SCHEMECOLOR_INDEX" val="5"/>
  <p:tag name="KSO_WM_UNIT_USESOURCEFORMAT_APPLY" val="1"/>
  <p:tag name="KSO_WM_DIAGRAM_USE_COLOR_VALUE" val="{&quot;color_scheme&quot;:1,&quot;color_type&quot;:1,&quot;theme_color_indexes&quot;:[5,5,5,5,5,5]}"/>
</p:tagLst>
</file>

<file path=ppt/tags/tag77.xml><?xml version="1.0" encoding="utf-8"?>
<p:tagLst xmlns:p="http://schemas.openxmlformats.org/presentationml/2006/main">
  <p:tag name="KSO_WM_BEAUTIFY_FLAG" val="#wm#"/>
  <p:tag name="KSO_WM_UNIT_HIGHLIGHT" val="0"/>
  <p:tag name="KSO_WM_UNIT_COMPATIBLE" val="0"/>
  <p:tag name="KSO_WM_UNIT_DIAGRAM_ISNUMVISUAL" val="0"/>
  <p:tag name="KSO_WM_UNIT_DIAGRAM_ISREFERUNIT" val="0"/>
  <p:tag name="KSO_WM_UNIT_ID" val="diagram20230957_3*n_h_i*1_1_3"/>
  <p:tag name="KSO_WM_TEMPLATE_CATEGORY" val="diagram"/>
  <p:tag name="KSO_WM_TEMPLATE_INDEX" val="20230957"/>
  <p:tag name="KSO_WM_UNIT_LAYERLEVEL" val="1_1_1"/>
  <p:tag name="KSO_WM_TAG_VERSION" val="3.0"/>
  <p:tag name="KSO_WM_DIAGRAM_VERSION" val="3"/>
  <p:tag name="KSO_WM_DIAGRAM_COLOR_TRICK" val="1"/>
  <p:tag name="KSO_WM_DIAGRAM_COLOR_TEXT_CAN_REMOVE" val="n"/>
  <p:tag name="KSO_WM_DIAGRAM_GROUP_CODE" val="n1-1"/>
  <p:tag name="KSO_WM_UNIT_TYPE" val="n_h_i"/>
  <p:tag name="KSO_WM_UNIT_INDEX" val="1_1_3"/>
  <p:tag name="KSO_WM_DIAGRAM_MAX_ITEMCNT" val="6"/>
  <p:tag name="KSO_WM_DIAGRAM_MIN_ITEMCNT" val="2"/>
  <p:tag name="KSO_WM_DIAGRAM_VIRTUALLY_FRAME" val="{&quot;height&quot;:253.64998779296874,&quot;left&quot;:474.1499938964844,&quot;top&quot;:168.27500610351564,&quot;width&quot;:420.2250454735955}"/>
  <p:tag name="KSO_WM_DIAGRAM_COLOR_MATCH_VALUE" val="{&quot;shape&quot;:{&quot;fill&quot;:{&quot;type&quot;:0},&quot;glow&quot;:{&quot;colorType&quot;:0},&quot;line&quot;:{&quot;solidLine&quot;:{&quot;brightness&quot;:0,&quot;colorType&quot;:1,&quot;foreColorIndex&quot;:5,&quot;transparency&quot;:0},&quot;type&quot;:1},&quot;shadow&quot;:{&quot;brightness&quot;:0,&quot;colorType&quot;:1,&quot;foreColorIndex&quot;:5,&quot;transparency&quot;:0.6000000238418579},&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LINE_FORE_SCHEMECOLOR_INDEX" val="5"/>
  <p:tag name="KSO_WM_UNIT_LINE_FORE_SCHEMECOLOR_INDEX_BRIGHTNESS" val="0"/>
  <p:tag name="KSO_WM_UNIT_LINE_FILL_TYPE" val="2"/>
  <p:tag name="KSO_WM_UNIT_SHADOW_SCHEMECOLOR_INDEX_BRIGHTNESS" val="0"/>
  <p:tag name="KSO_WM_UNIT_SHADOW_SCHEMECOLOR_INDEX" val="5"/>
  <p:tag name="KSO_WM_UNIT_TEXT_FILL_FORE_SCHEMECOLOR_INDEX_BRIGHTNESS" val="0"/>
  <p:tag name="KSO_WM_UNIT_TEXT_FILL_FORE_SCHEMECOLOR_INDEX" val="2"/>
  <p:tag name="KSO_WM_UNIT_TEXT_FILL_TYPE" val="1"/>
  <p:tag name="KSO_WM_UNIT_USESOURCEFORMAT_APPLY" val="1"/>
  <p:tag name="KSO_WM_DIAGRAM_USE_COLOR_VALUE" val="{&quot;color_scheme&quot;:1,&quot;color_type&quot;:1,&quot;theme_color_indexes&quot;:[5,5,5,5,5,5]}"/>
</p:tagLst>
</file>

<file path=ppt/tags/tag78.xml><?xml version="1.0" encoding="utf-8"?>
<p:tagLst xmlns:p="http://schemas.openxmlformats.org/presentationml/2006/main">
  <p:tag name="KSO_WM_BEAUTIFY_FLAG" val="#wm#"/>
  <p:tag name="KSO_WM_UNIT_HIGHLIGHT" val="0"/>
  <p:tag name="KSO_WM_UNIT_COMPATIBLE" val="0"/>
  <p:tag name="KSO_WM_UNIT_DIAGRAM_ISNUMVISUAL" val="0"/>
  <p:tag name="KSO_WM_UNIT_DIAGRAM_ISREFERUNIT" val="0"/>
  <p:tag name="KSO_WM_UNIT_ID" val="diagram20230957_3*n_h_h_i*1_2_4_1"/>
  <p:tag name="KSO_WM_TEMPLATE_CATEGORY" val="diagram"/>
  <p:tag name="KSO_WM_TEMPLATE_INDEX" val="20230957"/>
  <p:tag name="KSO_WM_UNIT_LAYERLEVEL" val="1_1_1_1"/>
  <p:tag name="KSO_WM_TAG_VERSION" val="3.0"/>
  <p:tag name="KSO_WM_DIAGRAM_VERSION" val="3"/>
  <p:tag name="KSO_WM_DIAGRAM_COLOR_TRICK" val="1"/>
  <p:tag name="KSO_WM_DIAGRAM_COLOR_TEXT_CAN_REMOVE" val="n"/>
  <p:tag name="KSO_WM_DIAGRAM_GROUP_CODE" val="n1-1"/>
  <p:tag name="KSO_WM_UNIT_TYPE" val="n_h_h_i"/>
  <p:tag name="KSO_WM_UNIT_INDEX" val="1_2_4_1"/>
  <p:tag name="KSO_WM_DIAGRAM_MAX_ITEMCNT" val="6"/>
  <p:tag name="KSO_WM_DIAGRAM_MIN_ITEMCNT" val="2"/>
  <p:tag name="KSO_WM_DIAGRAM_VIRTUALLY_FRAME" val="{&quot;height&quot;:253.64998779296874,&quot;left&quot;:474.1499938964844,&quot;top&quot;:168.27500610351564,&quot;width&quot;:420.2250454735955}"/>
  <p:tag name="KSO_WM_DIAGRAM_COLOR_MATCH_VALUE" val="{&quot;shape&quot;:{&quot;fill&quot;:{&quot;type&quot;:0},&quot;glow&quot;:{&quot;colorType&quot;:0},&quot;line&quot;:{&quot;gradient&quot;:[{&quot;brightness&quot;:0,&quot;colorType&quot;:1,&quot;foreColorIndex&quot;:5,&quot;pos&quot;:0,&quot;transparency&quot;:1},{&quot;brightness&quot;:0,&quot;colorType&quot;:1,&quot;foreColorIndex&quot;:5,&quot;pos&quot;:0.6000000238418579,&quot;transparency&quot;:0}],&quot;type&quot;:2},&quot;shadow&quot;:{&quot;brightness&quot;:-0.25,&quot;colorType&quot;:1,&quot;foreColorIndex&quot;:5,&quot;transparency&quot;:0.6000000238418579},&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LINE_FORE_SCHEMECOLOR_INDEX_1_BRIGHTNESS" val="0"/>
  <p:tag name="KSO_WM_UNIT_LINE_FORE_SCHEMECOLOR_INDEX_1" val="5"/>
  <p:tag name="KSO_WM_UNIT_LINE_FORE_SCHEMECOLOR_INDEX_1_POS" val="0"/>
  <p:tag name="KSO_WM_UNIT_LINE_FORE_SCHEMECOLOR_INDEX_1_TRANS" val="1"/>
  <p:tag name="KSO_WM_UNIT_LINE_FORE_SCHEMECOLOR_INDEX_2_BRIGHTNESS" val="0"/>
  <p:tag name="KSO_WM_UNIT_LINE_FORE_SCHEMECOLOR_INDEX_2" val="5"/>
  <p:tag name="KSO_WM_UNIT_LINE_FORE_SCHEMECOLOR_INDEX_2_POS" val="0.6"/>
  <p:tag name="KSO_WM_UNIT_LINE_FORE_SCHEMECOLOR_INDEX_2_TRANS" val="0"/>
  <p:tag name="KSO_WM_UNIT_LINE_GRADIENT_TYPE" val="0"/>
  <p:tag name="KSO_WM_UNIT_LINE_GRADIENT_ANGLE" val="90"/>
  <p:tag name="KSO_WM_UNIT_LINE_GRADIENT_Direction" val="1"/>
  <p:tag name="KSO_WM_UNIT_LINE_FILL_TYPE" val="5"/>
  <p:tag name="KSO_WM_UNIT_SHADOW_SCHEMECOLOR_INDEX_BRIGHTNESS" val="-0.25"/>
  <p:tag name="KSO_WM_UNIT_SHADOW_SCHEMECOLOR_INDEX" val="5"/>
  <p:tag name="KSO_WM_UNIT_TEXT_FILL_FORE_SCHEMECOLOR_INDEX_BRIGHTNESS" val="0"/>
  <p:tag name="KSO_WM_UNIT_TEXT_FILL_FORE_SCHEMECOLOR_INDEX" val="13"/>
  <p:tag name="KSO_WM_UNIT_TEXT_FILL_TYPE" val="1"/>
  <p:tag name="KSO_WM_UNIT_USESOURCEFORMAT_APPLY" val="1"/>
  <p:tag name="KSO_WM_DIAGRAM_USE_COLOR_VALUE" val="{&quot;color_scheme&quot;:1,&quot;color_type&quot;:1,&quot;theme_color_indexes&quot;:[5,5,5,5,5,5]}"/>
</p:tagLst>
</file>

<file path=ppt/tags/tag79.xml><?xml version="1.0" encoding="utf-8"?>
<p:tagLst xmlns:p="http://schemas.openxmlformats.org/presentationml/2006/main">
  <p:tag name="KSO_WM_BEAUTIFY_FLAG" val="#wm#"/>
  <p:tag name="KSO_WM_UNIT_HIGHLIGHT" val="0"/>
  <p:tag name="KSO_WM_UNIT_COMPATIBLE" val="0"/>
  <p:tag name="KSO_WM_UNIT_DIAGRAM_ISNUMVISUAL" val="0"/>
  <p:tag name="KSO_WM_UNIT_DIAGRAM_ISREFERUNIT" val="0"/>
  <p:tag name="KSO_WM_UNIT_ID" val="diagram20230957_3*n_h_h_i*1_2_4_2"/>
  <p:tag name="KSO_WM_TEMPLATE_CATEGORY" val="diagram"/>
  <p:tag name="KSO_WM_TEMPLATE_INDEX" val="20230957"/>
  <p:tag name="KSO_WM_UNIT_LAYERLEVEL" val="1_1_1_1"/>
  <p:tag name="KSO_WM_TAG_VERSION" val="3.0"/>
  <p:tag name="KSO_WM_DIAGRAM_VERSION" val="3"/>
  <p:tag name="KSO_WM_DIAGRAM_COLOR_TRICK" val="1"/>
  <p:tag name="KSO_WM_DIAGRAM_COLOR_TEXT_CAN_REMOVE" val="n"/>
  <p:tag name="KSO_WM_DIAGRAM_GROUP_CODE" val="n1-1"/>
  <p:tag name="KSO_WM_UNIT_TYPE" val="n_h_h_i"/>
  <p:tag name="KSO_WM_UNIT_INDEX" val="1_2_4_2"/>
  <p:tag name="KSO_WM_DIAGRAM_MAX_ITEMCNT" val="6"/>
  <p:tag name="KSO_WM_DIAGRAM_MIN_ITEMCNT" val="2"/>
  <p:tag name="KSO_WM_DIAGRAM_VIRTUALLY_FRAME" val="{&quot;height&quot;:253.64998779296874,&quot;left&quot;:474.1499938964844,&quot;top&quot;:168.27500610351564,&quot;width&quot;:420.2250454735955}"/>
  <p:tag name="KSO_WM_DIAGRAM_COLOR_MATCH_VALUE" val="{&quot;shape&quot;:{&quot;fill&quot;:{&quot;gradient&quot;:[{&quot;brightness&quot;:0.20000000298023224,&quot;colorType&quot;:1,&quot;foreColorIndex&quot;:5,&quot;pos&quot;:0.5,&quot;transparency&quot;:0},{&quot;brightness&quot;:0,&quot;colorType&quot;:1,&quot;foreColorIndex&quot;:5,&quot;pos&quot;:1,&quot;transparency&quot;:0},{&quot;brightness&quot;:0.4000000059604645,&quot;colorType&quot;:1,&quot;foreColorIndex&quot;:5,&quot;pos&quot;:0,&quot;transparency&quot;:0}],&quot;type&quot;:3},&quot;glow&quot;:{&quot;colorType&quot;:0},&quot;line&quot;:{&quot;type&quot;:0},&quot;shadow&quot;:{&quot;brightness&quot;:-0.25,&quot;colorType&quot;:1,&quot;foreColorIndex&quot;:5,&quot;transparency&quot;:0.800000011920929},&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3"/>
  <p:tag name="KSO_WM_UNIT_SHADOW_SCHEMECOLOR_INDEX_BRIGHTNESS" val="-0.25"/>
  <p:tag name="KSO_WM_UNIT_SHADOW_SCHEMECOLOR_INDEX" val="5"/>
  <p:tag name="KSO_WM_UNIT_TEXT_FILL_FORE_SCHEMECOLOR_INDEX_BRIGHTNESS" val="0"/>
  <p:tag name="KSO_WM_UNIT_TEXT_FILL_FORE_SCHEMECOLOR_INDEX" val="2"/>
  <p:tag name="KSO_WM_UNIT_TEXT_FILL_TYPE" val="1"/>
  <p:tag name="KSO_WM_UNIT_USESOURCEFORMAT_APPLY" val="1"/>
  <p:tag name="KSO_WM_DIAGRAM_USE_COLOR_VALUE" val="{&quot;color_scheme&quot;:1,&quot;color_type&quot;:1,&quot;theme_color_indexes&quot;:[5,5,5,5,5,5]}"/>
</p:tagLst>
</file>

<file path=ppt/tags/tag80.xml><?xml version="1.0" encoding="utf-8"?>
<p:tagLst xmlns:p="http://schemas.openxmlformats.org/presentationml/2006/main">
  <p:tag name="KSO_WM_BEAUTIFY_FLAG" val="#wm#"/>
  <p:tag name="KSO_WM_UNIT_HIGHLIGHT" val="0"/>
  <p:tag name="KSO_WM_UNIT_COMPATIBLE" val="0"/>
  <p:tag name="KSO_WM_UNIT_DIAGRAM_ISNUMVISUAL" val="0"/>
  <p:tag name="KSO_WM_UNIT_DIAGRAM_ISREFERUNIT" val="0"/>
  <p:tag name="KSO_WM_UNIT_ID" val="diagram20230957_3*n_h_h_i*1_2_3_2"/>
  <p:tag name="KSO_WM_TEMPLATE_CATEGORY" val="diagram"/>
  <p:tag name="KSO_WM_TEMPLATE_INDEX" val="20230957"/>
  <p:tag name="KSO_WM_UNIT_LAYERLEVEL" val="1_1_1_1"/>
  <p:tag name="KSO_WM_TAG_VERSION" val="3.0"/>
  <p:tag name="KSO_WM_DIAGRAM_VERSION" val="3"/>
  <p:tag name="KSO_WM_DIAGRAM_COLOR_TRICK" val="1"/>
  <p:tag name="KSO_WM_DIAGRAM_COLOR_TEXT_CAN_REMOVE" val="n"/>
  <p:tag name="KSO_WM_DIAGRAM_GROUP_CODE" val="n1-1"/>
  <p:tag name="KSO_WM_UNIT_TYPE" val="n_h_h_i"/>
  <p:tag name="KSO_WM_UNIT_INDEX" val="1_2_3_2"/>
  <p:tag name="KSO_WM_DIAGRAM_MAX_ITEMCNT" val="6"/>
  <p:tag name="KSO_WM_DIAGRAM_MIN_ITEMCNT" val="2"/>
  <p:tag name="KSO_WM_DIAGRAM_VIRTUALLY_FRAME" val="{&quot;height&quot;:253.64998779296874,&quot;left&quot;:474.1499938964844,&quot;top&quot;:168.27500610351564,&quot;width&quot;:420.2250454735955}"/>
  <p:tag name="KSO_WM_DIAGRAM_COLOR_MATCH_VALUE" val="{&quot;shape&quot;:{&quot;fill&quot;:{&quot;gradient&quot;:[{&quot;brightness&quot;:0.20000000298023224,&quot;colorType&quot;:1,&quot;foreColorIndex&quot;:5,&quot;pos&quot;:0.5,&quot;transparency&quot;:0},{&quot;brightness&quot;:0,&quot;colorType&quot;:1,&quot;foreColorIndex&quot;:5,&quot;pos&quot;:1,&quot;transparency&quot;:0},{&quot;brightness&quot;:0.4000000059604645,&quot;colorType&quot;:1,&quot;foreColorIndex&quot;:5,&quot;pos&quot;:0,&quot;transparency&quot;:0}],&quot;type&quot;:3},&quot;glow&quot;:{&quot;colorType&quot;:0},&quot;line&quot;:{&quot;type&quot;:0},&quot;shadow&quot;:{&quot;brightness&quot;:-0.25,&quot;colorType&quot;:1,&quot;foreColorIndex&quot;:5,&quot;transparency&quot;:0.800000011920929},&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3"/>
  <p:tag name="KSO_WM_UNIT_SHADOW_SCHEMECOLOR_INDEX_BRIGHTNESS" val="-0.25"/>
  <p:tag name="KSO_WM_UNIT_SHADOW_SCHEMECOLOR_INDEX" val="5"/>
  <p:tag name="KSO_WM_UNIT_TEXT_FILL_FORE_SCHEMECOLOR_INDEX_BRIGHTNESS" val="0"/>
  <p:tag name="KSO_WM_UNIT_TEXT_FILL_FORE_SCHEMECOLOR_INDEX" val="2"/>
  <p:tag name="KSO_WM_UNIT_TEXT_FILL_TYPE" val="1"/>
  <p:tag name="KSO_WM_UNIT_USESOURCEFORMAT_APPLY" val="1"/>
  <p:tag name="KSO_WM_DIAGRAM_USE_COLOR_VALUE" val="{&quot;color_scheme&quot;:1,&quot;color_type&quot;:1,&quot;theme_color_indexes&quot;:[5,5,5,5,5,5]}"/>
</p:tagLst>
</file>

<file path=ppt/tags/tag81.xml><?xml version="1.0" encoding="utf-8"?>
<p:tagLst xmlns:p="http://schemas.openxmlformats.org/presentationml/2006/main">
  <p:tag name="KSO_WM_BEAUTIFY_FLAG" val="#wm#"/>
  <p:tag name="KSO_WM_UNIT_HIGHLIGHT" val="0"/>
  <p:tag name="KSO_WM_UNIT_COMPATIBLE" val="0"/>
  <p:tag name="KSO_WM_UNIT_DIAGRAM_ISNUMVISUAL" val="0"/>
  <p:tag name="KSO_WM_UNIT_DIAGRAM_ISREFERUNIT" val="0"/>
  <p:tag name="KSO_WM_UNIT_ID" val="diagram20230957_3*n_h_h_i*1_2_2_2"/>
  <p:tag name="KSO_WM_TEMPLATE_CATEGORY" val="diagram"/>
  <p:tag name="KSO_WM_TEMPLATE_INDEX" val="20230957"/>
  <p:tag name="KSO_WM_UNIT_LAYERLEVEL" val="1_1_1_1"/>
  <p:tag name="KSO_WM_TAG_VERSION" val="3.0"/>
  <p:tag name="KSO_WM_DIAGRAM_VERSION" val="3"/>
  <p:tag name="KSO_WM_DIAGRAM_COLOR_TRICK" val="1"/>
  <p:tag name="KSO_WM_DIAGRAM_COLOR_TEXT_CAN_REMOVE" val="n"/>
  <p:tag name="KSO_WM_DIAGRAM_GROUP_CODE" val="n1-1"/>
  <p:tag name="KSO_WM_UNIT_TYPE" val="n_h_h_i"/>
  <p:tag name="KSO_WM_UNIT_INDEX" val="1_2_2_2"/>
  <p:tag name="KSO_WM_DIAGRAM_MAX_ITEMCNT" val="6"/>
  <p:tag name="KSO_WM_DIAGRAM_MIN_ITEMCNT" val="2"/>
  <p:tag name="KSO_WM_DIAGRAM_VIRTUALLY_FRAME" val="{&quot;height&quot;:253.64998779296874,&quot;left&quot;:474.1499938964844,&quot;top&quot;:168.27500610351564,&quot;width&quot;:420.2250454735955}"/>
  <p:tag name="KSO_WM_DIAGRAM_COLOR_MATCH_VALUE" val="{&quot;shape&quot;:{&quot;fill&quot;:{&quot;gradient&quot;:[{&quot;brightness&quot;:0.20000000298023224,&quot;colorType&quot;:1,&quot;foreColorIndex&quot;:5,&quot;pos&quot;:0.5,&quot;transparency&quot;:0},{&quot;brightness&quot;:0,&quot;colorType&quot;:1,&quot;foreColorIndex&quot;:5,&quot;pos&quot;:1,&quot;transparency&quot;:0},{&quot;brightness&quot;:0.4000000059604645,&quot;colorType&quot;:1,&quot;foreColorIndex&quot;:5,&quot;pos&quot;:0,&quot;transparency&quot;:0}],&quot;type&quot;:3},&quot;glow&quot;:{&quot;colorType&quot;:0},&quot;line&quot;:{&quot;type&quot;:0},&quot;shadow&quot;:{&quot;brightness&quot;:-0.25,&quot;colorType&quot;:1,&quot;foreColorIndex&quot;:5,&quot;transparency&quot;:0.800000011920929},&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3"/>
  <p:tag name="KSO_WM_UNIT_SHADOW_SCHEMECOLOR_INDEX_BRIGHTNESS" val="-0.25"/>
  <p:tag name="KSO_WM_UNIT_SHADOW_SCHEMECOLOR_INDEX" val="5"/>
  <p:tag name="KSO_WM_UNIT_TEXT_FILL_FORE_SCHEMECOLOR_INDEX_BRIGHTNESS" val="0"/>
  <p:tag name="KSO_WM_UNIT_TEXT_FILL_FORE_SCHEMECOLOR_INDEX" val="2"/>
  <p:tag name="KSO_WM_UNIT_TEXT_FILL_TYPE" val="1"/>
  <p:tag name="KSO_WM_UNIT_USESOURCEFORMAT_APPLY" val="1"/>
  <p:tag name="KSO_WM_DIAGRAM_USE_COLOR_VALUE" val="{&quot;color_scheme&quot;:1,&quot;color_type&quot;:1,&quot;theme_color_indexes&quot;:[5,5,5,5,5,5]}"/>
</p:tagLst>
</file>

<file path=ppt/tags/tag82.xml><?xml version="1.0" encoding="utf-8"?>
<p:tagLst xmlns:p="http://schemas.openxmlformats.org/presentationml/2006/main">
  <p:tag name="KSO_WM_BEAUTIFY_FLAG" val="#wm#"/>
  <p:tag name="KSO_WM_UNIT_HIGHLIGHT" val="0"/>
  <p:tag name="KSO_WM_UNIT_COMPATIBLE" val="0"/>
  <p:tag name="KSO_WM_UNIT_DIAGRAM_ISNUMVISUAL" val="0"/>
  <p:tag name="KSO_WM_UNIT_DIAGRAM_ISREFERUNIT" val="0"/>
  <p:tag name="KSO_WM_UNIT_ID" val="diagram20230957_3*n_h_h_i*1_2_1_2"/>
  <p:tag name="KSO_WM_TEMPLATE_CATEGORY" val="diagram"/>
  <p:tag name="KSO_WM_TEMPLATE_INDEX" val="20230957"/>
  <p:tag name="KSO_WM_UNIT_LAYERLEVEL" val="1_1_1_1"/>
  <p:tag name="KSO_WM_TAG_VERSION" val="3.0"/>
  <p:tag name="KSO_WM_DIAGRAM_VERSION" val="3"/>
  <p:tag name="KSO_WM_DIAGRAM_COLOR_TRICK" val="1"/>
  <p:tag name="KSO_WM_DIAGRAM_COLOR_TEXT_CAN_REMOVE" val="n"/>
  <p:tag name="KSO_WM_DIAGRAM_GROUP_CODE" val="n1-1"/>
  <p:tag name="KSO_WM_UNIT_TYPE" val="n_h_h_i"/>
  <p:tag name="KSO_WM_UNIT_INDEX" val="1_2_1_2"/>
  <p:tag name="KSO_WM_DIAGRAM_MAX_ITEMCNT" val="6"/>
  <p:tag name="KSO_WM_DIAGRAM_MIN_ITEMCNT" val="2"/>
  <p:tag name="KSO_WM_DIAGRAM_VIRTUALLY_FRAME" val="{&quot;height&quot;:253.64998779296874,&quot;left&quot;:474.1499938964844,&quot;top&quot;:168.27500610351564,&quot;width&quot;:420.2250454735955}"/>
  <p:tag name="KSO_WM_DIAGRAM_COLOR_MATCH_VALUE" val="{&quot;shape&quot;:{&quot;fill&quot;:{&quot;gradient&quot;:[{&quot;brightness&quot;:0.20000000298023224,&quot;colorType&quot;:1,&quot;foreColorIndex&quot;:5,&quot;pos&quot;:0.5,&quot;transparency&quot;:0},{&quot;brightness&quot;:0,&quot;colorType&quot;:1,&quot;foreColorIndex&quot;:5,&quot;pos&quot;:1,&quot;transparency&quot;:0},{&quot;brightness&quot;:0.4000000059604645,&quot;colorType&quot;:1,&quot;foreColorIndex&quot;:5,&quot;pos&quot;:0,&quot;transparency&quot;:0}],&quot;type&quot;:3},&quot;glow&quot;:{&quot;colorType&quot;:0},&quot;line&quot;:{&quot;type&quot;:0},&quot;shadow&quot;:{&quot;brightness&quot;:-0.25,&quot;colorType&quot;:1,&quot;foreColorIndex&quot;:5,&quot;transparency&quot;:0.800000011920929},&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3"/>
  <p:tag name="KSO_WM_UNIT_SHADOW_SCHEMECOLOR_INDEX_BRIGHTNESS" val="-0.25"/>
  <p:tag name="KSO_WM_UNIT_SHADOW_SCHEMECOLOR_INDEX" val="5"/>
  <p:tag name="KSO_WM_UNIT_TEXT_FILL_FORE_SCHEMECOLOR_INDEX_BRIGHTNESS" val="0"/>
  <p:tag name="KSO_WM_UNIT_TEXT_FILL_FORE_SCHEMECOLOR_INDEX" val="2"/>
  <p:tag name="KSO_WM_UNIT_TEXT_FILL_TYPE" val="1"/>
  <p:tag name="KSO_WM_UNIT_USESOURCEFORMAT_APPLY" val="1"/>
  <p:tag name="KSO_WM_DIAGRAM_USE_COLOR_VALUE" val="{&quot;color_scheme&quot;:1,&quot;color_type&quot;:1,&quot;theme_color_indexes&quot;:[5,5,5,5,5,5]}"/>
</p:tagLst>
</file>

<file path=ppt/tags/tag83.xml><?xml version="1.0" encoding="utf-8"?>
<p:tagLst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n_h_h_a"/>
  <p:tag name="KSO_WM_UNIT_INDEX" val="1_2_1_1"/>
  <p:tag name="KSO_WM_UNIT_ID" val="diagram20230957_3*n_h_h_a*1_2_1_1"/>
  <p:tag name="KSO_WM_TEMPLATE_CATEGORY" val="diagram"/>
  <p:tag name="KSO_WM_TEMPLATE_INDEX" val="20230957"/>
  <p:tag name="KSO_WM_UNIT_LAYERLEVEL" val="1_1_1_1"/>
  <p:tag name="KSO_WM_TAG_VERSION" val="3.0"/>
  <p:tag name="KSO_WM_BEAUTIFY_FLAG" val="#wm#"/>
  <p:tag name="KSO_WM_DIAGRAM_VERSION" val="3"/>
  <p:tag name="KSO_WM_DIAGRAM_COLOR_TRICK" val="1"/>
  <p:tag name="KSO_WM_DIAGRAM_COLOR_TEXT_CAN_REMOVE" val="n"/>
  <p:tag name="KSO_WM_DIAGRAM_GROUP_CODE" val="n1-1"/>
  <p:tag name="KSO_WM_DIAGRAM_MAX_ITEMCNT" val="6"/>
  <p:tag name="KSO_WM_DIAGRAM_MIN_ITEMCNT" val="2"/>
  <p:tag name="KSO_WM_DIAGRAM_VIRTUALLY_FRAME" val="{&quot;height&quot;:253.64998779296874,&quot;left&quot;:474.1499938964844,&quot;top&quot;:168.27500610351564,&quot;width&quot;:420.225045473595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UNIT_PRESET_TEXT" val="添加项标题"/>
  <p:tag name="KSO_WM_UNIT_TEXT_FILL_FORE_SCHEMECOLOR_INDEX" val="1"/>
  <p:tag name="KSO_WM_UNIT_TEXT_FILL_TYPE" val="1"/>
  <p:tag name="KSO_WM_UNIT_USESOURCEFORMAT_APPLY" val="1"/>
  <p:tag name="KSO_WM_DIAGRAM_USE_COLOR_VALUE" val="{&quot;color_scheme&quot;:1,&quot;color_type&quot;:1,&quot;theme_color_indexes&quot;:[5,5,5,5,5,5]}"/>
</p:tagLst>
</file>

<file path=ppt/tags/tag84.xml><?xml version="1.0" encoding="utf-8"?>
<p:tagLst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n_h_h_a"/>
  <p:tag name="KSO_WM_UNIT_INDEX" val="1_2_4_1"/>
  <p:tag name="KSO_WM_UNIT_ID" val="diagram20230957_3*n_h_h_a*1_2_4_1"/>
  <p:tag name="KSO_WM_TEMPLATE_CATEGORY" val="diagram"/>
  <p:tag name="KSO_WM_TEMPLATE_INDEX" val="20230957"/>
  <p:tag name="KSO_WM_UNIT_LAYERLEVEL" val="1_1_1_1"/>
  <p:tag name="KSO_WM_TAG_VERSION" val="3.0"/>
  <p:tag name="KSO_WM_BEAUTIFY_FLAG" val="#wm#"/>
  <p:tag name="KSO_WM_DIAGRAM_VERSION" val="3"/>
  <p:tag name="KSO_WM_DIAGRAM_COLOR_TRICK" val="1"/>
  <p:tag name="KSO_WM_DIAGRAM_COLOR_TEXT_CAN_REMOVE" val="n"/>
  <p:tag name="KSO_WM_DIAGRAM_GROUP_CODE" val="n1-1"/>
  <p:tag name="KSO_WM_DIAGRAM_MAX_ITEMCNT" val="6"/>
  <p:tag name="KSO_WM_DIAGRAM_MIN_ITEMCNT" val="2"/>
  <p:tag name="KSO_WM_DIAGRAM_VIRTUALLY_FRAME" val="{&quot;height&quot;:253.64998779296874,&quot;left&quot;:474.1499938964844,&quot;top&quot;:168.27500610351564,&quot;width&quot;:420.225045473595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UNIT_PRESET_TEXT" val="添加项标题"/>
  <p:tag name="KSO_WM_UNIT_TEXT_FILL_FORE_SCHEMECOLOR_INDEX" val="1"/>
  <p:tag name="KSO_WM_UNIT_TEXT_FILL_TYPE" val="1"/>
  <p:tag name="KSO_WM_UNIT_USESOURCEFORMAT_APPLY" val="1"/>
  <p:tag name="KSO_WM_DIAGRAM_USE_COLOR_VALUE" val="{&quot;color_scheme&quot;:1,&quot;color_type&quot;:1,&quot;theme_color_indexes&quot;:[5,5,5,5,5,5]}"/>
</p:tagLst>
</file>

<file path=ppt/tags/tag85.xml><?xml version="1.0" encoding="utf-8"?>
<p:tagLst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n_h_h_a"/>
  <p:tag name="KSO_WM_UNIT_INDEX" val="1_2_2_1"/>
  <p:tag name="KSO_WM_UNIT_ID" val="diagram20230957_3*n_h_h_a*1_2_2_1"/>
  <p:tag name="KSO_WM_TEMPLATE_CATEGORY" val="diagram"/>
  <p:tag name="KSO_WM_TEMPLATE_INDEX" val="20230957"/>
  <p:tag name="KSO_WM_UNIT_LAYERLEVEL" val="1_1_1_1"/>
  <p:tag name="KSO_WM_TAG_VERSION" val="3.0"/>
  <p:tag name="KSO_WM_BEAUTIFY_FLAG" val="#wm#"/>
  <p:tag name="KSO_WM_DIAGRAM_VERSION" val="3"/>
  <p:tag name="KSO_WM_DIAGRAM_COLOR_TRICK" val="1"/>
  <p:tag name="KSO_WM_DIAGRAM_COLOR_TEXT_CAN_REMOVE" val="n"/>
  <p:tag name="KSO_WM_DIAGRAM_GROUP_CODE" val="n1-1"/>
  <p:tag name="KSO_WM_DIAGRAM_MAX_ITEMCNT" val="6"/>
  <p:tag name="KSO_WM_DIAGRAM_MIN_ITEMCNT" val="2"/>
  <p:tag name="KSO_WM_DIAGRAM_VIRTUALLY_FRAME" val="{&quot;height&quot;:253.64998779296874,&quot;left&quot;:474.1499938964844,&quot;top&quot;:168.27500610351564,&quot;width&quot;:420.225045473595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UNIT_PRESET_TEXT" val="添加项标题"/>
  <p:tag name="KSO_WM_UNIT_TEXT_FILL_FORE_SCHEMECOLOR_INDEX" val="1"/>
  <p:tag name="KSO_WM_UNIT_TEXT_FILL_TYPE" val="1"/>
  <p:tag name="KSO_WM_UNIT_USESOURCEFORMAT_APPLY" val="1"/>
  <p:tag name="KSO_WM_DIAGRAM_USE_COLOR_VALUE" val="{&quot;color_scheme&quot;:1,&quot;color_type&quot;:1,&quot;theme_color_indexes&quot;:[5,5,5,5,5,5]}"/>
</p:tagLst>
</file>

<file path=ppt/tags/tag86.xml><?xml version="1.0" encoding="utf-8"?>
<p:tagLst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n_h_h_a"/>
  <p:tag name="KSO_WM_UNIT_INDEX" val="1_2_3_1"/>
  <p:tag name="KSO_WM_UNIT_ID" val="diagram20230957_3*n_h_h_a*1_2_3_1"/>
  <p:tag name="KSO_WM_TEMPLATE_CATEGORY" val="diagram"/>
  <p:tag name="KSO_WM_TEMPLATE_INDEX" val="20230957"/>
  <p:tag name="KSO_WM_UNIT_LAYERLEVEL" val="1_1_1_1"/>
  <p:tag name="KSO_WM_TAG_VERSION" val="3.0"/>
  <p:tag name="KSO_WM_BEAUTIFY_FLAG" val="#wm#"/>
  <p:tag name="KSO_WM_DIAGRAM_VERSION" val="3"/>
  <p:tag name="KSO_WM_DIAGRAM_COLOR_TRICK" val="1"/>
  <p:tag name="KSO_WM_DIAGRAM_COLOR_TEXT_CAN_REMOVE" val="n"/>
  <p:tag name="KSO_WM_DIAGRAM_GROUP_CODE" val="n1-1"/>
  <p:tag name="KSO_WM_DIAGRAM_MAX_ITEMCNT" val="6"/>
  <p:tag name="KSO_WM_DIAGRAM_MIN_ITEMCNT" val="2"/>
  <p:tag name="KSO_WM_DIAGRAM_VIRTUALLY_FRAME" val="{&quot;height&quot;:253.64998779296874,&quot;left&quot;:474.1499938964844,&quot;top&quot;:168.27500610351564,&quot;width&quot;:420.225045473595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UNIT_PRESET_TEXT" val="添加项标题"/>
  <p:tag name="KSO_WM_UNIT_TEXT_FILL_FORE_SCHEMECOLOR_INDEX" val="1"/>
  <p:tag name="KSO_WM_UNIT_TEXT_FILL_TYPE" val="1"/>
  <p:tag name="KSO_WM_UNIT_USESOURCEFORMAT_APPLY" val="1"/>
  <p:tag name="KSO_WM_DIAGRAM_USE_COLOR_VALUE" val="{&quot;color_scheme&quot;:1,&quot;color_type&quot;:1,&quot;theme_color_indexes&quot;:[5,5,5,5,5,5]}"/>
</p:tagLst>
</file>

<file path=ppt/tags/tag87.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n1-1"/>
  <p:tag name="KSO_WM_UNIT_ID" val="diagram20230957_3*n_h_h_x*1_2_1_1"/>
  <p:tag name="KSO_WM_TEMPLATE_CATEGORY" val="diagram"/>
  <p:tag name="KSO_WM_TEMPLATE_INDEX" val="20230957"/>
  <p:tag name="KSO_WM_UNIT_LAYERLEVEL" val="1_1_1_1"/>
  <p:tag name="KSO_WM_TAG_VERSION" val="3.0"/>
  <p:tag name="KSO_WM_BEAUTIFY_FLAG" val="#wm#"/>
  <p:tag name="KSO_WM_DIAGRAM_VERSION" val="3"/>
  <p:tag name="KSO_WM_DIAGRAM_COLOR_TRICK" val="1"/>
  <p:tag name="KSO_WM_DIAGRAM_COLOR_TEXT_CAN_REMOVE" val="n"/>
  <p:tag name="KSO_WM_UNIT_VALUE" val="73*73"/>
  <p:tag name="KSO_WM_UNIT_TYPE" val="n_h_h_x"/>
  <p:tag name="KSO_WM_UNIT_INDEX" val="1_2_1_1"/>
  <p:tag name="KSO_WM_DIAGRAM_MAX_ITEMCNT" val="6"/>
  <p:tag name="KSO_WM_DIAGRAM_MIN_ITEMCNT" val="2"/>
  <p:tag name="KSO_WM_DIAGRAM_VIRTUALLY_FRAME" val="{&quot;height&quot;:253.64998779296874,&quot;left&quot;:474.1499938964844,&quot;top&quot;:168.27500610351564,&quot;width&quot;:420.2250454735955}"/>
  <p:tag name="KSO_WM_DIAGRAM_COLOR_MATCH_VALUE" val="{&quot;shape&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quot;text&quot;:{&quot;fill&quot;:{},&quot;glow&quot;:{},&quot;line&quot;:{},&quot;shadow&quot;:{},&quot;threeD&quot;:{}}}"/>
  <p:tag name="KSO_WM_UNIT_USESOURCEFORMAT_APPLY" val="1"/>
  <p:tag name="KSO_WM_DIAGRAM_USE_COLOR_VALUE" val="{&quot;color_scheme&quot;:1,&quot;color_type&quot;:1,&quot;theme_color_indexes&quot;:[5,5,5,5,5,5]}"/>
</p:tagLst>
</file>

<file path=ppt/tags/tag88.xml><?xml version="1.0" encoding="utf-8"?>
<p:tagLst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n_h_a"/>
  <p:tag name="KSO_WM_UNIT_INDEX" val="1_1_1"/>
  <p:tag name="KSO_WM_UNIT_ID" val="diagram20230957_3*n_h_a*1_1_1"/>
  <p:tag name="KSO_WM_TEMPLATE_CATEGORY" val="diagram"/>
  <p:tag name="KSO_WM_TEMPLATE_INDEX" val="20230957"/>
  <p:tag name="KSO_WM_UNIT_LAYERLEVEL" val="1_1_1"/>
  <p:tag name="KSO_WM_TAG_VERSION" val="3.0"/>
  <p:tag name="KSO_WM_BEAUTIFY_FLAG" val="#wm#"/>
  <p:tag name="KSO_WM_DIAGRAM_VERSION" val="3"/>
  <p:tag name="KSO_WM_DIAGRAM_COLOR_TRICK" val="1"/>
  <p:tag name="KSO_WM_DIAGRAM_COLOR_TEXT_CAN_REMOVE" val="n"/>
  <p:tag name="KSO_WM_DIAGRAM_GROUP_CODE" val="n1-1"/>
  <p:tag name="KSO_WM_DIAGRAM_MAX_ITEMCNT" val="6"/>
  <p:tag name="KSO_WM_DIAGRAM_MIN_ITEMCNT" val="2"/>
  <p:tag name="KSO_WM_DIAGRAM_VIRTUALLY_FRAME" val="{&quot;height&quot;:253.64998779296874,&quot;left&quot;:474.1499938964844,&quot;top&quot;:168.27500610351564,&quot;width&quot;:420.225045473595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UNIT_PRESET_TEXT" val="添加标题"/>
  <p:tag name="KSO_WM_UNIT_TEXT_FILL_FORE_SCHEMECOLOR_INDEX" val="1"/>
  <p:tag name="KSO_WM_UNIT_TEXT_FILL_TYPE" val="1"/>
  <p:tag name="KSO_WM_UNIT_USESOURCEFORMAT_APPLY" val="1"/>
  <p:tag name="KSO_WM_DIAGRAM_USE_COLOR_VALUE" val="{&quot;color_scheme&quot;:1,&quot;color_type&quot;:1,&quot;theme_color_indexes&quot;:[5,5,5,5,5,5]}"/>
</p:tagLst>
</file>

<file path=ppt/tags/tag89.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n1-1"/>
  <p:tag name="KSO_WM_UNIT_ID" val="diagram20230957_3*n_h_h_x*1_2_3_1"/>
  <p:tag name="KSO_WM_TEMPLATE_CATEGORY" val="diagram"/>
  <p:tag name="KSO_WM_TEMPLATE_INDEX" val="20230957"/>
  <p:tag name="KSO_WM_UNIT_LAYERLEVEL" val="1_1_1_1"/>
  <p:tag name="KSO_WM_TAG_VERSION" val="3.0"/>
  <p:tag name="KSO_WM_BEAUTIFY_FLAG" val="#wm#"/>
  <p:tag name="KSO_WM_DIAGRAM_VERSION" val="3"/>
  <p:tag name="KSO_WM_DIAGRAM_COLOR_TRICK" val="1"/>
  <p:tag name="KSO_WM_DIAGRAM_COLOR_TEXT_CAN_REMOVE" val="n"/>
  <p:tag name="KSO_WM_UNIT_VALUE" val="68*73"/>
  <p:tag name="KSO_WM_UNIT_TYPE" val="n_h_h_x"/>
  <p:tag name="KSO_WM_UNIT_INDEX" val="1_2_3_1"/>
  <p:tag name="KSO_WM_DIAGRAM_MAX_ITEMCNT" val="6"/>
  <p:tag name="KSO_WM_DIAGRAM_MIN_ITEMCNT" val="2"/>
  <p:tag name="KSO_WM_DIAGRAM_VIRTUALLY_FRAME" val="{&quot;height&quot;:253.64998779296874,&quot;left&quot;:474.1499938964844,&quot;top&quot;:168.27500610351564,&quot;width&quot;:420.2250454735955}"/>
  <p:tag name="KSO_WM_DIAGRAM_COLOR_MATCH_VALUE" val="{&quot;shape&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quot;text&quot;:{&quot;fill&quot;:{},&quot;glow&quot;:{},&quot;line&quot;:{},&quot;shadow&quot;:{},&quot;threeD&quot;:{}}}"/>
  <p:tag name="KSO_WM_UNIT_USESOURCEFORMAT_APPLY" val="1"/>
  <p:tag name="KSO_WM_DIAGRAM_USE_COLOR_VALUE" val="{&quot;color_scheme&quot;:1,&quot;color_type&quot;:1,&quot;theme_color_indexes&quot;:[5,5,5,5,5,5]}"/>
</p:tagLst>
</file>

<file path=ppt/tags/tag90.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n1-1"/>
  <p:tag name="KSO_WM_UNIT_ID" val="diagram20230957_3*n_h_h_x*1_2_2_1"/>
  <p:tag name="KSO_WM_TEMPLATE_CATEGORY" val="diagram"/>
  <p:tag name="KSO_WM_TEMPLATE_INDEX" val="20230957"/>
  <p:tag name="KSO_WM_UNIT_LAYERLEVEL" val="1_1_1_1"/>
  <p:tag name="KSO_WM_TAG_VERSION" val="3.0"/>
  <p:tag name="KSO_WM_BEAUTIFY_FLAG" val="#wm#"/>
  <p:tag name="KSO_WM_DIAGRAM_VERSION" val="3"/>
  <p:tag name="KSO_WM_DIAGRAM_COLOR_TRICK" val="1"/>
  <p:tag name="KSO_WM_DIAGRAM_COLOR_TEXT_CAN_REMOVE" val="n"/>
  <p:tag name="KSO_WM_UNIT_VALUE" val="73*73"/>
  <p:tag name="KSO_WM_UNIT_TYPE" val="n_h_h_x"/>
  <p:tag name="KSO_WM_UNIT_INDEX" val="1_2_2_1"/>
  <p:tag name="KSO_WM_DIAGRAM_MAX_ITEMCNT" val="6"/>
  <p:tag name="KSO_WM_DIAGRAM_MIN_ITEMCNT" val="2"/>
  <p:tag name="KSO_WM_DIAGRAM_VIRTUALLY_FRAME" val="{&quot;height&quot;:253.64998779296874,&quot;left&quot;:474.1499938964844,&quot;top&quot;:168.27500610351564,&quot;width&quot;:420.2250454735955}"/>
  <p:tag name="KSO_WM_DIAGRAM_COLOR_MATCH_VALUE" val="{&quot;shape&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quot;text&quot;:{&quot;fill&quot;:{},&quot;glow&quot;:{},&quot;line&quot;:{},&quot;shadow&quot;:{},&quot;threeD&quot;:{}}}"/>
  <p:tag name="KSO_WM_UNIT_USESOURCEFORMAT_APPLY" val="1"/>
  <p:tag name="KSO_WM_DIAGRAM_USE_COLOR_VALUE" val="{&quot;color_scheme&quot;:1,&quot;color_type&quot;:1,&quot;theme_color_indexes&quot;:[5,5,5,5,5,5]}"/>
</p:tagLst>
</file>

<file path=ppt/tags/tag91.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n1-1"/>
  <p:tag name="KSO_WM_UNIT_ID" val="diagram20230957_3*n_h_h_x*1_2_4_1"/>
  <p:tag name="KSO_WM_TEMPLATE_CATEGORY" val="diagram"/>
  <p:tag name="KSO_WM_TEMPLATE_INDEX" val="20230957"/>
  <p:tag name="KSO_WM_UNIT_LAYERLEVEL" val="1_1_1_1"/>
  <p:tag name="KSO_WM_TAG_VERSION" val="3.0"/>
  <p:tag name="KSO_WM_BEAUTIFY_FLAG" val="#wm#"/>
  <p:tag name="KSO_WM_DIAGRAM_VERSION" val="3"/>
  <p:tag name="KSO_WM_DIAGRAM_COLOR_TRICK" val="1"/>
  <p:tag name="KSO_WM_DIAGRAM_COLOR_TEXT_CAN_REMOVE" val="n"/>
  <p:tag name="KSO_WM_UNIT_VALUE" val="70*73"/>
  <p:tag name="KSO_WM_UNIT_TYPE" val="n_h_h_x"/>
  <p:tag name="KSO_WM_UNIT_INDEX" val="1_2_4_1"/>
  <p:tag name="KSO_WM_DIAGRAM_MAX_ITEMCNT" val="6"/>
  <p:tag name="KSO_WM_DIAGRAM_MIN_ITEMCNT" val="2"/>
  <p:tag name="KSO_WM_DIAGRAM_VIRTUALLY_FRAME" val="{&quot;height&quot;:253.64998779296874,&quot;left&quot;:474.1499938964844,&quot;top&quot;:168.27500610351564,&quot;width&quot;:420.2250454735955}"/>
  <p:tag name="KSO_WM_DIAGRAM_COLOR_MATCH_VALUE" val="{&quot;shape&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quot;text&quot;:{&quot;fill&quot;:{},&quot;glow&quot;:{},&quot;line&quot;:{},&quot;shadow&quot;:{},&quot;threeD&quot;:{}}}"/>
  <p:tag name="KSO_WM_UNIT_USESOURCEFORMAT_APPLY" val="1"/>
  <p:tag name="KSO_WM_DIAGRAM_USE_COLOR_VALUE" val="{&quot;color_scheme&quot;:1,&quot;color_type&quot;:1,&quot;theme_color_indexes&quot;:[5,5,5,5,5,5]}"/>
</p:tagLst>
</file>

<file path=ppt/tags/tag92.xml><?xml version="1.0" encoding="utf-8"?>
<p:tagLst xmlns:p="http://schemas.openxmlformats.org/presentationml/2006/main">
  <p:tag name="KSO_WM_BEAUTIFY_FLAG" val="#wm#"/>
  <p:tag name="KSO_WM_UNIT_HIGHLIGHT" val="0"/>
  <p:tag name="KSO_WM_UNIT_COMPATIBLE" val="0"/>
  <p:tag name="KSO_WM_UNIT_DIAGRAM_ISNUMVISUAL" val="0"/>
  <p:tag name="KSO_WM_UNIT_DIAGRAM_ISREFERUNIT" val="0"/>
  <p:tag name="KSO_WM_UNIT_ID" val="diagram20230957_3*n_h_h_i*1_2_1_1"/>
  <p:tag name="KSO_WM_TEMPLATE_CATEGORY" val="diagram"/>
  <p:tag name="KSO_WM_TEMPLATE_INDEX" val="20230957"/>
  <p:tag name="KSO_WM_UNIT_LAYERLEVEL" val="1_1_1_1"/>
  <p:tag name="KSO_WM_TAG_VERSION" val="3.0"/>
  <p:tag name="KSO_WM_DIAGRAM_VERSION" val="3"/>
  <p:tag name="KSO_WM_DIAGRAM_COLOR_TRICK" val="1"/>
  <p:tag name="KSO_WM_DIAGRAM_COLOR_TEXT_CAN_REMOVE" val="n"/>
  <p:tag name="KSO_WM_DIAGRAM_GROUP_CODE" val="n1-1"/>
  <p:tag name="KSO_WM_UNIT_TYPE" val="n_h_h_i"/>
  <p:tag name="KSO_WM_UNIT_INDEX" val="1_2_1_1"/>
  <p:tag name="KSO_WM_DIAGRAM_MAX_ITEMCNT" val="6"/>
  <p:tag name="KSO_WM_DIAGRAM_MIN_ITEMCNT" val="2"/>
  <p:tag name="KSO_WM_DIAGRAM_VIRTUALLY_FRAME" val="{&quot;height&quot;:253.64998779296874,&quot;left&quot;:474.1499938964844,&quot;top&quot;:168.27500610351564,&quot;width&quot;:420.2250454735955}"/>
  <p:tag name="KSO_WM_DIAGRAM_COLOR_MATCH_VALUE" val="{&quot;shape&quot;:{&quot;fill&quot;:{&quot;type&quot;:0},&quot;glow&quot;:{&quot;colorType&quot;:0},&quot;line&quot;:{&quot;gradient&quot;:[{&quot;brightness&quot;:0,&quot;colorType&quot;:1,&quot;foreColorIndex&quot;:5,&quot;pos&quot;:0,&quot;transparency&quot;:1},{&quot;brightness&quot;:0,&quot;colorType&quot;:1,&quot;foreColorIndex&quot;:5,&quot;pos&quot;:0.6000000238418579,&quot;transparency&quot;:0}],&quot;type&quot;:2},&quot;shadow&quot;:{&quot;brightness&quot;:-0.25,&quot;colorType&quot;:1,&quot;foreColorIndex&quot;:5,&quot;transparency&quot;:0.6000000238418579},&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LINE_FORE_SCHEMECOLOR_INDEX_1_BRIGHTNESS" val="0"/>
  <p:tag name="KSO_WM_UNIT_LINE_FORE_SCHEMECOLOR_INDEX_1" val="5"/>
  <p:tag name="KSO_WM_UNIT_LINE_FORE_SCHEMECOLOR_INDEX_1_POS" val="0"/>
  <p:tag name="KSO_WM_UNIT_LINE_FORE_SCHEMECOLOR_INDEX_1_TRANS" val="1"/>
  <p:tag name="KSO_WM_UNIT_LINE_FORE_SCHEMECOLOR_INDEX_2_BRIGHTNESS" val="0"/>
  <p:tag name="KSO_WM_UNIT_LINE_FORE_SCHEMECOLOR_INDEX_2" val="5"/>
  <p:tag name="KSO_WM_UNIT_LINE_FORE_SCHEMECOLOR_INDEX_2_POS" val="0.6"/>
  <p:tag name="KSO_WM_UNIT_LINE_FORE_SCHEMECOLOR_INDEX_2_TRANS" val="0"/>
  <p:tag name="KSO_WM_UNIT_LINE_GRADIENT_TYPE" val="0"/>
  <p:tag name="KSO_WM_UNIT_LINE_GRADIENT_ANGLE" val="90"/>
  <p:tag name="KSO_WM_UNIT_LINE_GRADIENT_Direction" val="1"/>
  <p:tag name="KSO_WM_UNIT_LINE_FILL_TYPE" val="5"/>
  <p:tag name="KSO_WM_UNIT_SHADOW_SCHEMECOLOR_INDEX_BRIGHTNESS" val="-0.25"/>
  <p:tag name="KSO_WM_UNIT_SHADOW_SCHEMECOLOR_INDEX" val="5"/>
  <p:tag name="KSO_WM_UNIT_TEXT_FILL_FORE_SCHEMECOLOR_INDEX_BRIGHTNESS" val="0"/>
  <p:tag name="KSO_WM_UNIT_TEXT_FILL_FORE_SCHEMECOLOR_INDEX" val="13"/>
  <p:tag name="KSO_WM_UNIT_TEXT_FILL_TYPE" val="1"/>
  <p:tag name="KSO_WM_UNIT_USESOURCEFORMAT_APPLY" val="1"/>
  <p:tag name="KSO_WM_DIAGRAM_USE_COLOR_VALUE" val="{&quot;color_scheme&quot;:1,&quot;color_type&quot;:1,&quot;theme_color_indexes&quot;:[5,5,5,5,5,5]}"/>
</p:tagLst>
</file>

<file path=ppt/tags/tag93.xml><?xml version="1.0" encoding="utf-8"?>
<p:tagLst xmlns:p="http://schemas.openxmlformats.org/presentationml/2006/main">
  <p:tag name="KSO_WM_BEAUTIFY_FLAG" val="#wm#"/>
  <p:tag name="KSO_WM_UNIT_HIGHLIGHT" val="0"/>
  <p:tag name="KSO_WM_UNIT_COMPATIBLE" val="0"/>
  <p:tag name="KSO_WM_UNIT_DIAGRAM_ISNUMVISUAL" val="0"/>
  <p:tag name="KSO_WM_UNIT_DIAGRAM_ISREFERUNIT" val="0"/>
  <p:tag name="KSO_WM_UNIT_ID" val="diagram20230957_3*n_h_h_i*1_2_2_1"/>
  <p:tag name="KSO_WM_TEMPLATE_CATEGORY" val="diagram"/>
  <p:tag name="KSO_WM_TEMPLATE_INDEX" val="20230957"/>
  <p:tag name="KSO_WM_UNIT_LAYERLEVEL" val="1_1_1_1"/>
  <p:tag name="KSO_WM_TAG_VERSION" val="3.0"/>
  <p:tag name="KSO_WM_DIAGRAM_VERSION" val="3"/>
  <p:tag name="KSO_WM_DIAGRAM_COLOR_TRICK" val="1"/>
  <p:tag name="KSO_WM_DIAGRAM_COLOR_TEXT_CAN_REMOVE" val="n"/>
  <p:tag name="KSO_WM_DIAGRAM_GROUP_CODE" val="n1-1"/>
  <p:tag name="KSO_WM_UNIT_TYPE" val="n_h_h_i"/>
  <p:tag name="KSO_WM_UNIT_INDEX" val="1_2_2_1"/>
  <p:tag name="KSO_WM_DIAGRAM_MAX_ITEMCNT" val="6"/>
  <p:tag name="KSO_WM_DIAGRAM_MIN_ITEMCNT" val="2"/>
  <p:tag name="KSO_WM_DIAGRAM_VIRTUALLY_FRAME" val="{&quot;height&quot;:253.64998779296874,&quot;left&quot;:474.1499938964844,&quot;top&quot;:168.27500610351564,&quot;width&quot;:420.2250454735955}"/>
  <p:tag name="KSO_WM_DIAGRAM_COLOR_MATCH_VALUE" val="{&quot;shape&quot;:{&quot;fill&quot;:{&quot;type&quot;:0},&quot;glow&quot;:{&quot;colorType&quot;:0},&quot;line&quot;:{&quot;gradient&quot;:[{&quot;brightness&quot;:0,&quot;colorType&quot;:1,&quot;foreColorIndex&quot;:5,&quot;pos&quot;:0,&quot;transparency&quot;:1},{&quot;brightness&quot;:0,&quot;colorType&quot;:1,&quot;foreColorIndex&quot;:5,&quot;pos&quot;:0.6000000238418579,&quot;transparency&quot;:0}],&quot;type&quot;:2},&quot;shadow&quot;:{&quot;brightness&quot;:-0.25,&quot;colorType&quot;:1,&quot;foreColorIndex&quot;:5,&quot;transparency&quot;:0.6000000238418579},&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LINE_FORE_SCHEMECOLOR_INDEX_1_BRIGHTNESS" val="0"/>
  <p:tag name="KSO_WM_UNIT_LINE_FORE_SCHEMECOLOR_INDEX_1" val="5"/>
  <p:tag name="KSO_WM_UNIT_LINE_FORE_SCHEMECOLOR_INDEX_1_POS" val="0"/>
  <p:tag name="KSO_WM_UNIT_LINE_FORE_SCHEMECOLOR_INDEX_1_TRANS" val="1"/>
  <p:tag name="KSO_WM_UNIT_LINE_FORE_SCHEMECOLOR_INDEX_2_BRIGHTNESS" val="0"/>
  <p:tag name="KSO_WM_UNIT_LINE_FORE_SCHEMECOLOR_INDEX_2" val="5"/>
  <p:tag name="KSO_WM_UNIT_LINE_FORE_SCHEMECOLOR_INDEX_2_POS" val="0.6"/>
  <p:tag name="KSO_WM_UNIT_LINE_FORE_SCHEMECOLOR_INDEX_2_TRANS" val="0"/>
  <p:tag name="KSO_WM_UNIT_LINE_GRADIENT_TYPE" val="0"/>
  <p:tag name="KSO_WM_UNIT_LINE_GRADIENT_ANGLE" val="90"/>
  <p:tag name="KSO_WM_UNIT_LINE_GRADIENT_Direction" val="1"/>
  <p:tag name="KSO_WM_UNIT_LINE_FILL_TYPE" val="5"/>
  <p:tag name="KSO_WM_UNIT_SHADOW_SCHEMECOLOR_INDEX_BRIGHTNESS" val="-0.25"/>
  <p:tag name="KSO_WM_UNIT_SHADOW_SCHEMECOLOR_INDEX" val="5"/>
  <p:tag name="KSO_WM_UNIT_TEXT_FILL_FORE_SCHEMECOLOR_INDEX_BRIGHTNESS" val="0"/>
  <p:tag name="KSO_WM_UNIT_TEXT_FILL_FORE_SCHEMECOLOR_INDEX" val="13"/>
  <p:tag name="KSO_WM_UNIT_TEXT_FILL_TYPE" val="1"/>
  <p:tag name="KSO_WM_UNIT_USESOURCEFORMAT_APPLY" val="1"/>
  <p:tag name="KSO_WM_DIAGRAM_USE_COLOR_VALUE" val="{&quot;color_scheme&quot;:1,&quot;color_type&quot;:1,&quot;theme_color_indexes&quot;:[5,5,5,5,5,5]}"/>
</p:tagLst>
</file>

<file path=ppt/tags/tag94.xml><?xml version="1.0" encoding="utf-8"?>
<p:tagLst xmlns:p="http://schemas.openxmlformats.org/presentationml/2006/main">
  <p:tag name="KSO_WM_BEAUTIFY_FLAG" val="#wm#"/>
  <p:tag name="KSO_WM_UNIT_HIGHLIGHT" val="0"/>
  <p:tag name="KSO_WM_UNIT_COMPATIBLE" val="0"/>
  <p:tag name="KSO_WM_UNIT_DIAGRAM_ISNUMVISUAL" val="0"/>
  <p:tag name="KSO_WM_UNIT_DIAGRAM_ISREFERUNIT" val="0"/>
  <p:tag name="KSO_WM_UNIT_ID" val="diagram20230957_3*n_h_h_i*1_2_3_1"/>
  <p:tag name="KSO_WM_TEMPLATE_CATEGORY" val="diagram"/>
  <p:tag name="KSO_WM_TEMPLATE_INDEX" val="20230957"/>
  <p:tag name="KSO_WM_UNIT_LAYERLEVEL" val="1_1_1_1"/>
  <p:tag name="KSO_WM_TAG_VERSION" val="3.0"/>
  <p:tag name="KSO_WM_DIAGRAM_VERSION" val="3"/>
  <p:tag name="KSO_WM_DIAGRAM_COLOR_TRICK" val="1"/>
  <p:tag name="KSO_WM_DIAGRAM_COLOR_TEXT_CAN_REMOVE" val="n"/>
  <p:tag name="KSO_WM_DIAGRAM_GROUP_CODE" val="n1-1"/>
  <p:tag name="KSO_WM_UNIT_TYPE" val="n_h_h_i"/>
  <p:tag name="KSO_WM_UNIT_INDEX" val="1_2_3_1"/>
  <p:tag name="KSO_WM_DIAGRAM_MAX_ITEMCNT" val="6"/>
  <p:tag name="KSO_WM_DIAGRAM_MIN_ITEMCNT" val="2"/>
  <p:tag name="KSO_WM_DIAGRAM_VIRTUALLY_FRAME" val="{&quot;height&quot;:253.64998779296874,&quot;left&quot;:474.1499938964844,&quot;top&quot;:168.27500610351564,&quot;width&quot;:420.2250454735955}"/>
  <p:tag name="KSO_WM_DIAGRAM_COLOR_MATCH_VALUE" val="{&quot;shape&quot;:{&quot;fill&quot;:{&quot;type&quot;:0},&quot;glow&quot;:{&quot;colorType&quot;:0},&quot;line&quot;:{&quot;gradient&quot;:[{&quot;brightness&quot;:0,&quot;colorType&quot;:1,&quot;foreColorIndex&quot;:5,&quot;pos&quot;:0,&quot;transparency&quot;:1},{&quot;brightness&quot;:0,&quot;colorType&quot;:1,&quot;foreColorIndex&quot;:5,&quot;pos&quot;:0.6000000238418579,&quot;transparency&quot;:0}],&quot;type&quot;:2},&quot;shadow&quot;:{&quot;brightness&quot;:-0.25,&quot;colorType&quot;:1,&quot;foreColorIndex&quot;:5,&quot;transparency&quot;:0.6000000238418579},&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LINE_FORE_SCHEMECOLOR_INDEX_1_BRIGHTNESS" val="0"/>
  <p:tag name="KSO_WM_UNIT_LINE_FORE_SCHEMECOLOR_INDEX_1" val="5"/>
  <p:tag name="KSO_WM_UNIT_LINE_FORE_SCHEMECOLOR_INDEX_1_POS" val="0"/>
  <p:tag name="KSO_WM_UNIT_LINE_FORE_SCHEMECOLOR_INDEX_1_TRANS" val="1"/>
  <p:tag name="KSO_WM_UNIT_LINE_FORE_SCHEMECOLOR_INDEX_2_BRIGHTNESS" val="0"/>
  <p:tag name="KSO_WM_UNIT_LINE_FORE_SCHEMECOLOR_INDEX_2" val="5"/>
  <p:tag name="KSO_WM_UNIT_LINE_FORE_SCHEMECOLOR_INDEX_2_POS" val="0.6"/>
  <p:tag name="KSO_WM_UNIT_LINE_FORE_SCHEMECOLOR_INDEX_2_TRANS" val="0"/>
  <p:tag name="KSO_WM_UNIT_LINE_GRADIENT_TYPE" val="0"/>
  <p:tag name="KSO_WM_UNIT_LINE_GRADIENT_ANGLE" val="90"/>
  <p:tag name="KSO_WM_UNIT_LINE_GRADIENT_Direction" val="1"/>
  <p:tag name="KSO_WM_UNIT_LINE_FILL_TYPE" val="5"/>
  <p:tag name="KSO_WM_UNIT_SHADOW_SCHEMECOLOR_INDEX_BRIGHTNESS" val="-0.25"/>
  <p:tag name="KSO_WM_UNIT_SHADOW_SCHEMECOLOR_INDEX" val="5"/>
  <p:tag name="KSO_WM_UNIT_TEXT_FILL_FORE_SCHEMECOLOR_INDEX_BRIGHTNESS" val="0"/>
  <p:tag name="KSO_WM_UNIT_TEXT_FILL_FORE_SCHEMECOLOR_INDEX" val="13"/>
  <p:tag name="KSO_WM_UNIT_TEXT_FILL_TYPE" val="1"/>
  <p:tag name="KSO_WM_UNIT_USESOURCEFORMAT_APPLY" val="1"/>
  <p:tag name="KSO_WM_DIAGRAM_USE_COLOR_VALUE" val="{&quot;color_scheme&quot;:1,&quot;color_type&quot;:1,&quot;theme_color_indexes&quot;:[5,5,5,5,5,5]}"/>
</p:tagLst>
</file>

<file path=ppt/tags/tag95.xml><?xml version="1.0" encoding="utf-8"?>
<p:tagLst xmlns:p="http://schemas.openxmlformats.org/presentationml/2006/main">
  <p:tag name="KSO_WM_BEAUTIFY_FLAG" val="#wm#"/>
  <p:tag name="KSO_WM_TEMPLATE_CATEGORY" val="custom"/>
  <p:tag name="KSO_WM_TEMPLATE_INDEX" val="20205176"/>
  <p:tag name="KSO_WM_SPECIAL_SOURCE" val="bdnull"/>
  <p:tag name="KSO_WM_SLIDE_ITEM_CNT" val="4"/>
</p:tagLst>
</file>

<file path=ppt/tags/tag9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97.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q1-1"/>
  <p:tag name="KSO_WM_UNIT_TYPE" val="q_h_i"/>
  <p:tag name="KSO_WM_UNIT_INDEX" val="1_1_1"/>
  <p:tag name="KSO_WM_UNIT_ID" val="diagram40492952_1*q_h_i*1_1_1"/>
  <p:tag name="KSO_WM_TEMPLATE_CATEGORY" val="diagram"/>
  <p:tag name="KSO_WM_TEMPLATE_INDEX" val="40492952"/>
  <p:tag name="KSO_WM_UNIT_LAYERLEVEL" val="1_1_1"/>
  <p:tag name="KSO_WM_TAG_VERSION" val="3.0"/>
  <p:tag name="KSO_WM_BEAUTIFY_FLAG" val="#wm#"/>
  <p:tag name="KSO_WM_DIAGRAM_VERSION" val="3"/>
  <p:tag name="KSO_WM_DIAGRAM_COLOR_TRICK" val="1"/>
  <p:tag name="KSO_WM_DIAGRAM_COLOR_TEXT_CAN_REMOVE" val="n"/>
  <p:tag name="KSO_WM_UNIT_FILL_TYPE" val="3"/>
  <p:tag name="KSO_WM_DIAGRAM_VIRTUALLY_FRAME" val="{&quot;height&quot;:286.0250454735944,&quot;left&quot;:107.4,&quot;top&quot;:145.84999389648436,&quot;width&quot;:736.5}"/>
  <p:tag name="KSO_WM_DIAGRAM_MAX_ITEMCNT" val="3"/>
  <p:tag name="KSO_WM_DIAGRAM_MIN_ITEMCNT" val="3"/>
  <p:tag name="KSO_WM_DIAGRAM_COLOR_MATCH_VALUE" val="{&quot;shape&quot;:{&quot;fill&quot;:{&quot;gradient&quot;:[{&quot;brightness&quot;:0.4000000059604645,&quot;colorType&quot;:1,&quot;foreColorIndex&quot;:5,&quot;pos&quot;:0,&quot;transparency&quot;:0},{&quot;brightness&quot;:0,&quot;colorType&quot;:1,&quot;foreColorIndex&quot;:5,&quot;pos&quot;:0.9200000166893005,&quot;transparency&quot;:0}],&quot;type&quot;:3},&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DIAGRAM_USE_COLOR_VALUE" val="{&quot;color_scheme&quot;:1,&quot;color_type&quot;:1,&quot;theme_color_indexes&quot;:[5,6,5,6,5,6]}"/>
</p:tagLst>
</file>

<file path=ppt/tags/tag98.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q1-1"/>
  <p:tag name="KSO_WM_UNIT_TYPE" val="q_h_i"/>
  <p:tag name="KSO_WM_UNIT_INDEX" val="1_3_1"/>
  <p:tag name="KSO_WM_UNIT_ID" val="diagram40492952_1*q_h_i*1_3_1"/>
  <p:tag name="KSO_WM_TEMPLATE_CATEGORY" val="diagram"/>
  <p:tag name="KSO_WM_TEMPLATE_INDEX" val="40492952"/>
  <p:tag name="KSO_WM_UNIT_LAYERLEVEL" val="1_1_1"/>
  <p:tag name="KSO_WM_TAG_VERSION" val="3.0"/>
  <p:tag name="KSO_WM_BEAUTIFY_FLAG" val="#wm#"/>
  <p:tag name="KSO_WM_DIAGRAM_VERSION" val="3"/>
  <p:tag name="KSO_WM_DIAGRAM_COLOR_TRICK" val="1"/>
  <p:tag name="KSO_WM_DIAGRAM_COLOR_TEXT_CAN_REMOVE" val="n"/>
  <p:tag name="KSO_WM_UNIT_FILL_TYPE" val="3"/>
  <p:tag name="KSO_WM_DIAGRAM_VIRTUALLY_FRAME" val="{&quot;height&quot;:286.0250454735944,&quot;left&quot;:107.4,&quot;top&quot;:145.84999389648436,&quot;width&quot;:736.5}"/>
  <p:tag name="KSO_WM_DIAGRAM_MAX_ITEMCNT" val="3"/>
  <p:tag name="KSO_WM_DIAGRAM_MIN_ITEMCNT" val="3"/>
  <p:tag name="KSO_WM_DIAGRAM_COLOR_MATCH_VALUE" val="{&quot;shape&quot;:{&quot;fill&quot;:{&quot;gradient&quot;:[{&quot;brightness&quot;:0.4000000059604645,&quot;colorType&quot;:1,&quot;foreColorIndex&quot;:5,&quot;pos&quot;:0,&quot;transparency&quot;:0},{&quot;brightness&quot;:0,&quot;colorType&quot;:1,&quot;foreColorIndex&quot;:5,&quot;pos&quot;:0.9200000166893005,&quot;transparency&quot;:0}],&quot;type&quot;:3},&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DIAGRAM_USE_COLOR_VALUE" val="{&quot;color_scheme&quot;:1,&quot;color_type&quot;:1,&quot;theme_color_indexes&quot;:[5,6,5,6,5,6]}"/>
</p:tagLst>
</file>

<file path=ppt/tags/tag99.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q1-1"/>
  <p:tag name="KSO_WM_UNIT_TYPE" val="q_h_i"/>
  <p:tag name="KSO_WM_UNIT_INDEX" val="1_2_1"/>
  <p:tag name="KSO_WM_UNIT_ID" val="diagram40492952_1*q_h_i*1_2_1"/>
  <p:tag name="KSO_WM_TEMPLATE_CATEGORY" val="diagram"/>
  <p:tag name="KSO_WM_TEMPLATE_INDEX" val="40492952"/>
  <p:tag name="KSO_WM_UNIT_LAYERLEVEL" val="1_1_1"/>
  <p:tag name="KSO_WM_TAG_VERSION" val="3.0"/>
  <p:tag name="KSO_WM_BEAUTIFY_FLAG" val="#wm#"/>
  <p:tag name="KSO_WM_DIAGRAM_VERSION" val="3"/>
  <p:tag name="KSO_WM_DIAGRAM_COLOR_TRICK" val="1"/>
  <p:tag name="KSO_WM_DIAGRAM_COLOR_TEXT_CAN_REMOVE" val="n"/>
  <p:tag name="KSO_WM_UNIT_FILL_TYPE" val="3"/>
  <p:tag name="KSO_WM_DIAGRAM_VIRTUALLY_FRAME" val="{&quot;height&quot;:286.0250454735944,&quot;left&quot;:107.4,&quot;top&quot;:145.84999389648436,&quot;width&quot;:736.5}"/>
  <p:tag name="KSO_WM_DIAGRAM_MAX_ITEMCNT" val="3"/>
  <p:tag name="KSO_WM_DIAGRAM_MIN_ITEMCNT" val="3"/>
  <p:tag name="KSO_WM_DIAGRAM_COLOR_MATCH_VALUE" val="{&quot;shape&quot;:{&quot;fill&quot;:{&quot;gradient&quot;:[{&quot;brightness&quot;:0.4000000059604645,&quot;colorType&quot;:1,&quot;foreColorIndex&quot;:5,&quot;pos&quot;:0,&quot;transparency&quot;:0},{&quot;brightness&quot;:0,&quot;colorType&quot;:1,&quot;foreColorIndex&quot;:5,&quot;pos&quot;:0.9200000166893005,&quot;transparency&quot;:0}],&quot;type&quot;:3},&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DIAGRAM_USE_COLOR_VALUE" val="{&quot;color_scheme&quot;:1,&quot;color_type&quot;:1,&quot;theme_color_indexes&quot;:[5,6,5,6,5,6]}"/>
</p:tagLst>
</file>

<file path=ppt/tags/tag100.xml><?xml version="1.0" encoding="utf-8"?>
<p:tagLst xmlns:p="http://schemas.openxmlformats.org/presentationml/2006/main">
  <p:tag name="KSO_WM_UNIT_ISCONTENTSTITLE" val="0"/>
  <p:tag name="KSO_WM_UNIT_ISNUMDGMTITLE" val="0"/>
  <p:tag name="KSO_WM_UNIT_NOCLEAR" val="0"/>
  <p:tag name="KSO_WM_UNIT_HIGHLIGHT" val="0"/>
  <p:tag name="KSO_WM_UNIT_COMPATIBLE" val="0"/>
  <p:tag name="KSO_WM_UNIT_DIAGRAM_ISNUMVISUAL" val="0"/>
  <p:tag name="KSO_WM_UNIT_DIAGRAM_ISREFERUNIT" val="0"/>
  <p:tag name="KSO_WM_DIAGRAM_GROUP_CODE" val="q1-1"/>
  <p:tag name="KSO_WM_UNIT_TYPE" val="q_h_a"/>
  <p:tag name="KSO_WM_UNIT_INDEX" val="1_1_1"/>
  <p:tag name="KSO_WM_UNIT_ID" val="diagram40492952_1*q_h_a*1_1_1"/>
  <p:tag name="KSO_WM_TEMPLATE_CATEGORY" val="diagram"/>
  <p:tag name="KSO_WM_TEMPLATE_INDEX" val="40492952"/>
  <p:tag name="KSO_WM_UNIT_LAYERLEVEL" val="1_1_1"/>
  <p:tag name="KSO_WM_TAG_VERSION" val="3.0"/>
  <p:tag name="KSO_WM_BEAUTIFY_FLAG" val="#wm#"/>
  <p:tag name="KSO_WM_DIAGRAM_VERSION" val="3"/>
  <p:tag name="KSO_WM_DIAGRAM_COLOR_TRICK" val="1"/>
  <p:tag name="KSO_WM_DIAGRAM_COLOR_TEXT_CAN_REMOVE" val="n"/>
  <p:tag name="KSO_WM_UNIT_VALUE" val="12"/>
  <p:tag name="KSO_WM_UNIT_TEXT_FILL_FORE_SCHEMECOLOR_INDEX" val="1"/>
  <p:tag name="KSO_WM_UNIT_TEXT_FILL_TYPE" val="1"/>
  <p:tag name="KSO_WM_UNIT_TEXT_TYPE" val="1"/>
  <p:tag name="KSO_WM_DIAGRAM_VIRTUALLY_FRAME" val="{&quot;height&quot;:286.0250454735944,&quot;left&quot;:107.4,&quot;top&quot;:145.84999389648436,&quot;width&quot;:736.5}"/>
  <p:tag name="KSO_WM_DIAGRAM_MAX_ITEMCNT" val="3"/>
  <p:tag name="KSO_WM_DIAGRAM_MIN_ITEMCNT" val="3"/>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UNIT_PRESET_TEXT" val="单击添加项目标题"/>
  <p:tag name="KSO_WM_DIAGRAM_USE_COLOR_VALUE" val="{&quot;color_scheme&quot;:1,&quot;color_type&quot;:1,&quot;theme_color_indexes&quot;:[5,6,5,6,5,6]}"/>
</p:tagLst>
</file>

<file path=ppt/tags/tag101.xml><?xml version="1.0" encoding="utf-8"?>
<p:tagLst xmlns:p="http://schemas.openxmlformats.org/presentationml/2006/main">
  <p:tag name="KSO_WM_UNIT_SUBTYPE" val="a"/>
  <p:tag name="KSO_WM_UNIT_TEXT_LAYER_COUNT" val="1"/>
  <p:tag name="KSO_WM_UNIT_NOCLEAR" val="0"/>
  <p:tag name="KSO_WM_UNIT_HIGHLIGHT" val="0"/>
  <p:tag name="KSO_WM_UNIT_COMPATIBLE" val="0"/>
  <p:tag name="KSO_WM_UNIT_DIAGRAM_ISNUMVISUAL" val="0"/>
  <p:tag name="KSO_WM_UNIT_DIAGRAM_ISREFERUNIT" val="0"/>
  <p:tag name="KSO_WM_DIAGRAM_GROUP_CODE" val="q1-1"/>
  <p:tag name="KSO_WM_UNIT_TYPE" val="q_h_f"/>
  <p:tag name="KSO_WM_UNIT_INDEX" val="1_1_1"/>
  <p:tag name="KSO_WM_UNIT_ID" val="diagram40492952_1*q_h_f*1_1_1"/>
  <p:tag name="KSO_WM_TEMPLATE_CATEGORY" val="diagram"/>
  <p:tag name="KSO_WM_TEMPLATE_INDEX" val="40492952"/>
  <p:tag name="KSO_WM_UNIT_LAYERLEVEL" val="1_1_1"/>
  <p:tag name="KSO_WM_TAG_VERSION" val="3.0"/>
  <p:tag name="KSO_WM_BEAUTIFY_FLAG" val="#wm#"/>
  <p:tag name="KSO_WM_DIAGRAM_VERSION" val="3"/>
  <p:tag name="KSO_WM_DIAGRAM_COLOR_TRICK" val="1"/>
  <p:tag name="KSO_WM_DIAGRAM_COLOR_TEXT_CAN_REMOVE" val="n"/>
  <p:tag name="KSO_WM_UNIT_VALUE" val="42"/>
  <p:tag name="KSO_WM_UNIT_TEXT_FILL_FORE_SCHEMECOLOR_INDEX" val="1"/>
  <p:tag name="KSO_WM_UNIT_TEXT_FILL_TYPE" val="1"/>
  <p:tag name="KSO_WM_UNIT_TEXT_TYPE" val="1"/>
  <p:tag name="KSO_WM_DIAGRAM_VIRTUALLY_FRAME" val="{&quot;height&quot;:286.0250454735944,&quot;left&quot;:107.4,&quot;top&quot;:145.84999389648436,&quot;width&quot;:736.5}"/>
  <p:tag name="KSO_WM_DIAGRAM_MAX_ITEMCNT" val="3"/>
  <p:tag name="KSO_WM_DIAGRAM_MIN_ITEMCNT" val="3"/>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PRESET_TEXT" val="单击此处添加文本，简明扼要地阐述您的观点。根据需要可酌情增减文字"/>
  <p:tag name="KSO_WM_DIAGRAM_USE_COLOR_VALUE" val="{&quot;color_scheme&quot;:1,&quot;color_type&quot;:1,&quot;theme_color_indexes&quot;:[5,6,5,6,5,6]}"/>
</p:tagLst>
</file>

<file path=ppt/tags/tag102.xml><?xml version="1.0" encoding="utf-8"?>
<p:tagLst xmlns:p="http://schemas.openxmlformats.org/presentationml/2006/main">
  <p:tag name="KSO_WM_UNIT_ISCONTENTSTITLE" val="0"/>
  <p:tag name="KSO_WM_UNIT_ISNUMDGMTITLE" val="0"/>
  <p:tag name="KSO_WM_UNIT_NOCLEAR" val="0"/>
  <p:tag name="KSO_WM_UNIT_HIGHLIGHT" val="0"/>
  <p:tag name="KSO_WM_UNIT_COMPATIBLE" val="0"/>
  <p:tag name="KSO_WM_UNIT_DIAGRAM_ISNUMVISUAL" val="0"/>
  <p:tag name="KSO_WM_UNIT_DIAGRAM_ISREFERUNIT" val="0"/>
  <p:tag name="KSO_WM_DIAGRAM_GROUP_CODE" val="q1-1"/>
  <p:tag name="KSO_WM_UNIT_TYPE" val="q_h_a"/>
  <p:tag name="KSO_WM_UNIT_INDEX" val="1_3_1"/>
  <p:tag name="KSO_WM_UNIT_ID" val="diagram40492952_1*q_h_a*1_3_1"/>
  <p:tag name="KSO_WM_TEMPLATE_CATEGORY" val="diagram"/>
  <p:tag name="KSO_WM_TEMPLATE_INDEX" val="40492952"/>
  <p:tag name="KSO_WM_UNIT_LAYERLEVEL" val="1_1_1"/>
  <p:tag name="KSO_WM_TAG_VERSION" val="3.0"/>
  <p:tag name="KSO_WM_BEAUTIFY_FLAG" val="#wm#"/>
  <p:tag name="KSO_WM_DIAGRAM_VERSION" val="3"/>
  <p:tag name="KSO_WM_DIAGRAM_COLOR_TRICK" val="1"/>
  <p:tag name="KSO_WM_DIAGRAM_COLOR_TEXT_CAN_REMOVE" val="n"/>
  <p:tag name="KSO_WM_UNIT_VALUE" val="12"/>
  <p:tag name="KSO_WM_UNIT_TEXT_FILL_FORE_SCHEMECOLOR_INDEX" val="1"/>
  <p:tag name="KSO_WM_UNIT_TEXT_FILL_TYPE" val="1"/>
  <p:tag name="KSO_WM_UNIT_TEXT_TYPE" val="1"/>
  <p:tag name="KSO_WM_DIAGRAM_VIRTUALLY_FRAME" val="{&quot;height&quot;:286.0250454735944,&quot;left&quot;:107.4,&quot;top&quot;:145.84999389648436,&quot;width&quot;:736.5}"/>
  <p:tag name="KSO_WM_DIAGRAM_MAX_ITEMCNT" val="3"/>
  <p:tag name="KSO_WM_DIAGRAM_MIN_ITEMCNT" val="3"/>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UNIT_PRESET_TEXT" val="单击添加项目标题"/>
  <p:tag name="KSO_WM_DIAGRAM_USE_COLOR_VALUE" val="{&quot;color_scheme&quot;:1,&quot;color_type&quot;:1,&quot;theme_color_indexes&quot;:[5,6,5,6,5,6]}"/>
</p:tagLst>
</file>

<file path=ppt/tags/tag103.xml><?xml version="1.0" encoding="utf-8"?>
<p:tagLst xmlns:p="http://schemas.openxmlformats.org/presentationml/2006/main">
  <p:tag name="KSO_WM_UNIT_SUBTYPE" val="a"/>
  <p:tag name="KSO_WM_UNIT_TEXT_LAYER_COUNT" val="1"/>
  <p:tag name="KSO_WM_UNIT_NOCLEAR" val="0"/>
  <p:tag name="KSO_WM_UNIT_HIGHLIGHT" val="0"/>
  <p:tag name="KSO_WM_UNIT_COMPATIBLE" val="0"/>
  <p:tag name="KSO_WM_UNIT_DIAGRAM_ISNUMVISUAL" val="0"/>
  <p:tag name="KSO_WM_UNIT_DIAGRAM_ISREFERUNIT" val="0"/>
  <p:tag name="KSO_WM_DIAGRAM_GROUP_CODE" val="q1-1"/>
  <p:tag name="KSO_WM_UNIT_TYPE" val="q_h_f"/>
  <p:tag name="KSO_WM_UNIT_INDEX" val="1_3_1"/>
  <p:tag name="KSO_WM_UNIT_ID" val="diagram40492952_1*q_h_f*1_3_1"/>
  <p:tag name="KSO_WM_TEMPLATE_CATEGORY" val="diagram"/>
  <p:tag name="KSO_WM_TEMPLATE_INDEX" val="40492952"/>
  <p:tag name="KSO_WM_UNIT_LAYERLEVEL" val="1_1_1"/>
  <p:tag name="KSO_WM_TAG_VERSION" val="3.0"/>
  <p:tag name="KSO_WM_BEAUTIFY_FLAG" val="#wm#"/>
  <p:tag name="KSO_WM_DIAGRAM_VERSION" val="3"/>
  <p:tag name="KSO_WM_DIAGRAM_COLOR_TRICK" val="1"/>
  <p:tag name="KSO_WM_DIAGRAM_COLOR_TEXT_CAN_REMOVE" val="n"/>
  <p:tag name="KSO_WM_UNIT_VALUE" val="42"/>
  <p:tag name="KSO_WM_UNIT_TEXT_FILL_FORE_SCHEMECOLOR_INDEX" val="1"/>
  <p:tag name="KSO_WM_UNIT_TEXT_FILL_TYPE" val="1"/>
  <p:tag name="KSO_WM_UNIT_TEXT_TYPE" val="1"/>
  <p:tag name="KSO_WM_DIAGRAM_VIRTUALLY_FRAME" val="{&quot;height&quot;:286.0250454735944,&quot;left&quot;:107.4,&quot;top&quot;:145.84999389648436,&quot;width&quot;:736.5}"/>
  <p:tag name="KSO_WM_DIAGRAM_MAX_ITEMCNT" val="3"/>
  <p:tag name="KSO_WM_DIAGRAM_MIN_ITEMCNT" val="3"/>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PRESET_TEXT" val="单击此处添加文本具体内容，简明扼要地阐述您的观点。根据需要可酌情增减文字"/>
  <p:tag name="KSO_WM_DIAGRAM_USE_COLOR_VALUE" val="{&quot;color_scheme&quot;:1,&quot;color_type&quot;:1,&quot;theme_color_indexes&quot;:[5,6,5,6,5,6]}"/>
</p:tagLst>
</file>

<file path=ppt/tags/tag104.xml><?xml version="1.0" encoding="utf-8"?>
<p:tagLst xmlns:p="http://schemas.openxmlformats.org/presentationml/2006/main">
  <p:tag name="KSO_WM_UNIT_ISCONTENTSTITLE" val="0"/>
  <p:tag name="KSO_WM_UNIT_ISNUMDGMTITLE" val="0"/>
  <p:tag name="KSO_WM_UNIT_NOCLEAR" val="0"/>
  <p:tag name="KSO_WM_UNIT_HIGHLIGHT" val="0"/>
  <p:tag name="KSO_WM_UNIT_COMPATIBLE" val="0"/>
  <p:tag name="KSO_WM_UNIT_DIAGRAM_ISNUMVISUAL" val="0"/>
  <p:tag name="KSO_WM_UNIT_DIAGRAM_ISREFERUNIT" val="0"/>
  <p:tag name="KSO_WM_DIAGRAM_GROUP_CODE" val="q1-1"/>
  <p:tag name="KSO_WM_UNIT_TYPE" val="q_h_a"/>
  <p:tag name="KSO_WM_UNIT_INDEX" val="1_2_1"/>
  <p:tag name="KSO_WM_UNIT_ID" val="diagram40492952_1*q_h_a*1_2_1"/>
  <p:tag name="KSO_WM_TEMPLATE_CATEGORY" val="diagram"/>
  <p:tag name="KSO_WM_TEMPLATE_INDEX" val="40492952"/>
  <p:tag name="KSO_WM_UNIT_LAYERLEVEL" val="1_1_1"/>
  <p:tag name="KSO_WM_TAG_VERSION" val="3.0"/>
  <p:tag name="KSO_WM_BEAUTIFY_FLAG" val="#wm#"/>
  <p:tag name="KSO_WM_DIAGRAM_VERSION" val="3"/>
  <p:tag name="KSO_WM_DIAGRAM_COLOR_TRICK" val="1"/>
  <p:tag name="KSO_WM_DIAGRAM_COLOR_TEXT_CAN_REMOVE" val="n"/>
  <p:tag name="KSO_WM_UNIT_VALUE" val="12"/>
  <p:tag name="KSO_WM_UNIT_TEXT_FILL_FORE_SCHEMECOLOR_INDEX" val="1"/>
  <p:tag name="KSO_WM_UNIT_TEXT_FILL_TYPE" val="1"/>
  <p:tag name="KSO_WM_UNIT_TEXT_TYPE" val="1"/>
  <p:tag name="KSO_WM_DIAGRAM_VIRTUALLY_FRAME" val="{&quot;height&quot;:286.0250454735944,&quot;left&quot;:107.4,&quot;top&quot;:145.84999389648436,&quot;width&quot;:736.5}"/>
  <p:tag name="KSO_WM_DIAGRAM_MAX_ITEMCNT" val="3"/>
  <p:tag name="KSO_WM_DIAGRAM_MIN_ITEMCNT" val="3"/>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UNIT_PRESET_TEXT" val="单击添加项目标题"/>
  <p:tag name="KSO_WM_DIAGRAM_USE_COLOR_VALUE" val="{&quot;color_scheme&quot;:1,&quot;color_type&quot;:1,&quot;theme_color_indexes&quot;:[5,6,5,6,5,6]}"/>
</p:tagLst>
</file>

<file path=ppt/tags/tag105.xml><?xml version="1.0" encoding="utf-8"?>
<p:tagLst xmlns:p="http://schemas.openxmlformats.org/presentationml/2006/main">
  <p:tag name="KSO_WM_UNIT_SUBTYPE" val="a"/>
  <p:tag name="KSO_WM_UNIT_TEXT_LAYER_COUNT" val="1"/>
  <p:tag name="KSO_WM_UNIT_NOCLEAR" val="0"/>
  <p:tag name="KSO_WM_UNIT_HIGHLIGHT" val="0"/>
  <p:tag name="KSO_WM_UNIT_COMPATIBLE" val="0"/>
  <p:tag name="KSO_WM_UNIT_DIAGRAM_ISNUMVISUAL" val="0"/>
  <p:tag name="KSO_WM_UNIT_DIAGRAM_ISREFERUNIT" val="0"/>
  <p:tag name="KSO_WM_DIAGRAM_GROUP_CODE" val="q1-1"/>
  <p:tag name="KSO_WM_UNIT_TYPE" val="q_h_f"/>
  <p:tag name="KSO_WM_UNIT_INDEX" val="1_2_1"/>
  <p:tag name="KSO_WM_UNIT_ID" val="diagram40492952_1*q_h_f*1_2_1"/>
  <p:tag name="KSO_WM_TEMPLATE_CATEGORY" val="diagram"/>
  <p:tag name="KSO_WM_TEMPLATE_INDEX" val="40492952"/>
  <p:tag name="KSO_WM_UNIT_LAYERLEVEL" val="1_1_1"/>
  <p:tag name="KSO_WM_TAG_VERSION" val="3.0"/>
  <p:tag name="KSO_WM_BEAUTIFY_FLAG" val="#wm#"/>
  <p:tag name="KSO_WM_DIAGRAM_VERSION" val="3"/>
  <p:tag name="KSO_WM_DIAGRAM_COLOR_TRICK" val="1"/>
  <p:tag name="KSO_WM_DIAGRAM_COLOR_TEXT_CAN_REMOVE" val="n"/>
  <p:tag name="KSO_WM_UNIT_VALUE" val="42"/>
  <p:tag name="KSO_WM_UNIT_TEXT_FILL_FORE_SCHEMECOLOR_INDEX" val="1"/>
  <p:tag name="KSO_WM_UNIT_TEXT_FILL_TYPE" val="1"/>
  <p:tag name="KSO_WM_UNIT_TEXT_TYPE" val="1"/>
  <p:tag name="KSO_WM_DIAGRAM_VIRTUALLY_FRAME" val="{&quot;height&quot;:286.0250454735944,&quot;left&quot;:107.4,&quot;top&quot;:145.84999389648436,&quot;width&quot;:736.5}"/>
  <p:tag name="KSO_WM_DIAGRAM_MAX_ITEMCNT" val="3"/>
  <p:tag name="KSO_WM_DIAGRAM_MIN_ITEMCNT" val="3"/>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PRESET_TEXT" val="简明扼要地阐述您的观点。根据需要可酌情增减文字，以便观者准确地理解您传达的思想"/>
  <p:tag name="KSO_WM_DIAGRAM_USE_COLOR_VALUE" val="{&quot;color_scheme&quot;:1,&quot;color_type&quot;:1,&quot;theme_color_indexes&quot;:[5,6,5,6,5,6]}"/>
</p:tagLst>
</file>

<file path=ppt/tags/tag106.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q1-1"/>
  <p:tag name="KSO_WM_UNIT_TYPE" val="q_h_i"/>
  <p:tag name="KSO_WM_UNIT_INDEX" val="1_3_2"/>
  <p:tag name="KSO_WM_UNIT_ID" val="diagram40492952_1*q_h_i*1_3_2"/>
  <p:tag name="KSO_WM_TEMPLATE_CATEGORY" val="diagram"/>
  <p:tag name="KSO_WM_TEMPLATE_INDEX" val="40492952"/>
  <p:tag name="KSO_WM_UNIT_LAYERLEVEL" val="1_1_1"/>
  <p:tag name="KSO_WM_TAG_VERSION" val="3.0"/>
  <p:tag name="KSO_WM_BEAUTIFY_FLAG" val="#wm#"/>
  <p:tag name="KSO_WM_DIAGRAM_VERSION" val="3"/>
  <p:tag name="KSO_WM_DIAGRAM_COLOR_TRICK" val="1"/>
  <p:tag name="KSO_WM_DIAGRAM_COLOR_TEXT_CAN_REMOVE" val="n"/>
  <p:tag name="KSO_WM_UNIT_FILL_TYPE" val="3"/>
  <p:tag name="KSO_WM_DIAGRAM_VIRTUALLY_FRAME" val="{&quot;height&quot;:286.0250454735944,&quot;left&quot;:107.4,&quot;top&quot;:145.84999389648436,&quot;width&quot;:736.5}"/>
  <p:tag name="KSO_WM_DIAGRAM_MAX_ITEMCNT" val="3"/>
  <p:tag name="KSO_WM_DIAGRAM_MIN_ITEMCNT" val="3"/>
  <p:tag name="KSO_WM_DIAGRAM_COLOR_MATCH_VALUE" val="{&quot;shape&quot;:{&quot;fill&quot;:{&quot;gradient&quot;:[{&quot;brightness&quot;:0.4000000059604645,&quot;colorType&quot;:1,&quot;foreColorIndex&quot;:5,&quot;pos&quot;:0,&quot;transparency&quot;:0},{&quot;brightness&quot;:0,&quot;colorType&quot;:1,&quot;foreColorIndex&quot;:5,&quot;pos&quot;:0.9200000166893005,&quot;transparency&quot;:0}],&quot;type&quot;:3},&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DIAGRAM_USE_COLOR_VALUE" val="{&quot;color_scheme&quot;:1,&quot;color_type&quot;:1,&quot;theme_color_indexes&quot;:[5,6,5,6,5,6]}"/>
</p:tagLst>
</file>

<file path=ppt/tags/tag107.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q1-1"/>
  <p:tag name="KSO_WM_UNIT_TYPE" val="q_h_i"/>
  <p:tag name="KSO_WM_UNIT_INDEX" val="1_1_2"/>
  <p:tag name="KSO_WM_UNIT_ID" val="diagram40492952_1*q_h_i*1_1_2"/>
  <p:tag name="KSO_WM_TEMPLATE_CATEGORY" val="diagram"/>
  <p:tag name="KSO_WM_TEMPLATE_INDEX" val="40492952"/>
  <p:tag name="KSO_WM_UNIT_LAYERLEVEL" val="1_1_1"/>
  <p:tag name="KSO_WM_TAG_VERSION" val="3.0"/>
  <p:tag name="KSO_WM_BEAUTIFY_FLAG" val="#wm#"/>
  <p:tag name="KSO_WM_DIAGRAM_VERSION" val="3"/>
  <p:tag name="KSO_WM_DIAGRAM_COLOR_TRICK" val="1"/>
  <p:tag name="KSO_WM_DIAGRAM_COLOR_TEXT_CAN_REMOVE" val="n"/>
  <p:tag name="KSO_WM_UNIT_FILL_TYPE" val="3"/>
  <p:tag name="KSO_WM_DIAGRAM_VIRTUALLY_FRAME" val="{&quot;height&quot;:286.0250454735944,&quot;left&quot;:107.4,&quot;top&quot;:145.84999389648436,&quot;width&quot;:736.5}"/>
  <p:tag name="KSO_WM_DIAGRAM_MAX_ITEMCNT" val="3"/>
  <p:tag name="KSO_WM_DIAGRAM_MIN_ITEMCNT" val="3"/>
  <p:tag name="KSO_WM_DIAGRAM_COLOR_MATCH_VALUE" val="{&quot;shape&quot;:{&quot;fill&quot;:{&quot;gradient&quot;:[{&quot;brightness&quot;:0.4000000059604645,&quot;colorType&quot;:1,&quot;foreColorIndex&quot;:5,&quot;pos&quot;:0,&quot;transparency&quot;:0},{&quot;brightness&quot;:0,&quot;colorType&quot;:1,&quot;foreColorIndex&quot;:5,&quot;pos&quot;:0.9200000166893005,&quot;transparency&quot;:0}],&quot;type&quot;:3},&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DIAGRAM_USE_COLOR_VALUE" val="{&quot;color_scheme&quot;:1,&quot;color_type&quot;:1,&quot;theme_color_indexes&quot;:[5,6,5,6,5,6]}"/>
</p:tagLst>
</file>

<file path=ppt/tags/tag108.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q1-1"/>
  <p:tag name="KSO_WM_UNIT_TYPE" val="q_h_i"/>
  <p:tag name="KSO_WM_UNIT_INDEX" val="1_2_2"/>
  <p:tag name="KSO_WM_UNIT_ID" val="diagram40492952_1*q_h_i*1_2_2"/>
  <p:tag name="KSO_WM_TEMPLATE_CATEGORY" val="diagram"/>
  <p:tag name="KSO_WM_TEMPLATE_INDEX" val="40492952"/>
  <p:tag name="KSO_WM_UNIT_LAYERLEVEL" val="1_1_1"/>
  <p:tag name="KSO_WM_TAG_VERSION" val="3.0"/>
  <p:tag name="KSO_WM_BEAUTIFY_FLAG" val="#wm#"/>
  <p:tag name="KSO_WM_DIAGRAM_VERSION" val="3"/>
  <p:tag name="KSO_WM_DIAGRAM_COLOR_TRICK" val="1"/>
  <p:tag name="KSO_WM_DIAGRAM_COLOR_TEXT_CAN_REMOVE" val="n"/>
  <p:tag name="KSO_WM_UNIT_FILL_TYPE" val="3"/>
  <p:tag name="KSO_WM_DIAGRAM_VIRTUALLY_FRAME" val="{&quot;height&quot;:286.0250454735944,&quot;left&quot;:107.4,&quot;top&quot;:145.84999389648436,&quot;width&quot;:736.5}"/>
  <p:tag name="KSO_WM_DIAGRAM_MAX_ITEMCNT" val="3"/>
  <p:tag name="KSO_WM_DIAGRAM_MIN_ITEMCNT" val="3"/>
  <p:tag name="KSO_WM_DIAGRAM_COLOR_MATCH_VALUE" val="{&quot;shape&quot;:{&quot;fill&quot;:{&quot;gradient&quot;:[{&quot;brightness&quot;:0.4000000059604645,&quot;colorType&quot;:1,&quot;foreColorIndex&quot;:5,&quot;pos&quot;:0,&quot;transparency&quot;:0},{&quot;brightness&quot;:0,&quot;colorType&quot;:1,&quot;foreColorIndex&quot;:5,&quot;pos&quot;:0.9200000166893005,&quot;transparency&quot;:0}],&quot;type&quot;:3},&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DIAGRAM_USE_COLOR_VALUE" val="{&quot;color_scheme&quot;:1,&quot;color_type&quot;:1,&quot;theme_color_indexes&quot;:[5,6,5,6,5,6]}"/>
</p:tagLst>
</file>

<file path=ppt/tags/tag109.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q1-1"/>
  <p:tag name="KSO_WM_UNIT_TYPE" val="q_i"/>
  <p:tag name="KSO_WM_UNIT_INDEX" val="1_1"/>
  <p:tag name="KSO_WM_UNIT_ID" val="diagram40492952_1*q_i*1_1"/>
  <p:tag name="KSO_WM_TEMPLATE_CATEGORY" val="diagram"/>
  <p:tag name="KSO_WM_TEMPLATE_INDEX" val="40492952"/>
  <p:tag name="KSO_WM_UNIT_LAYERLEVEL" val="1_1"/>
  <p:tag name="KSO_WM_TAG_VERSION" val="3.0"/>
  <p:tag name="KSO_WM_BEAUTIFY_FLAG" val="#wm#"/>
  <p:tag name="KSO_WM_DIAGRAM_VERSION" val="3"/>
  <p:tag name="KSO_WM_DIAGRAM_COLOR_TRICK" val="1"/>
  <p:tag name="KSO_WM_DIAGRAM_COLOR_TEXT_CAN_REMOVE" val="n"/>
  <p:tag name="KSO_WM_UNIT_FILL_TYPE" val="3"/>
  <p:tag name="KSO_WM_UNIT_TEXT_FILL_FORE_SCHEMECOLOR_INDEX" val="1"/>
  <p:tag name="KSO_WM_UNIT_TEXT_FILL_TYPE" val="1"/>
  <p:tag name="KSO_WM_DIAGRAM_VIRTUALLY_FRAME" val="{&quot;height&quot;:286.0250454735944,&quot;left&quot;:107.4,&quot;top&quot;:145.84999389648436,&quot;width&quot;:736.5}"/>
  <p:tag name="KSO_WM_DIAGRAM_MAX_ITEMCNT" val="3"/>
  <p:tag name="KSO_WM_DIAGRAM_MIN_ITEMCNT" val="3"/>
  <p:tag name="KSO_WM_DIAGRAM_COLOR_MATCH_VALUE" val="{&quot;shape&quot;:{&quot;fill&quot;:{&quot;gradient&quot;:[{&quot;brightness&quot;:0.4000000059604645,&quot;colorType&quot;:1,&quot;foreColorIndex&quot;:5,&quot;pos&quot;:0,&quot;transparency&quot;:0},{&quot;brightness&quot;:0,&quot;colorType&quot;:1,&quot;foreColorIndex&quot;:5,&quot;pos&quot;:0.9200000166893005,&quot;transparency&quot;:0}],&quot;type&quot;:3},&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DIAGRAM_USE_COLOR_VALUE" val="{&quot;color_scheme&quot;:1,&quot;color_type&quot;:1,&quot;theme_color_indexes&quot;:[5,6,5,6,5,6]}"/>
</p:tagLst>
</file>

<file path=ppt/tags/tag110.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q1-1"/>
  <p:tag name="KSO_WM_UNIT_TYPE" val="q_h_i"/>
  <p:tag name="KSO_WM_UNIT_INDEX" val="1_1_3"/>
  <p:tag name="KSO_WM_UNIT_ID" val="diagram40492952_1*q_h_i*1_1_3"/>
  <p:tag name="KSO_WM_TEMPLATE_CATEGORY" val="diagram"/>
  <p:tag name="KSO_WM_TEMPLATE_INDEX" val="40492952"/>
  <p:tag name="KSO_WM_UNIT_LAYERLEVEL" val="1_1_1"/>
  <p:tag name="KSO_WM_TAG_VERSION" val="3.0"/>
  <p:tag name="KSO_WM_BEAUTIFY_FLAG" val="#wm#"/>
  <p:tag name="KSO_WM_DIAGRAM_VERSION" val="3"/>
  <p:tag name="KSO_WM_DIAGRAM_COLOR_TRICK" val="1"/>
  <p:tag name="KSO_WM_DIAGRAM_COLOR_TEXT_CAN_REMOVE" val="n"/>
  <p:tag name="KSO_WM_UNIT_LINE_FORE_SCHEMECOLOR_INDEX" val="5"/>
  <p:tag name="KSO_WM_DIAGRAM_VIRTUALLY_FRAME" val="{&quot;height&quot;:286.0250454735944,&quot;left&quot;:107.4,&quot;top&quot;:145.84999389648436,&quot;width&quot;:736.5}"/>
  <p:tag name="KSO_WM_DIAGRAM_MAX_ITEMCNT" val="3"/>
  <p:tag name="KSO_WM_DIAGRAM_MIN_ITEMCNT" val="3"/>
  <p:tag name="KSO_WM_DIAGRAM_COLOR_MATCH_VALUE" val="{&quot;shape&quot;:{&quot;fill&quot;:{&quot;type&quot;:0},&quot;glow&quot;:{&quot;colorType&quot;:0},&quot;line&quot;:{&quot;solidLine&quot;:{&quot;brightness&quot;:0,&quot;colorType&quot;:1,&quot;foreColorIndex&quot;:5,&quot;transparency&quot;:0},&quot;type&quot;:1},&quot;shadow&quot;:{&quot;colorType&quot;:0},&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DIAGRAM_USE_COLOR_VALUE" val="{&quot;color_scheme&quot;:1,&quot;color_type&quot;:1,&quot;theme_color_indexes&quot;:[5,6,5,6,5,6]}"/>
</p:tagLst>
</file>

<file path=ppt/tags/tag111.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q1-1"/>
  <p:tag name="KSO_WM_UNIT_TYPE" val="q_h_i"/>
  <p:tag name="KSO_WM_UNIT_INDEX" val="1_3_3"/>
  <p:tag name="KSO_WM_UNIT_ID" val="diagram40492952_1*q_h_i*1_3_3"/>
  <p:tag name="KSO_WM_TEMPLATE_CATEGORY" val="diagram"/>
  <p:tag name="KSO_WM_TEMPLATE_INDEX" val="40492952"/>
  <p:tag name="KSO_WM_UNIT_LAYERLEVEL" val="1_1_1"/>
  <p:tag name="KSO_WM_TAG_VERSION" val="3.0"/>
  <p:tag name="KSO_WM_BEAUTIFY_FLAG" val="#wm#"/>
  <p:tag name="KSO_WM_DIAGRAM_VERSION" val="3"/>
  <p:tag name="KSO_WM_DIAGRAM_COLOR_TRICK" val="1"/>
  <p:tag name="KSO_WM_DIAGRAM_COLOR_TEXT_CAN_REMOVE" val="n"/>
  <p:tag name="KSO_WM_UNIT_LINE_FORE_SCHEMECOLOR_INDEX" val="5"/>
  <p:tag name="KSO_WM_DIAGRAM_VIRTUALLY_FRAME" val="{&quot;height&quot;:286.0250454735944,&quot;left&quot;:107.4,&quot;top&quot;:145.84999389648436,&quot;width&quot;:736.5}"/>
  <p:tag name="KSO_WM_DIAGRAM_MAX_ITEMCNT" val="3"/>
  <p:tag name="KSO_WM_DIAGRAM_MIN_ITEMCNT" val="3"/>
  <p:tag name="KSO_WM_DIAGRAM_COLOR_MATCH_VALUE" val="{&quot;shape&quot;:{&quot;fill&quot;:{&quot;type&quot;:0},&quot;glow&quot;:{&quot;colorType&quot;:0},&quot;line&quot;:{&quot;solidLine&quot;:{&quot;brightness&quot;:0,&quot;colorType&quot;:1,&quot;foreColorIndex&quot;:5,&quot;transparency&quot;:0},&quot;type&quot;:1},&quot;shadow&quot;:{&quot;colorType&quot;:0},&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DIAGRAM_USE_COLOR_VALUE" val="{&quot;color_scheme&quot;:1,&quot;color_type&quot;:1,&quot;theme_color_indexes&quot;:[5,6,5,6,5,6]}"/>
</p:tagLst>
</file>

<file path=ppt/tags/tag112.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q1-1"/>
  <p:tag name="KSO_WM_UNIT_TYPE" val="q_h_i"/>
  <p:tag name="KSO_WM_UNIT_INDEX" val="1_2_3"/>
  <p:tag name="KSO_WM_UNIT_ID" val="diagram40492952_1*q_h_i*1_2_3"/>
  <p:tag name="KSO_WM_TEMPLATE_CATEGORY" val="diagram"/>
  <p:tag name="KSO_WM_TEMPLATE_INDEX" val="40492952"/>
  <p:tag name="KSO_WM_UNIT_LAYERLEVEL" val="1_1_1"/>
  <p:tag name="KSO_WM_TAG_VERSION" val="3.0"/>
  <p:tag name="KSO_WM_BEAUTIFY_FLAG" val="#wm#"/>
  <p:tag name="KSO_WM_DIAGRAM_VERSION" val="3"/>
  <p:tag name="KSO_WM_DIAGRAM_COLOR_TRICK" val="1"/>
  <p:tag name="KSO_WM_DIAGRAM_COLOR_TEXT_CAN_REMOVE" val="n"/>
  <p:tag name="KSO_WM_UNIT_LINE_FORE_SCHEMECOLOR_INDEX" val="5"/>
  <p:tag name="KSO_WM_DIAGRAM_VIRTUALLY_FRAME" val="{&quot;height&quot;:286.0250454735944,&quot;left&quot;:107.4,&quot;top&quot;:145.84999389648436,&quot;width&quot;:736.5}"/>
  <p:tag name="KSO_WM_DIAGRAM_MAX_ITEMCNT" val="3"/>
  <p:tag name="KSO_WM_DIAGRAM_MIN_ITEMCNT" val="3"/>
  <p:tag name="KSO_WM_DIAGRAM_COLOR_MATCH_VALUE" val="{&quot;shape&quot;:{&quot;fill&quot;:{&quot;type&quot;:0},&quot;glow&quot;:{&quot;colorType&quot;:0},&quot;line&quot;:{&quot;solidLine&quot;:{&quot;brightness&quot;:0,&quot;colorType&quot;:1,&quot;foreColorIndex&quot;:5,&quot;transparency&quot;:0},&quot;type&quot;:1},&quot;shadow&quot;:{&quot;colorType&quot;:0},&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DIAGRAM_USE_COLOR_VALUE" val="{&quot;color_scheme&quot;:1,&quot;color_type&quot;:1,&quot;theme_color_indexes&quot;:[5,6,5,6,5,6]}"/>
</p:tagLst>
</file>

<file path=ppt/tags/tag113.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q1-1"/>
  <p:tag name="KSO_WM_UNIT_TYPE" val="q_h_i"/>
  <p:tag name="KSO_WM_UNIT_INDEX" val="1_3_4"/>
  <p:tag name="KSO_WM_UNIT_ID" val="diagram40492952_1*q_h_i*1_3_4"/>
  <p:tag name="KSO_WM_TEMPLATE_CATEGORY" val="diagram"/>
  <p:tag name="KSO_WM_TEMPLATE_INDEX" val="40492952"/>
  <p:tag name="KSO_WM_UNIT_LAYERLEVEL" val="1_1_1"/>
  <p:tag name="KSO_WM_TAG_VERSION" val="3.0"/>
  <p:tag name="KSO_WM_BEAUTIFY_FLAG" val="#wm#"/>
  <p:tag name="KSO_WM_DIAGRAM_VERSION" val="3"/>
  <p:tag name="KSO_WM_DIAGRAM_COLOR_TRICK" val="1"/>
  <p:tag name="KSO_WM_DIAGRAM_COLOR_TEXT_CAN_REMOVE" val="n"/>
  <p:tag name="KSO_WM_UNIT_TEXT_FILL_FORE_SCHEMECOLOR_INDEX" val="1"/>
  <p:tag name="KSO_WM_UNIT_TEXT_FILL_TYPE" val="1"/>
  <p:tag name="KSO_WM_DIAGRAM_VIRTUALLY_FRAME" val="{&quot;height&quot;:286.0250454735944,&quot;left&quot;:107.4,&quot;top&quot;:145.84999389648436,&quot;width&quot;:736.5}"/>
  <p:tag name="KSO_WM_DIAGRAM_MAX_ITEMCNT" val="3"/>
  <p:tag name="KSO_WM_DIAGRAM_MIN_ITEMCNT" val="3"/>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DIAGRAM_USE_COLOR_VALUE" val="{&quot;color_scheme&quot;:1,&quot;color_type&quot;:1,&quot;theme_color_indexes&quot;:[5,6,5,6,5,6]}"/>
</p:tagLst>
</file>

<file path=ppt/tags/tag114.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q1-1"/>
  <p:tag name="KSO_WM_UNIT_TYPE" val="q_h_i"/>
  <p:tag name="KSO_WM_UNIT_INDEX" val="1_2_4"/>
  <p:tag name="KSO_WM_UNIT_ID" val="diagram40492952_1*q_h_i*1_2_4"/>
  <p:tag name="KSO_WM_TEMPLATE_CATEGORY" val="diagram"/>
  <p:tag name="KSO_WM_TEMPLATE_INDEX" val="40492952"/>
  <p:tag name="KSO_WM_UNIT_LAYERLEVEL" val="1_1_1"/>
  <p:tag name="KSO_WM_TAG_VERSION" val="3.0"/>
  <p:tag name="KSO_WM_BEAUTIFY_FLAG" val="#wm#"/>
  <p:tag name="KSO_WM_DIAGRAM_VERSION" val="3"/>
  <p:tag name="KSO_WM_DIAGRAM_COLOR_TRICK" val="1"/>
  <p:tag name="KSO_WM_DIAGRAM_COLOR_TEXT_CAN_REMOVE" val="n"/>
  <p:tag name="KSO_WM_UNIT_TEXT_FILL_FORE_SCHEMECOLOR_INDEX" val="1"/>
  <p:tag name="KSO_WM_UNIT_TEXT_FILL_TYPE" val="1"/>
  <p:tag name="KSO_WM_DIAGRAM_VIRTUALLY_FRAME" val="{&quot;height&quot;:286.0250454735944,&quot;left&quot;:107.4,&quot;top&quot;:145.84999389648436,&quot;width&quot;:736.5}"/>
  <p:tag name="KSO_WM_DIAGRAM_MAX_ITEMCNT" val="3"/>
  <p:tag name="KSO_WM_DIAGRAM_MIN_ITEMCNT" val="3"/>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DIAGRAM_USE_COLOR_VALUE" val="{&quot;color_scheme&quot;:1,&quot;color_type&quot;:1,&quot;theme_color_indexes&quot;:[5,6,5,6,5,6]}"/>
</p:tagLst>
</file>

<file path=ppt/tags/tag115.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q1-1"/>
  <p:tag name="KSO_WM_UNIT_TYPE" val="q_h_i"/>
  <p:tag name="KSO_WM_UNIT_INDEX" val="1_1_4"/>
  <p:tag name="KSO_WM_UNIT_ID" val="diagram40492952_1*q_h_i*1_1_4"/>
  <p:tag name="KSO_WM_TEMPLATE_CATEGORY" val="diagram"/>
  <p:tag name="KSO_WM_TEMPLATE_INDEX" val="40492952"/>
  <p:tag name="KSO_WM_UNIT_LAYERLEVEL" val="1_1_1"/>
  <p:tag name="KSO_WM_TAG_VERSION" val="3.0"/>
  <p:tag name="KSO_WM_BEAUTIFY_FLAG" val="#wm#"/>
  <p:tag name="KSO_WM_DIAGRAM_VERSION" val="3"/>
  <p:tag name="KSO_WM_DIAGRAM_COLOR_TRICK" val="1"/>
  <p:tag name="KSO_WM_DIAGRAM_COLOR_TEXT_CAN_REMOVE" val="n"/>
  <p:tag name="KSO_WM_UNIT_TEXT_FILL_FORE_SCHEMECOLOR_INDEX" val="1"/>
  <p:tag name="KSO_WM_UNIT_TEXT_FILL_TYPE" val="1"/>
  <p:tag name="KSO_WM_DIAGRAM_VIRTUALLY_FRAME" val="{&quot;height&quot;:286.0250454735944,&quot;left&quot;:107.4,&quot;top&quot;:145.84999389648436,&quot;width&quot;:736.5}"/>
  <p:tag name="KSO_WM_DIAGRAM_MAX_ITEMCNT" val="3"/>
  <p:tag name="KSO_WM_DIAGRAM_MIN_ITEMCNT" val="3"/>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DIAGRAM_USE_COLOR_VALUE" val="{&quot;color_scheme&quot;:1,&quot;color_type&quot;:1,&quot;theme_color_indexes&quot;:[5,6,5,6,5,6]}"/>
</p:tagLst>
</file>

<file path=ppt/tags/tag116.xml><?xml version="1.0" encoding="utf-8"?>
<p:tagLst xmlns:p="http://schemas.openxmlformats.org/presentationml/2006/main">
  <p:tag name="KSO_WM_UNIT_VALUE" val="50*50"/>
  <p:tag name="KSO_WM_UNIT_HIGHLIGHT" val="0"/>
  <p:tag name="KSO_WM_UNIT_COMPATIBLE" val="0"/>
  <p:tag name="KSO_WM_UNIT_DIAGRAM_ISNUMVISUAL" val="0"/>
  <p:tag name="KSO_WM_UNIT_DIAGRAM_ISREFERUNIT" val="0"/>
  <p:tag name="KSO_WM_DIAGRAM_GROUP_CODE" val="q1-1"/>
  <p:tag name="KSO_WM_UNIT_TYPE" val="q_h_x"/>
  <p:tag name="KSO_WM_UNIT_INDEX" val="1_2_1"/>
  <p:tag name="KSO_WM_UNIT_ID" val="diagram40492952_1*q_h_x*1_2_1"/>
  <p:tag name="KSO_WM_TEMPLATE_CATEGORY" val="diagram"/>
  <p:tag name="KSO_WM_TEMPLATE_INDEX" val="40492952"/>
  <p:tag name="KSO_WM_UNIT_LAYERLEVEL" val="1_1_1"/>
  <p:tag name="KSO_WM_TAG_VERSION" val="3.0"/>
  <p:tag name="KSO_WM_BEAUTIFY_FLAG" val="#wm#"/>
  <p:tag name="KSO_WM_DIAGRAM_VERSION" val="3"/>
  <p:tag name="KSO_WM_DIAGRAM_COLOR_TRICK" val="1"/>
  <p:tag name="KSO_WM_DIAGRAM_COLOR_TEXT_CAN_REMOVE" val="n"/>
  <p:tag name="KSO_WM_DIAGRAM_VIRTUALLY_FRAME" val="{&quot;height&quot;:286.0250454735944,&quot;left&quot;:107.4,&quot;top&quot;:145.84999389648436,&quot;width&quot;:736.5}"/>
  <p:tag name="KSO_WM_DIAGRAM_MAX_ITEMCNT" val="3"/>
  <p:tag name="KSO_WM_DIAGRAM_MIN_ITEMCNT" val="3"/>
  <p:tag name="KSO_WM_DIAGRAM_COLOR_MATCH_VALUE" val="{&quot;shape&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quot;text&quot;:{&quot;fill&quot;:{},&quot;glow&quot;:{},&quot;line&quot;:{},&quot;shadow&quot;:{},&quot;threeD&quot;:{}}}"/>
  <p:tag name="KSO_WM_DIAGRAM_USE_COLOR_VALUE" val="{&quot;color_scheme&quot;:1,&quot;color_type&quot;:1,&quot;theme_color_indexes&quot;:[5,6,5,6,5,6]}"/>
</p:tagLst>
</file>

<file path=ppt/tags/tag117.xml><?xml version="1.0" encoding="utf-8"?>
<p:tagLst xmlns:p="http://schemas.openxmlformats.org/presentationml/2006/main">
  <p:tag name="KSO_WM_UNIT_VALUE" val="50*50"/>
  <p:tag name="KSO_WM_UNIT_HIGHLIGHT" val="0"/>
  <p:tag name="KSO_WM_UNIT_COMPATIBLE" val="0"/>
  <p:tag name="KSO_WM_UNIT_DIAGRAM_ISNUMVISUAL" val="0"/>
  <p:tag name="KSO_WM_UNIT_DIAGRAM_ISREFERUNIT" val="0"/>
  <p:tag name="KSO_WM_DIAGRAM_GROUP_CODE" val="q1-1"/>
  <p:tag name="KSO_WM_UNIT_TYPE" val="q_h_x"/>
  <p:tag name="KSO_WM_UNIT_INDEX" val="1_3_1"/>
  <p:tag name="KSO_WM_UNIT_ID" val="diagram40492952_1*q_h_x*1_3_1"/>
  <p:tag name="KSO_WM_TEMPLATE_CATEGORY" val="diagram"/>
  <p:tag name="KSO_WM_TEMPLATE_INDEX" val="40492952"/>
  <p:tag name="KSO_WM_UNIT_LAYERLEVEL" val="1_1_1"/>
  <p:tag name="KSO_WM_TAG_VERSION" val="3.0"/>
  <p:tag name="KSO_WM_BEAUTIFY_FLAG" val="#wm#"/>
  <p:tag name="KSO_WM_DIAGRAM_VERSION" val="3"/>
  <p:tag name="KSO_WM_DIAGRAM_COLOR_TRICK" val="1"/>
  <p:tag name="KSO_WM_DIAGRAM_COLOR_TEXT_CAN_REMOVE" val="n"/>
  <p:tag name="KSO_WM_DIAGRAM_VIRTUALLY_FRAME" val="{&quot;height&quot;:286.0250454735944,&quot;left&quot;:107.4,&quot;top&quot;:145.84999389648436,&quot;width&quot;:736.5}"/>
  <p:tag name="KSO_WM_DIAGRAM_MAX_ITEMCNT" val="3"/>
  <p:tag name="KSO_WM_DIAGRAM_MIN_ITEMCNT" val="3"/>
  <p:tag name="KSO_WM_DIAGRAM_COLOR_MATCH_VALUE" val="{&quot;shape&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quot;text&quot;:{&quot;fill&quot;:{},&quot;glow&quot;:{},&quot;line&quot;:{},&quot;shadow&quot;:{},&quot;threeD&quot;:{}}}"/>
  <p:tag name="KSO_WM_DIAGRAM_USE_COLOR_VALUE" val="{&quot;color_scheme&quot;:1,&quot;color_type&quot;:1,&quot;theme_color_indexes&quot;:[5,6,5,6,5,6]}"/>
</p:tagLst>
</file>

<file path=ppt/tags/tag118.xml><?xml version="1.0" encoding="utf-8"?>
<p:tagLst xmlns:p="http://schemas.openxmlformats.org/presentationml/2006/main">
  <p:tag name="KSO_WM_UNIT_VALUE" val="50*50"/>
  <p:tag name="KSO_WM_UNIT_HIGHLIGHT" val="0"/>
  <p:tag name="KSO_WM_UNIT_COMPATIBLE" val="0"/>
  <p:tag name="KSO_WM_UNIT_DIAGRAM_ISNUMVISUAL" val="0"/>
  <p:tag name="KSO_WM_UNIT_DIAGRAM_ISREFERUNIT" val="0"/>
  <p:tag name="KSO_WM_DIAGRAM_GROUP_CODE" val="q1-1"/>
  <p:tag name="KSO_WM_UNIT_TYPE" val="q_h_x"/>
  <p:tag name="KSO_WM_UNIT_INDEX" val="1_1_1"/>
  <p:tag name="KSO_WM_UNIT_ID" val="diagram40492952_1*q_h_x*1_1_1"/>
  <p:tag name="KSO_WM_TEMPLATE_CATEGORY" val="diagram"/>
  <p:tag name="KSO_WM_TEMPLATE_INDEX" val="40492952"/>
  <p:tag name="KSO_WM_UNIT_LAYERLEVEL" val="1_1_1"/>
  <p:tag name="KSO_WM_TAG_VERSION" val="3.0"/>
  <p:tag name="KSO_WM_BEAUTIFY_FLAG" val="#wm#"/>
  <p:tag name="KSO_WM_DIAGRAM_VERSION" val="3"/>
  <p:tag name="KSO_WM_DIAGRAM_COLOR_TRICK" val="1"/>
  <p:tag name="KSO_WM_DIAGRAM_COLOR_TEXT_CAN_REMOVE" val="n"/>
  <p:tag name="KSO_WM_DIAGRAM_VIRTUALLY_FRAME" val="{&quot;height&quot;:286.0250454735944,&quot;left&quot;:107.4,&quot;top&quot;:145.84999389648436,&quot;width&quot;:736.5}"/>
  <p:tag name="KSO_WM_DIAGRAM_MAX_ITEMCNT" val="3"/>
  <p:tag name="KSO_WM_DIAGRAM_MIN_ITEMCNT" val="3"/>
  <p:tag name="KSO_WM_DIAGRAM_COLOR_MATCH_VALUE" val="{&quot;shape&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quot;text&quot;:{&quot;fill&quot;:{},&quot;glow&quot;:{},&quot;line&quot;:{},&quot;shadow&quot;:{},&quot;threeD&quot;:{}}}"/>
  <p:tag name="KSO_WM_DIAGRAM_USE_COLOR_VALUE" val="{&quot;color_scheme&quot;:1,&quot;color_type&quot;:1,&quot;theme_color_indexes&quot;:[5,6,5,6,5,6]}"/>
</p:tagLst>
</file>

<file path=ppt/tags/tag119.xml><?xml version="1.0" encoding="utf-8"?>
<p:tagLst xmlns:p="http://schemas.openxmlformats.org/presentationml/2006/main">
  <p:tag name="KSO_WM_BEAUTIFY_FLAG" val="#wm#"/>
  <p:tag name="KSO_WM_TEMPLATE_CATEGORY" val="custom"/>
  <p:tag name="KSO_WM_TEMPLATE_INDEX" val="20205176"/>
  <p:tag name="KSO_WM_SPECIAL_SOURCE" val="bdnull"/>
  <p:tag name="resource_record_key" val="{&quot;10&quot;:[4520922],&quot;29&quot;:[50000077],&quot;65&quot;:[20205176],&quot;70&quot;:[3428977]}"/>
</p:tagLst>
</file>

<file path=ppt/tags/tag12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12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5023_3*n_h_i*1_1_3"/>
  <p:tag name="KSO_WM_TEMPLATE_CATEGORY" val="diagram"/>
  <p:tag name="KSO_WM_TEMPLATE_INDEX" val="20235023"/>
  <p:tag name="KSO_WM_UNIT_LAYERLEVEL" val="1_1_1"/>
  <p:tag name="KSO_WM_TAG_VERSION" val="3.0"/>
  <p:tag name="KSO_WM_UNIT_TYPE" val="n_h_i"/>
  <p:tag name="KSO_WM_UNIT_INDEX" val="1_1_3"/>
  <p:tag name="KSO_WM_DIAGRAM_GROUP_CODE" val="n1-1"/>
  <p:tag name="KSO_WM_DIAGRAM_VERSION" val="3"/>
  <p:tag name="KSO_WM_DIAGRAM_COLOR_TRICK" val="1"/>
  <p:tag name="KSO_WM_DIAGRAM_COLOR_TEXT_CAN_REMOVE" val="n"/>
  <p:tag name="KSO_WM_DIAGRAM_MAX_ITEMCNT" val="5"/>
  <p:tag name="KSO_WM_DIAGRAM_MIN_ITEMCNT" val="3"/>
  <p:tag name="KSO_WM_DIAGRAM_VIRTUALLY_FRAME" val="{&quot;height&quot;:389.1749969482422,&quot;left&quot;:55.97501220703125,&quot;top&quot;:110.5,&quot;width&quot;:851.3500271630476}"/>
  <p:tag name="KSO_WM_DIAGRAM_COLOR_MATCH_VALUE" val="{&quot;shape&quot;:{&quot;fill&quot;:{&quot;gradient&quot;:[{&quot;brightness&quot;:0,&quot;colorType&quot;:1,&quot;foreColorIndex&quot;:5,&quot;pos&quot;:0,&quot;transparency&quot;:1},{&quot;brightness&quot;:0,&quot;colorType&quot;:1,&quot;foreColorIndex&quot;:5,&quot;pos&quot;:1,&quot;transparency&quot;:0.6000000238418579}],&quot;type&quot;:3},&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FILL_TYPE" val="3"/>
  <p:tag name="KSO_WM_DIAGRAM_USE_COLOR_VALUE" val="{&quot;color_scheme&quot;:1,&quot;color_type&quot;:1,&quot;theme_color_indexes&quot;:[5,5,5,5,5,5]}"/>
</p:tagLst>
</file>

<file path=ppt/tags/tag122.xml><?xml version="1.0" encoding="utf-8"?>
<p:tagLst xmlns:p="http://schemas.openxmlformats.org/presentationml/2006/main">
  <p:tag name="KSO_WM_UNIT_ISCONTENTSTITLE" val="0"/>
  <p:tag name="KSO_WM_UNIT_ISNUMDGMTITLE" val="0"/>
  <p:tag name="KSO_WM_UNIT_NOCLEAR" val="0"/>
  <p:tag name="KSO_WM_UNIT_VALUE" val="18"/>
  <p:tag name="KSO_WM_UNIT_HIGHLIGHT" val="0"/>
  <p:tag name="KSO_WM_UNIT_COMPATIBLE" val="0"/>
  <p:tag name="KSO_WM_UNIT_DIAGRAM_ISNUMVISUAL" val="0"/>
  <p:tag name="KSO_WM_UNIT_DIAGRAM_ISREFERUNIT" val="0"/>
  <p:tag name="KSO_WM_UNIT_TYPE" val="n_h_a"/>
  <p:tag name="KSO_WM_UNIT_INDEX" val="1_1_1"/>
  <p:tag name="KSO_WM_UNIT_ID" val="diagram20235023_3*n_h_a*1_1_1"/>
  <p:tag name="KSO_WM_TEMPLATE_CATEGORY" val="diagram"/>
  <p:tag name="KSO_WM_TEMPLATE_INDEX" val="20235023"/>
  <p:tag name="KSO_WM_UNIT_LAYERLEVEL" val="1_1_1"/>
  <p:tag name="KSO_WM_TAG_VERSION" val="3.0"/>
  <p:tag name="KSO_WM_DIAGRAM_MAX_ITEMCNT" val="5"/>
  <p:tag name="KSO_WM_DIAGRAM_MIN_ITEMCNT" val="3"/>
  <p:tag name="KSO_WM_DIAGRAM_VIRTUALLY_FRAME" val="{&quot;height&quot;:389.1749969482422,&quot;left&quot;:55.97501220703125,&quot;top&quot;:110.5,&quot;width&quot;:851.3500271630476}"/>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DIAGRAM_GROUP_CODE" val="n1-1"/>
  <p:tag name="KSO_WM_DIAGRAM_VERSION" val="3"/>
  <p:tag name="KSO_WM_DIAGRAM_COLOR_TRICK" val="1"/>
  <p:tag name="KSO_WM_DIAGRAM_COLOR_TEXT_CAN_REMOVE" val="n"/>
  <p:tag name="KSO_WM_BEAUTIFY_FLAG" val="#wm#"/>
  <p:tag name="KSO_WM_UNIT_TEXT_TYPE" val="1"/>
  <p:tag name="KSO_WM_UNIT_PRESET_TEXT" val="单击此处添加你的标题具体内容"/>
  <p:tag name="KSO_WM_UNIT_TEXT_FILL_FORE_SCHEMECOLOR_INDEX" val="1"/>
  <p:tag name="KSO_WM_UNIT_TEXT_FILL_TYPE" val="1"/>
  <p:tag name="KSO_WM_DIAGRAM_USE_COLOR_VALUE" val="{&quot;color_scheme&quot;:1,&quot;color_type&quot;:1,&quot;theme_color_indexes&quot;:[5,5,5,5,5,5]}"/>
</p:tagLst>
</file>

<file path=ppt/tags/tag12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5023_3*n_h_i*1_1_4"/>
  <p:tag name="KSO_WM_TEMPLATE_CATEGORY" val="diagram"/>
  <p:tag name="KSO_WM_TEMPLATE_INDEX" val="20235023"/>
  <p:tag name="KSO_WM_UNIT_LAYERLEVEL" val="1_1_1"/>
  <p:tag name="KSO_WM_TAG_VERSION" val="3.0"/>
  <p:tag name="KSO_WM_UNIT_TYPE" val="n_h_i"/>
  <p:tag name="KSO_WM_UNIT_INDEX" val="1_1_4"/>
  <p:tag name="KSO_WM_DIAGRAM_GROUP_CODE" val="n1-1"/>
  <p:tag name="KSO_WM_DIAGRAM_VERSION" val="3"/>
  <p:tag name="KSO_WM_DIAGRAM_COLOR_TRICK" val="1"/>
  <p:tag name="KSO_WM_DIAGRAM_COLOR_TEXT_CAN_REMOVE" val="n"/>
  <p:tag name="KSO_WM_DIAGRAM_MAX_ITEMCNT" val="5"/>
  <p:tag name="KSO_WM_DIAGRAM_MIN_ITEMCNT" val="3"/>
  <p:tag name="KSO_WM_DIAGRAM_VIRTUALLY_FRAME" val="{&quot;height&quot;:389.1749969482422,&quot;left&quot;:55.97501220703125,&quot;top&quot;:110.5,&quot;width&quot;:851.3500271630476}"/>
  <p:tag name="KSO_WM_DIAGRAM_COLOR_MATCH_VALUE" val="{&quot;shape&quot;:{&quot;fill&quot;:{&quot;type&quot;:0},&quot;glow&quot;:{&quot;colorType&quot;:0},&quot;line&quot;:{&quot;gradient&quot;:[{&quot;brightness&quot;:0,&quot;colorType&quot;:1,&quot;foreColorIndex&quot;:5,&quot;pos&quot;:0,&quot;transparency&quot;:1},{&quot;brightness&quot;:0,&quot;colorType&quot;:1,&quot;foreColorIndex&quot;:5,&quot;pos&quot;:1,&quot;transparency&quot;:0.44999998807907104}],&quot;type&quot;:2},&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DIAGRAM_USE_COLOR_VALUE" val="{&quot;color_scheme&quot;:1,&quot;color_type&quot;:1,&quot;theme_color_indexes&quot;:[5,5,5,5,5,5]}"/>
</p:tagLst>
</file>

<file path=ppt/tags/tag12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5023_3*n_h_i*1_1_1"/>
  <p:tag name="KSO_WM_TEMPLATE_CATEGORY" val="diagram"/>
  <p:tag name="KSO_WM_TEMPLATE_INDEX" val="20235023"/>
  <p:tag name="KSO_WM_UNIT_LAYERLEVEL" val="1_1_1"/>
  <p:tag name="KSO_WM_TAG_VERSION" val="3.0"/>
  <p:tag name="KSO_WM_UNIT_TYPE" val="n_h_i"/>
  <p:tag name="KSO_WM_UNIT_INDEX" val="1_1_1"/>
  <p:tag name="KSO_WM_DIAGRAM_GROUP_CODE" val="n1-1"/>
  <p:tag name="KSO_WM_DIAGRAM_VERSION" val="3"/>
  <p:tag name="KSO_WM_DIAGRAM_COLOR_TRICK" val="1"/>
  <p:tag name="KSO_WM_DIAGRAM_COLOR_TEXT_CAN_REMOVE" val="n"/>
  <p:tag name="KSO_WM_DIAGRAM_MAX_ITEMCNT" val="5"/>
  <p:tag name="KSO_WM_DIAGRAM_MIN_ITEMCNT" val="3"/>
  <p:tag name="KSO_WM_DIAGRAM_VIRTUALLY_FRAME" val="{&quot;height&quot;:389.1749969482422,&quot;left&quot;:55.97501220703125,&quot;top&quot;:110.5,&quot;width&quot;:851.3500271630476}"/>
  <p:tag name="KSO_WM_DIAGRAM_COLOR_MATCH_VALUE" val="{&quot;shape&quot;:{&quot;fill&quot;:{&quot;gradient&quot;:[{&quot;brightness&quot;:0,&quot;colorType&quot;:1,&quot;foreColorIndex&quot;:5,&quot;pos&quot;:0.11999999731779099,&quot;transparency&quot;:1},{&quot;brightness&quot;:0,&quot;colorType&quot;:1,&quot;foreColorIndex&quot;:5,&quot;pos&quot;:1,&quot;transparency&quot;:0.5099999904632568}],&quot;type&quot;:3},&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FILL_TYPE" val="3"/>
  <p:tag name="KSO_WM_DIAGRAM_USE_COLOR_VALUE" val="{&quot;color_scheme&quot;:1,&quot;color_type&quot;:1,&quot;theme_color_indexes&quot;:[5,5,5,5,5,5]}"/>
</p:tagLst>
</file>

<file path=ppt/tags/tag12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5023_3*n_h_i*1_1_2"/>
  <p:tag name="KSO_WM_TEMPLATE_CATEGORY" val="diagram"/>
  <p:tag name="KSO_WM_TEMPLATE_INDEX" val="20235023"/>
  <p:tag name="KSO_WM_UNIT_LAYERLEVEL" val="1_1_1"/>
  <p:tag name="KSO_WM_TAG_VERSION" val="3.0"/>
  <p:tag name="KSO_WM_UNIT_TYPE" val="n_h_i"/>
  <p:tag name="KSO_WM_UNIT_INDEX" val="1_1_2"/>
  <p:tag name="KSO_WM_DIAGRAM_GROUP_CODE" val="n1-1"/>
  <p:tag name="KSO_WM_DIAGRAM_VERSION" val="3"/>
  <p:tag name="KSO_WM_DIAGRAM_COLOR_TRICK" val="1"/>
  <p:tag name="KSO_WM_DIAGRAM_COLOR_TEXT_CAN_REMOVE" val="n"/>
  <p:tag name="KSO_WM_DIAGRAM_MAX_ITEMCNT" val="5"/>
  <p:tag name="KSO_WM_DIAGRAM_MIN_ITEMCNT" val="3"/>
  <p:tag name="KSO_WM_DIAGRAM_VIRTUALLY_FRAME" val="{&quot;height&quot;:389.1749969482422,&quot;left&quot;:55.97501220703125,&quot;top&quot;:110.5,&quot;width&quot;:851.3500271630476}"/>
  <p:tag name="KSO_WM_DIAGRAM_COLOR_MATCH_VALUE" val="{&quot;shape&quot;:{&quot;fill&quot;:{&quot;gradient&quot;:[{&quot;brightness&quot;:0.4000000059604645,&quot;colorType&quot;:1,&quot;foreColorIndex&quot;:5,&quot;pos&quot;:0.11999999731779099,&quot;transparency&quot;:1},{&quot;brightness&quot;:0,&quot;colorType&quot;:1,&quot;foreColorIndex&quot;:5,&quot;pos&quot;:1,&quot;transparency&quot;:0.5099999904632568}],&quot;type&quot;:3},&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FILL_TYPE" val="3"/>
  <p:tag name="KSO_WM_UNIT_TEXT_FILL_FORE_SCHEMECOLOR_INDEX" val="1"/>
  <p:tag name="KSO_WM_UNIT_TEXT_FILL_TYPE" val="1"/>
  <p:tag name="KSO_WM_DIAGRAM_USE_COLOR_VALUE" val="{&quot;color_scheme&quot;:1,&quot;color_type&quot;:1,&quot;theme_color_indexes&quot;:[5,5,5,5,5,5]}"/>
</p:tagLst>
</file>

<file path=ppt/tags/tag12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5023_3*n_h_i*1_1_5"/>
  <p:tag name="KSO_WM_TEMPLATE_CATEGORY" val="diagram"/>
  <p:tag name="KSO_WM_TEMPLATE_INDEX" val="20235023"/>
  <p:tag name="KSO_WM_UNIT_LAYERLEVEL" val="1_1_1"/>
  <p:tag name="KSO_WM_TAG_VERSION" val="3.0"/>
  <p:tag name="KSO_WM_UNIT_TYPE" val="n_h_i"/>
  <p:tag name="KSO_WM_UNIT_INDEX" val="1_1_5"/>
  <p:tag name="KSO_WM_DIAGRAM_GROUP_CODE" val="n1-1"/>
  <p:tag name="KSO_WM_DIAGRAM_VERSION" val="3"/>
  <p:tag name="KSO_WM_DIAGRAM_COLOR_TRICK" val="1"/>
  <p:tag name="KSO_WM_DIAGRAM_COLOR_TEXT_CAN_REMOVE" val="n"/>
  <p:tag name="KSO_WM_DIAGRAM_MAX_ITEMCNT" val="5"/>
  <p:tag name="KSO_WM_DIAGRAM_MIN_ITEMCNT" val="3"/>
  <p:tag name="KSO_WM_DIAGRAM_VIRTUALLY_FRAME" val="{&quot;height&quot;:389.1749969482422,&quot;left&quot;:55.97501220703125,&quot;top&quot;:110.5,&quot;width&quot;:851.3500271630476}"/>
  <p:tag name="KSO_WM_DIAGRAM_COLOR_MATCH_VALUE" val="{&quot;shape&quot;:{&quot;fill&quot;:{&quot;type&quot;:0},&quot;glow&quot;:{&quot;colorType&quot;:0},&quot;line&quot;:{&quot;gradient&quot;:[{&quot;brightness&quot;:0,&quot;colorType&quot;:2,&quot;pos&quot;:0.6600000262260437,&quot;rgb&quot;:&quot;#376fff&quot;,&quot;transparency&quot;:1},{&quot;brightness&quot;:0,&quot;colorType&quot;:1,&quot;foreColorIndex&quot;:5,&quot;pos&quot;:0.14000000059604645,&quot;transparency&quot;:1},{&quot;brightness&quot;:0,&quot;colorType&quot;:2,&quot;pos&quot;:0,&quot;rgb&quot;:&quot;#376fff&quot;,&quot;transparency&quot;:0.8399999737739563},{&quot;brightness&quot;:0,&quot;colorType&quot;:1,&quot;foreColorIndex&quot;:5,&quot;pos&quot;:1,&quot;transparency&quot;:0.800000011920929}],&quot;type&quot;:2},&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DIAGRAM_USE_COLOR_VALUE" val="{&quot;color_scheme&quot;:1,&quot;color_type&quot;:1,&quot;theme_color_indexes&quot;:[5,5,5,5,5,5]}"/>
</p:tagLst>
</file>

<file path=ppt/tags/tag12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5023_3*n_h_i*1_2_1"/>
  <p:tag name="KSO_WM_TEMPLATE_CATEGORY" val="diagram"/>
  <p:tag name="KSO_WM_TEMPLATE_INDEX" val="20235023"/>
  <p:tag name="KSO_WM_UNIT_LAYERLEVEL" val="1_1_1"/>
  <p:tag name="KSO_WM_TAG_VERSION" val="3.0"/>
  <p:tag name="KSO_WM_UNIT_TYPE" val="n_h_i"/>
  <p:tag name="KSO_WM_UNIT_INDEX" val="1_2_1"/>
  <p:tag name="KSO_WM_DIAGRAM_GROUP_CODE" val="n1-1"/>
  <p:tag name="KSO_WM_DIAGRAM_VERSION" val="3"/>
  <p:tag name="KSO_WM_DIAGRAM_COLOR_TRICK" val="1"/>
  <p:tag name="KSO_WM_DIAGRAM_COLOR_TEXT_CAN_REMOVE" val="n"/>
  <p:tag name="KSO_WM_DIAGRAM_MAX_ITEMCNT" val="5"/>
  <p:tag name="KSO_WM_DIAGRAM_MIN_ITEMCNT" val="3"/>
  <p:tag name="KSO_WM_DIAGRAM_VIRTUALLY_FRAME" val="{&quot;height&quot;:389.1749969482422,&quot;left&quot;:55.97501220703125,&quot;top&quot;:110.5,&quot;width&quot;:851.3500271630476}"/>
  <p:tag name="KSO_WM_DIAGRAM_COLOR_MATCH_VALUE" val="{&quot;shape&quot;:{&quot;fill&quot;:{&quot;type&quot;:0},&quot;glow&quot;:{&quot;colorType&quot;:0},&quot;line&quot;:{&quot;gradient&quot;:[{&quot;brightness&quot;:0,&quot;colorType&quot;:1,&quot;foreColorIndex&quot;:5,&quot;pos&quot;:1,&quot;transparency&quot;:1},{&quot;brightness&quot;:0,&quot;colorType&quot;:1,&quot;foreColorIndex&quot;:5,&quot;pos&quot;:0,&quot;transparency&quot;:0.8500000238418579}],&quot;type&quot;:2},&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TEXT_FILL_FORE_SCHEMECOLOR_INDEX" val="1"/>
  <p:tag name="KSO_WM_UNIT_TEXT_FILL_TYPE" val="1"/>
  <p:tag name="KSO_WM_DIAGRAM_USE_COLOR_VALUE" val="{&quot;color_scheme&quot;:1,&quot;color_type&quot;:1,&quot;theme_color_indexes&quot;:[5,5,5,5,5,5]}"/>
</p:tagLst>
</file>

<file path=ppt/tags/tag12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5023_3*n_h_h_i*1_2_1_1"/>
  <p:tag name="KSO_WM_TEMPLATE_CATEGORY" val="diagram"/>
  <p:tag name="KSO_WM_TEMPLATE_INDEX" val="20235023"/>
  <p:tag name="KSO_WM_UNIT_LAYERLEVEL" val="1_1_1_1"/>
  <p:tag name="KSO_WM_TAG_VERSION" val="3.0"/>
  <p:tag name="KSO_WM_UNIT_TYPE" val="n_h_h_i"/>
  <p:tag name="KSO_WM_UNIT_INDEX" val="1_2_1_1"/>
  <p:tag name="KSO_WM_DIAGRAM_GROUP_CODE" val="n1-1"/>
  <p:tag name="KSO_WM_DIAGRAM_VERSION" val="3"/>
  <p:tag name="KSO_WM_DIAGRAM_COLOR_TRICK" val="1"/>
  <p:tag name="KSO_WM_DIAGRAM_COLOR_TEXT_CAN_REMOVE" val="n"/>
  <p:tag name="KSO_WM_DIAGRAM_MAX_ITEMCNT" val="5"/>
  <p:tag name="KSO_WM_DIAGRAM_MIN_ITEMCNT" val="3"/>
  <p:tag name="KSO_WM_DIAGRAM_VIRTUALLY_FRAME" val="{&quot;height&quot;:389.1749969482422,&quot;left&quot;:55.97501220703125,&quot;top&quot;:110.5,&quot;width&quot;:851.3500271630476}"/>
  <p:tag name="KSO_WM_DIAGRAM_COLOR_MATCH_VALUE" val="{&quot;shape&quot;:{&quot;fill&quot;:{&quot;gradient&quot;:[{&quot;brightness&quot;:0,&quot;colorType&quot;:1,&quot;foreColorIndex&quot;:5,&quot;pos&quot;:0,&quot;transparency&quot;:0.9700000286102295},{&quot;brightness&quot;:0,&quot;colorType&quot;:1,&quot;foreColorIndex&quot;:5,&quot;pos&quot;:1,&quot;transparency&quot;:0.699999988079071}],&quot;type&quot;:3},&quot;glow&quot;:{&quot;colorType&quot;:0},&quot;line&quot;:{&quot;gradient&quot;:[{&quot;brightness&quot;:0,&quot;colorType&quot;:1,&quot;foreColorIndex&quot;:5,&quot;pos&quot;:1,&quot;transparency&quot;:1},{&quot;brightness&quot;:0,&quot;colorType&quot;:1,&quot;foreColorIndex&quot;:5,&quot;pos&quot;:0,&quot;transparency&quot;:0.800000011920929}],&quot;type&quot;:2},&quot;shadow&quot;:{&quot;colorType&quot;:0},&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FILL_TYPE" val="3"/>
  <p:tag name="KSO_WM_DIAGRAM_USE_COLOR_VALUE" val="{&quot;color_scheme&quot;:1,&quot;color_type&quot;:1,&quot;theme_color_indexes&quot;:[5,5,5,5,5,5]}"/>
</p:tagLst>
</file>

<file path=ppt/tags/tag12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5023_3*n_h_h_i*1_2_2_1"/>
  <p:tag name="KSO_WM_TEMPLATE_CATEGORY" val="diagram"/>
  <p:tag name="KSO_WM_TEMPLATE_INDEX" val="20235023"/>
  <p:tag name="KSO_WM_UNIT_LAYERLEVEL" val="1_1_1_1"/>
  <p:tag name="KSO_WM_TAG_VERSION" val="3.0"/>
  <p:tag name="KSO_WM_UNIT_TYPE" val="n_h_h_i"/>
  <p:tag name="KSO_WM_UNIT_INDEX" val="1_2_2_1"/>
  <p:tag name="KSO_WM_DIAGRAM_GROUP_CODE" val="n1-1"/>
  <p:tag name="KSO_WM_DIAGRAM_VERSION" val="3"/>
  <p:tag name="KSO_WM_DIAGRAM_COLOR_TRICK" val="1"/>
  <p:tag name="KSO_WM_DIAGRAM_COLOR_TEXT_CAN_REMOVE" val="n"/>
  <p:tag name="KSO_WM_DIAGRAM_MAX_ITEMCNT" val="5"/>
  <p:tag name="KSO_WM_DIAGRAM_MIN_ITEMCNT" val="3"/>
  <p:tag name="KSO_WM_DIAGRAM_VIRTUALLY_FRAME" val="{&quot;height&quot;:389.1749969482422,&quot;left&quot;:55.97501220703125,&quot;top&quot;:110.5,&quot;width&quot;:851.3500271630476}"/>
  <p:tag name="KSO_WM_DIAGRAM_COLOR_MATCH_VALUE" val="{&quot;shape&quot;:{&quot;fill&quot;:{&quot;gradient&quot;:[{&quot;brightness&quot;:0,&quot;colorType&quot;:1,&quot;foreColorIndex&quot;:5,&quot;pos&quot;:0,&quot;transparency&quot;:0.9700000286102295},{&quot;brightness&quot;:0,&quot;colorType&quot;:1,&quot;foreColorIndex&quot;:5,&quot;pos&quot;:1,&quot;transparency&quot;:0.699999988079071}],&quot;type&quot;:3},&quot;glow&quot;:{&quot;colorType&quot;:0},&quot;line&quot;:{&quot;gradient&quot;:[{&quot;brightness&quot;:0,&quot;colorType&quot;:1,&quot;foreColorIndex&quot;:5,&quot;pos&quot;:1,&quot;transparency&quot;:1},{&quot;brightness&quot;:0,&quot;colorType&quot;:1,&quot;foreColorIndex&quot;:5,&quot;pos&quot;:0,&quot;transparency&quot;:0.800000011920929}],&quot;type&quot;:2},&quot;shadow&quot;:{&quot;colorType&quot;:0},&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FILL_TYPE" val="3"/>
  <p:tag name="KSO_WM_DIAGRAM_USE_COLOR_VALUE" val="{&quot;color_scheme&quot;:1,&quot;color_type&quot;:1,&quot;theme_color_indexes&quot;:[5,5,5,5,5,5]}"/>
</p:tagLst>
</file>

<file path=ppt/tags/tag13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5023_3*n_h_h_i*1_2_3_1"/>
  <p:tag name="KSO_WM_TEMPLATE_CATEGORY" val="diagram"/>
  <p:tag name="KSO_WM_TEMPLATE_INDEX" val="20235023"/>
  <p:tag name="KSO_WM_UNIT_LAYERLEVEL" val="1_1_1_1"/>
  <p:tag name="KSO_WM_TAG_VERSION" val="3.0"/>
  <p:tag name="KSO_WM_UNIT_TYPE" val="n_h_h_i"/>
  <p:tag name="KSO_WM_UNIT_INDEX" val="1_2_3_1"/>
  <p:tag name="KSO_WM_DIAGRAM_GROUP_CODE" val="n1-1"/>
  <p:tag name="KSO_WM_DIAGRAM_VERSION" val="3"/>
  <p:tag name="KSO_WM_DIAGRAM_COLOR_TRICK" val="1"/>
  <p:tag name="KSO_WM_DIAGRAM_COLOR_TEXT_CAN_REMOVE" val="n"/>
  <p:tag name="KSO_WM_DIAGRAM_MAX_ITEMCNT" val="5"/>
  <p:tag name="KSO_WM_DIAGRAM_MIN_ITEMCNT" val="3"/>
  <p:tag name="KSO_WM_DIAGRAM_VIRTUALLY_FRAME" val="{&quot;height&quot;:389.1749969482422,&quot;left&quot;:55.97501220703125,&quot;top&quot;:110.5,&quot;width&quot;:851.3500271630476}"/>
  <p:tag name="KSO_WM_DIAGRAM_COLOR_MATCH_VALUE" val="{&quot;shape&quot;:{&quot;fill&quot;:{&quot;gradient&quot;:[{&quot;brightness&quot;:0,&quot;colorType&quot;:1,&quot;foreColorIndex&quot;:5,&quot;pos&quot;:0,&quot;transparency&quot;:0.9700000286102295},{&quot;brightness&quot;:0,&quot;colorType&quot;:1,&quot;foreColorIndex&quot;:5,&quot;pos&quot;:1,&quot;transparency&quot;:0.699999988079071}],&quot;type&quot;:3},&quot;glow&quot;:{&quot;colorType&quot;:0},&quot;line&quot;:{&quot;gradient&quot;:[{&quot;brightness&quot;:0,&quot;colorType&quot;:1,&quot;foreColorIndex&quot;:5,&quot;pos&quot;:1,&quot;transparency&quot;:1},{&quot;brightness&quot;:0,&quot;colorType&quot;:1,&quot;foreColorIndex&quot;:5,&quot;pos&quot;:0,&quot;transparency&quot;:0.800000011920929}],&quot;type&quot;:2},&quot;shadow&quot;:{&quot;colorType&quot;:0},&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FILL_TYPE" val="3"/>
  <p:tag name="KSO_WM_DIAGRAM_USE_COLOR_VALUE" val="{&quot;color_scheme&quot;:1,&quot;color_type&quot;:1,&quot;theme_color_indexes&quot;:[5,5,5,5,5,5]}"/>
</p:tagLst>
</file>

<file path=ppt/tags/tag13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5023_3*n_h_h_i*1_2_4_1"/>
  <p:tag name="KSO_WM_TEMPLATE_CATEGORY" val="diagram"/>
  <p:tag name="KSO_WM_TEMPLATE_INDEX" val="20235023"/>
  <p:tag name="KSO_WM_UNIT_LAYERLEVEL" val="1_1_1_1"/>
  <p:tag name="KSO_WM_TAG_VERSION" val="3.0"/>
  <p:tag name="KSO_WM_UNIT_TYPE" val="n_h_h_i"/>
  <p:tag name="KSO_WM_UNIT_INDEX" val="1_2_4_1"/>
  <p:tag name="KSO_WM_DIAGRAM_GROUP_CODE" val="n1-1"/>
  <p:tag name="KSO_WM_DIAGRAM_VERSION" val="3"/>
  <p:tag name="KSO_WM_DIAGRAM_COLOR_TRICK" val="1"/>
  <p:tag name="KSO_WM_DIAGRAM_COLOR_TEXT_CAN_REMOVE" val="n"/>
  <p:tag name="KSO_WM_DIAGRAM_MAX_ITEMCNT" val="5"/>
  <p:tag name="KSO_WM_DIAGRAM_MIN_ITEMCNT" val="3"/>
  <p:tag name="KSO_WM_DIAGRAM_VIRTUALLY_FRAME" val="{&quot;height&quot;:389.1749969482422,&quot;left&quot;:55.97501220703125,&quot;top&quot;:110.5,&quot;width&quot;:851.3500271630476}"/>
  <p:tag name="KSO_WM_DIAGRAM_COLOR_MATCH_VALUE" val="{&quot;shape&quot;:{&quot;fill&quot;:{&quot;gradient&quot;:[{&quot;brightness&quot;:0,&quot;colorType&quot;:1,&quot;foreColorIndex&quot;:5,&quot;pos&quot;:0,&quot;transparency&quot;:0.9700000286102295},{&quot;brightness&quot;:0,&quot;colorType&quot;:1,&quot;foreColorIndex&quot;:5,&quot;pos&quot;:1,&quot;transparency&quot;:0.699999988079071}],&quot;type&quot;:3},&quot;glow&quot;:{&quot;colorType&quot;:0},&quot;line&quot;:{&quot;gradient&quot;:[{&quot;brightness&quot;:0,&quot;colorType&quot;:1,&quot;foreColorIndex&quot;:5,&quot;pos&quot;:1,&quot;transparency&quot;:1},{&quot;brightness&quot;:0,&quot;colorType&quot;:1,&quot;foreColorIndex&quot;:5,&quot;pos&quot;:0,&quot;transparency&quot;:0.800000011920929}],&quot;type&quot;:2},&quot;shadow&quot;:{&quot;colorType&quot;:0},&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FILL_TYPE" val="3"/>
  <p:tag name="KSO_WM_DIAGRAM_USE_COLOR_VALUE" val="{&quot;color_scheme&quot;:1,&quot;color_type&quot;:1,&quot;theme_color_indexes&quot;:[5,5,5,5,5,5]}"/>
</p:tagLst>
</file>

<file path=ppt/tags/tag13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5023_3*n_h_h_i*1_2_5_1"/>
  <p:tag name="KSO_WM_TEMPLATE_CATEGORY" val="diagram"/>
  <p:tag name="KSO_WM_TEMPLATE_INDEX" val="20235023"/>
  <p:tag name="KSO_WM_UNIT_LAYERLEVEL" val="1_1_1_1"/>
  <p:tag name="KSO_WM_TAG_VERSION" val="3.0"/>
  <p:tag name="KSO_WM_UNIT_TYPE" val="n_h_h_i"/>
  <p:tag name="KSO_WM_UNIT_INDEX" val="1_2_5_1"/>
  <p:tag name="KSO_WM_DIAGRAM_GROUP_CODE" val="n1-1"/>
  <p:tag name="KSO_WM_DIAGRAM_VERSION" val="3"/>
  <p:tag name="KSO_WM_DIAGRAM_COLOR_TRICK" val="1"/>
  <p:tag name="KSO_WM_DIAGRAM_COLOR_TEXT_CAN_REMOVE" val="n"/>
  <p:tag name="KSO_WM_DIAGRAM_MAX_ITEMCNT" val="5"/>
  <p:tag name="KSO_WM_DIAGRAM_MIN_ITEMCNT" val="3"/>
  <p:tag name="KSO_WM_DIAGRAM_VIRTUALLY_FRAME" val="{&quot;height&quot;:389.1749969482422,&quot;left&quot;:55.97501220703125,&quot;top&quot;:110.5,&quot;width&quot;:851.3500271630476}"/>
  <p:tag name="KSO_WM_DIAGRAM_COLOR_MATCH_VALUE" val="{&quot;shape&quot;:{&quot;fill&quot;:{&quot;gradient&quot;:[{&quot;brightness&quot;:0,&quot;colorType&quot;:1,&quot;foreColorIndex&quot;:5,&quot;pos&quot;:0,&quot;transparency&quot;:0.9700000286102295},{&quot;brightness&quot;:0,&quot;colorType&quot;:1,&quot;foreColorIndex&quot;:5,&quot;pos&quot;:1,&quot;transparency&quot;:0.699999988079071}],&quot;type&quot;:3},&quot;glow&quot;:{&quot;colorType&quot;:0},&quot;line&quot;:{&quot;gradient&quot;:[{&quot;brightness&quot;:0,&quot;colorType&quot;:1,&quot;foreColorIndex&quot;:5,&quot;pos&quot;:1,&quot;transparency&quot;:1},{&quot;brightness&quot;:0,&quot;colorType&quot;:1,&quot;foreColorIndex&quot;:5,&quot;pos&quot;:0,&quot;transparency&quot;:0.800000011920929}],&quot;type&quot;:2},&quot;shadow&quot;:{&quot;colorType&quot;:0},&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FILL_TYPE" val="3"/>
  <p:tag name="KSO_WM_DIAGRAM_USE_COLOR_VALUE" val="{&quot;color_scheme&quot;:1,&quot;color_type&quot;:1,&quot;theme_color_indexes&quot;:[5,5,5,5,5,5]}"/>
</p:tagLst>
</file>

<file path=ppt/tags/tag133.xml><?xml version="1.0" encoding="utf-8"?>
<p:tagLst xmlns:p="http://schemas.openxmlformats.org/presentationml/2006/main">
  <p:tag name="KSO_WM_UNIT_ISCONTENTSTITLE" val="0"/>
  <p:tag name="KSO_WM_UNIT_ISNUMDGMTITLE" val="0"/>
  <p:tag name="KSO_WM_UNIT_NOCLEAR" val="0"/>
  <p:tag name="KSO_WM_UNIT_VALUE" val="18"/>
  <p:tag name="KSO_WM_UNIT_HIGHLIGHT" val="0"/>
  <p:tag name="KSO_WM_UNIT_COMPATIBLE" val="0"/>
  <p:tag name="KSO_WM_UNIT_DIAGRAM_ISNUMVISUAL" val="0"/>
  <p:tag name="KSO_WM_UNIT_DIAGRAM_ISREFERUNIT" val="0"/>
  <p:tag name="KSO_WM_UNIT_TYPE" val="n_h_h_a"/>
  <p:tag name="KSO_WM_UNIT_INDEX" val="1_2_1_1"/>
  <p:tag name="KSO_WM_UNIT_ID" val="diagram20235023_3*n_h_h_a*1_2_1_1"/>
  <p:tag name="KSO_WM_TEMPLATE_CATEGORY" val="diagram"/>
  <p:tag name="KSO_WM_TEMPLATE_INDEX" val="20235023"/>
  <p:tag name="KSO_WM_UNIT_LAYERLEVEL" val="1_1_1_1"/>
  <p:tag name="KSO_WM_TAG_VERSION" val="3.0"/>
  <p:tag name="KSO_WM_DIAGRAM_MAX_ITEMCNT" val="5"/>
  <p:tag name="KSO_WM_DIAGRAM_MIN_ITEMCNT" val="3"/>
  <p:tag name="KSO_WM_DIAGRAM_VIRTUALLY_FRAME" val="{&quot;height&quot;:389.1749969482422,&quot;left&quot;:55.97501220703125,&quot;top&quot;:110.5,&quot;width&quot;:851.3500271630476}"/>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DIAGRAM_GROUP_CODE" val="n1-1"/>
  <p:tag name="KSO_WM_DIAGRAM_VERSION" val="3"/>
  <p:tag name="KSO_WM_DIAGRAM_COLOR_TRICK" val="1"/>
  <p:tag name="KSO_WM_DIAGRAM_COLOR_TEXT_CAN_REMOVE" val="n"/>
  <p:tag name="KSO_WM_BEAUTIFY_FLAG" val="#wm#"/>
  <p:tag name="KSO_WM_UNIT_TEXT_TYPE" val="1"/>
  <p:tag name="KSO_WM_UNIT_PRESET_TEXT" val="单击添加标题"/>
  <p:tag name="KSO_WM_UNIT_TEXT_FILL_FORE_SCHEMECOLOR_INDEX" val="1"/>
  <p:tag name="KSO_WM_UNIT_TEXT_FILL_TYPE" val="1"/>
  <p:tag name="KSO_WM_DIAGRAM_USE_COLOR_VALUE" val="{&quot;color_scheme&quot;:1,&quot;color_type&quot;:1,&quot;theme_color_indexes&quot;:[5,5,5,5,5,5]}"/>
</p:tagLst>
</file>

<file path=ppt/tags/tag134.xml><?xml version="1.0" encoding="utf-8"?>
<p:tagLst xmlns:p="http://schemas.openxmlformats.org/presentationml/2006/main">
  <p:tag name="KSO_WM_UNIT_SUBTYPE" val="a"/>
  <p:tag name="KSO_WM_UNIT_NOCLEAR" val="0"/>
  <p:tag name="KSO_WM_UNIT_VALUE" val="40"/>
  <p:tag name="KSO_WM_UNIT_HIGHLIGHT" val="0"/>
  <p:tag name="KSO_WM_UNIT_COMPATIBLE" val="0"/>
  <p:tag name="KSO_WM_UNIT_DIAGRAM_ISNUMVISUAL" val="0"/>
  <p:tag name="KSO_WM_UNIT_DIAGRAM_ISREFERUNIT" val="0"/>
  <p:tag name="KSO_WM_UNIT_TYPE" val="n_h_h_f"/>
  <p:tag name="KSO_WM_UNIT_INDEX" val="1_2_1_1"/>
  <p:tag name="KSO_WM_UNIT_ID" val="diagram20235023_3*n_h_h_f*1_2_1_1"/>
  <p:tag name="KSO_WM_TEMPLATE_CATEGORY" val="diagram"/>
  <p:tag name="KSO_WM_TEMPLATE_INDEX" val="20235023"/>
  <p:tag name="KSO_WM_UNIT_LAYERLEVEL" val="1_1_1_1"/>
  <p:tag name="KSO_WM_TAG_VERSION" val="3.0"/>
  <p:tag name="KSO_WM_DIAGRAM_MAX_ITEMCNT" val="5"/>
  <p:tag name="KSO_WM_DIAGRAM_MIN_ITEMCNT" val="3"/>
  <p:tag name="KSO_WM_DIAGRAM_VIRTUALLY_FRAME" val="{&quot;height&quot;:389.1749969482422,&quot;left&quot;:55.97501220703125,&quot;top&quot;:110.5,&quot;width&quot;:851.3500271630476}"/>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DIAGRAM_GROUP_CODE" val="n1-1"/>
  <p:tag name="KSO_WM_DIAGRAM_VERSION" val="3"/>
  <p:tag name="KSO_WM_DIAGRAM_COLOR_TRICK" val="1"/>
  <p:tag name="KSO_WM_DIAGRAM_COLOR_TEXT_CAN_REMOVE" val="n"/>
  <p:tag name="KSO_WM_UNIT_TEXT_LAYER_COUNT" val="1"/>
  <p:tag name="KSO_WM_BEAUTIFY_FLAG" val="#wm#"/>
  <p:tag name="KSO_WM_UNIT_TEXT_TYPE" val="1"/>
  <p:tag name="KSO_WM_UNIT_PRESET_TEXT" val="单击此处添加文本具体内容，简明扼要地阐述您的观点。根据需要可酌情增减文字内容"/>
  <p:tag name="KSO_WM_UNIT_TEXT_FILL_FORE_SCHEMECOLOR_INDEX" val="1"/>
  <p:tag name="KSO_WM_UNIT_TEXT_FILL_TYPE" val="1"/>
  <p:tag name="KSO_WM_DIAGRAM_USE_COLOR_VALUE" val="{&quot;color_scheme&quot;:1,&quot;color_type&quot;:1,&quot;theme_color_indexes&quot;:[5,5,5,5,5,5]}"/>
</p:tagLst>
</file>

<file path=ppt/tags/tag135.xml><?xml version="1.0" encoding="utf-8"?>
<p:tagLst xmlns:p="http://schemas.openxmlformats.org/presentationml/2006/main">
  <p:tag name="KSO_WM_UNIT_ISCONTENTSTITLE" val="0"/>
  <p:tag name="KSO_WM_UNIT_ISNUMDGMTITLE" val="0"/>
  <p:tag name="KSO_WM_UNIT_NOCLEAR" val="0"/>
  <p:tag name="KSO_WM_UNIT_VALUE" val="18"/>
  <p:tag name="KSO_WM_UNIT_HIGHLIGHT" val="0"/>
  <p:tag name="KSO_WM_UNIT_COMPATIBLE" val="0"/>
  <p:tag name="KSO_WM_UNIT_DIAGRAM_ISNUMVISUAL" val="0"/>
  <p:tag name="KSO_WM_UNIT_DIAGRAM_ISREFERUNIT" val="0"/>
  <p:tag name="KSO_WM_UNIT_TYPE" val="n_h_h_a"/>
  <p:tag name="KSO_WM_UNIT_INDEX" val="1_2_2_1"/>
  <p:tag name="KSO_WM_UNIT_ID" val="diagram20235023_3*n_h_h_a*1_2_2_1"/>
  <p:tag name="KSO_WM_TEMPLATE_CATEGORY" val="diagram"/>
  <p:tag name="KSO_WM_TEMPLATE_INDEX" val="20235023"/>
  <p:tag name="KSO_WM_UNIT_LAYERLEVEL" val="1_1_1_1"/>
  <p:tag name="KSO_WM_TAG_VERSION" val="3.0"/>
  <p:tag name="KSO_WM_DIAGRAM_MAX_ITEMCNT" val="5"/>
  <p:tag name="KSO_WM_DIAGRAM_MIN_ITEMCNT" val="3"/>
  <p:tag name="KSO_WM_DIAGRAM_VIRTUALLY_FRAME" val="{&quot;height&quot;:389.1749969482422,&quot;left&quot;:55.97501220703125,&quot;top&quot;:110.5,&quot;width&quot;:851.3500271630476}"/>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DIAGRAM_GROUP_CODE" val="n1-1"/>
  <p:tag name="KSO_WM_DIAGRAM_VERSION" val="3"/>
  <p:tag name="KSO_WM_DIAGRAM_COLOR_TRICK" val="1"/>
  <p:tag name="KSO_WM_DIAGRAM_COLOR_TEXT_CAN_REMOVE" val="n"/>
  <p:tag name="KSO_WM_BEAUTIFY_FLAG" val="#wm#"/>
  <p:tag name="KSO_WM_UNIT_TEXT_TYPE" val="1"/>
  <p:tag name="KSO_WM_UNIT_PRESET_TEXT" val="单击添加标题"/>
  <p:tag name="KSO_WM_UNIT_TEXT_FILL_FORE_SCHEMECOLOR_INDEX" val="1"/>
  <p:tag name="KSO_WM_UNIT_TEXT_FILL_TYPE" val="1"/>
  <p:tag name="KSO_WM_DIAGRAM_USE_COLOR_VALUE" val="{&quot;color_scheme&quot;:1,&quot;color_type&quot;:1,&quot;theme_color_indexes&quot;:[5,5,5,5,5,5]}"/>
</p:tagLst>
</file>

<file path=ppt/tags/tag136.xml><?xml version="1.0" encoding="utf-8"?>
<p:tagLst xmlns:p="http://schemas.openxmlformats.org/presentationml/2006/main">
  <p:tag name="KSO_WM_UNIT_SUBTYPE" val="a"/>
  <p:tag name="KSO_WM_UNIT_NOCLEAR" val="0"/>
  <p:tag name="KSO_WM_UNIT_VALUE" val="40"/>
  <p:tag name="KSO_WM_UNIT_HIGHLIGHT" val="0"/>
  <p:tag name="KSO_WM_UNIT_COMPATIBLE" val="0"/>
  <p:tag name="KSO_WM_UNIT_DIAGRAM_ISNUMVISUAL" val="0"/>
  <p:tag name="KSO_WM_UNIT_DIAGRAM_ISREFERUNIT" val="0"/>
  <p:tag name="KSO_WM_UNIT_TYPE" val="n_h_h_f"/>
  <p:tag name="KSO_WM_UNIT_INDEX" val="1_2_2_1"/>
  <p:tag name="KSO_WM_UNIT_ID" val="diagram20235023_3*n_h_h_f*1_2_2_1"/>
  <p:tag name="KSO_WM_TEMPLATE_CATEGORY" val="diagram"/>
  <p:tag name="KSO_WM_TEMPLATE_INDEX" val="20235023"/>
  <p:tag name="KSO_WM_UNIT_LAYERLEVEL" val="1_1_1_1"/>
  <p:tag name="KSO_WM_TAG_VERSION" val="3.0"/>
  <p:tag name="KSO_WM_DIAGRAM_MAX_ITEMCNT" val="5"/>
  <p:tag name="KSO_WM_DIAGRAM_MIN_ITEMCNT" val="3"/>
  <p:tag name="KSO_WM_DIAGRAM_VIRTUALLY_FRAME" val="{&quot;height&quot;:389.1749969482422,&quot;left&quot;:55.97501220703125,&quot;top&quot;:110.5,&quot;width&quot;:851.3500271630476}"/>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DIAGRAM_GROUP_CODE" val="n1-1"/>
  <p:tag name="KSO_WM_DIAGRAM_VERSION" val="3"/>
  <p:tag name="KSO_WM_DIAGRAM_COLOR_TRICK" val="1"/>
  <p:tag name="KSO_WM_DIAGRAM_COLOR_TEXT_CAN_REMOVE" val="n"/>
  <p:tag name="KSO_WM_UNIT_TEXT_LAYER_COUNT" val="1"/>
  <p:tag name="KSO_WM_BEAUTIFY_FLAG" val="#wm#"/>
  <p:tag name="KSO_WM_UNIT_TEXT_TYPE" val="1"/>
  <p:tag name="KSO_WM_UNIT_PRESET_TEXT" val="单击此处添加文本具体内容，简明扼要地阐述您的观点。根据需要可酌情增减文字内容"/>
  <p:tag name="KSO_WM_UNIT_TEXT_FILL_FORE_SCHEMECOLOR_INDEX" val="1"/>
  <p:tag name="KSO_WM_UNIT_TEXT_FILL_TYPE" val="1"/>
  <p:tag name="KSO_WM_DIAGRAM_USE_COLOR_VALUE" val="{&quot;color_scheme&quot;:1,&quot;color_type&quot;:1,&quot;theme_color_indexes&quot;:[5,5,5,5,5,5]}"/>
</p:tagLst>
</file>

<file path=ppt/tags/tag137.xml><?xml version="1.0" encoding="utf-8"?>
<p:tagLst xmlns:p="http://schemas.openxmlformats.org/presentationml/2006/main">
  <p:tag name="KSO_WM_UNIT_ISCONTENTSTITLE" val="0"/>
  <p:tag name="KSO_WM_UNIT_ISNUMDGMTITLE" val="0"/>
  <p:tag name="KSO_WM_UNIT_NOCLEAR" val="0"/>
  <p:tag name="KSO_WM_UNIT_VALUE" val="18"/>
  <p:tag name="KSO_WM_UNIT_HIGHLIGHT" val="0"/>
  <p:tag name="KSO_WM_UNIT_COMPATIBLE" val="0"/>
  <p:tag name="KSO_WM_UNIT_DIAGRAM_ISNUMVISUAL" val="0"/>
  <p:tag name="KSO_WM_UNIT_DIAGRAM_ISREFERUNIT" val="0"/>
  <p:tag name="KSO_WM_UNIT_TYPE" val="n_h_h_a"/>
  <p:tag name="KSO_WM_UNIT_INDEX" val="1_2_3_1"/>
  <p:tag name="KSO_WM_UNIT_ID" val="diagram20235023_3*n_h_h_a*1_2_3_1"/>
  <p:tag name="KSO_WM_TEMPLATE_CATEGORY" val="diagram"/>
  <p:tag name="KSO_WM_TEMPLATE_INDEX" val="20235023"/>
  <p:tag name="KSO_WM_UNIT_LAYERLEVEL" val="1_1_1_1"/>
  <p:tag name="KSO_WM_TAG_VERSION" val="3.0"/>
  <p:tag name="KSO_WM_DIAGRAM_MAX_ITEMCNT" val="5"/>
  <p:tag name="KSO_WM_DIAGRAM_MIN_ITEMCNT" val="3"/>
  <p:tag name="KSO_WM_DIAGRAM_VIRTUALLY_FRAME" val="{&quot;height&quot;:389.1749969482422,&quot;left&quot;:55.97501220703125,&quot;top&quot;:110.5,&quot;width&quot;:851.3500271630476}"/>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DIAGRAM_GROUP_CODE" val="n1-1"/>
  <p:tag name="KSO_WM_DIAGRAM_VERSION" val="3"/>
  <p:tag name="KSO_WM_DIAGRAM_COLOR_TRICK" val="1"/>
  <p:tag name="KSO_WM_DIAGRAM_COLOR_TEXT_CAN_REMOVE" val="n"/>
  <p:tag name="KSO_WM_BEAUTIFY_FLAG" val="#wm#"/>
  <p:tag name="KSO_WM_UNIT_TEXT_TYPE" val="1"/>
  <p:tag name="KSO_WM_UNIT_PRESET_TEXT" val="单击添加标题"/>
  <p:tag name="KSO_WM_UNIT_TEXT_FILL_FORE_SCHEMECOLOR_INDEX" val="1"/>
  <p:tag name="KSO_WM_UNIT_TEXT_FILL_TYPE" val="1"/>
  <p:tag name="KSO_WM_DIAGRAM_USE_COLOR_VALUE" val="{&quot;color_scheme&quot;:1,&quot;color_type&quot;:1,&quot;theme_color_indexes&quot;:[5,5,5,5,5,5]}"/>
</p:tagLst>
</file>

<file path=ppt/tags/tag138.xml><?xml version="1.0" encoding="utf-8"?>
<p:tagLst xmlns:p="http://schemas.openxmlformats.org/presentationml/2006/main">
  <p:tag name="KSO_WM_UNIT_SUBTYPE" val="a"/>
  <p:tag name="KSO_WM_UNIT_NOCLEAR" val="0"/>
  <p:tag name="KSO_WM_UNIT_VALUE" val="40"/>
  <p:tag name="KSO_WM_UNIT_HIGHLIGHT" val="0"/>
  <p:tag name="KSO_WM_UNIT_COMPATIBLE" val="0"/>
  <p:tag name="KSO_WM_UNIT_DIAGRAM_ISNUMVISUAL" val="0"/>
  <p:tag name="KSO_WM_UNIT_DIAGRAM_ISREFERUNIT" val="0"/>
  <p:tag name="KSO_WM_UNIT_TYPE" val="n_h_h_f"/>
  <p:tag name="KSO_WM_UNIT_INDEX" val="1_2_3_1"/>
  <p:tag name="KSO_WM_UNIT_ID" val="diagram20235023_3*n_h_h_f*1_2_3_1"/>
  <p:tag name="KSO_WM_TEMPLATE_CATEGORY" val="diagram"/>
  <p:tag name="KSO_WM_TEMPLATE_INDEX" val="20235023"/>
  <p:tag name="KSO_WM_UNIT_LAYERLEVEL" val="1_1_1_1"/>
  <p:tag name="KSO_WM_TAG_VERSION" val="3.0"/>
  <p:tag name="KSO_WM_DIAGRAM_MAX_ITEMCNT" val="5"/>
  <p:tag name="KSO_WM_DIAGRAM_MIN_ITEMCNT" val="3"/>
  <p:tag name="KSO_WM_DIAGRAM_VIRTUALLY_FRAME" val="{&quot;height&quot;:389.1749969482422,&quot;left&quot;:55.97501220703125,&quot;top&quot;:110.5,&quot;width&quot;:851.3500271630476}"/>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DIAGRAM_GROUP_CODE" val="n1-1"/>
  <p:tag name="KSO_WM_DIAGRAM_VERSION" val="3"/>
  <p:tag name="KSO_WM_DIAGRAM_COLOR_TRICK" val="1"/>
  <p:tag name="KSO_WM_DIAGRAM_COLOR_TEXT_CAN_REMOVE" val="n"/>
  <p:tag name="KSO_WM_UNIT_TEXT_LAYER_COUNT" val="1"/>
  <p:tag name="KSO_WM_BEAUTIFY_FLAG" val="#wm#"/>
  <p:tag name="KSO_WM_UNIT_TEXT_TYPE" val="1"/>
  <p:tag name="KSO_WM_UNIT_PRESET_TEXT" val="单击此处添加文本具体内容，简明扼要地阐述您的观点。根据需要可酌情增减文字内容"/>
  <p:tag name="KSO_WM_UNIT_TEXT_FILL_FORE_SCHEMECOLOR_INDEX" val="1"/>
  <p:tag name="KSO_WM_UNIT_TEXT_FILL_TYPE" val="1"/>
  <p:tag name="KSO_WM_DIAGRAM_USE_COLOR_VALUE" val="{&quot;color_scheme&quot;:1,&quot;color_type&quot;:1,&quot;theme_color_indexes&quot;:[5,5,5,5,5,5]}"/>
</p:tagLst>
</file>

<file path=ppt/tags/tag139.xml><?xml version="1.0" encoding="utf-8"?>
<p:tagLst xmlns:p="http://schemas.openxmlformats.org/presentationml/2006/main">
  <p:tag name="KSO_WM_UNIT_ISCONTENTSTITLE" val="0"/>
  <p:tag name="KSO_WM_UNIT_ISNUMDGMTITLE" val="0"/>
  <p:tag name="KSO_WM_UNIT_NOCLEAR" val="0"/>
  <p:tag name="KSO_WM_UNIT_VALUE" val="18"/>
  <p:tag name="KSO_WM_UNIT_HIGHLIGHT" val="0"/>
  <p:tag name="KSO_WM_UNIT_COMPATIBLE" val="0"/>
  <p:tag name="KSO_WM_UNIT_DIAGRAM_ISNUMVISUAL" val="0"/>
  <p:tag name="KSO_WM_UNIT_DIAGRAM_ISREFERUNIT" val="0"/>
  <p:tag name="KSO_WM_UNIT_TYPE" val="n_h_h_a"/>
  <p:tag name="KSO_WM_UNIT_INDEX" val="1_2_4_1"/>
  <p:tag name="KSO_WM_UNIT_ID" val="diagram20235023_3*n_h_h_a*1_2_4_1"/>
  <p:tag name="KSO_WM_TEMPLATE_CATEGORY" val="diagram"/>
  <p:tag name="KSO_WM_TEMPLATE_INDEX" val="20235023"/>
  <p:tag name="KSO_WM_UNIT_LAYERLEVEL" val="1_1_1_1"/>
  <p:tag name="KSO_WM_TAG_VERSION" val="3.0"/>
  <p:tag name="KSO_WM_DIAGRAM_MAX_ITEMCNT" val="5"/>
  <p:tag name="KSO_WM_DIAGRAM_MIN_ITEMCNT" val="3"/>
  <p:tag name="KSO_WM_DIAGRAM_VIRTUALLY_FRAME" val="{&quot;height&quot;:389.1749969482422,&quot;left&quot;:55.97501220703125,&quot;top&quot;:110.5,&quot;width&quot;:851.3500271630476}"/>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DIAGRAM_GROUP_CODE" val="n1-1"/>
  <p:tag name="KSO_WM_DIAGRAM_VERSION" val="3"/>
  <p:tag name="KSO_WM_DIAGRAM_COLOR_TRICK" val="1"/>
  <p:tag name="KSO_WM_DIAGRAM_COLOR_TEXT_CAN_REMOVE" val="n"/>
  <p:tag name="KSO_WM_BEAUTIFY_FLAG" val="#wm#"/>
  <p:tag name="KSO_WM_UNIT_TEXT_TYPE" val="1"/>
  <p:tag name="KSO_WM_UNIT_PRESET_TEXT" val="单击添加标题"/>
  <p:tag name="KSO_WM_UNIT_TEXT_FILL_FORE_SCHEMECOLOR_INDEX" val="1"/>
  <p:tag name="KSO_WM_UNIT_TEXT_FILL_TYPE" val="1"/>
  <p:tag name="KSO_WM_DIAGRAM_USE_COLOR_VALUE" val="{&quot;color_scheme&quot;:1,&quot;color_type&quot;:1,&quot;theme_color_indexes&quot;:[5,5,5,5,5,5]}"/>
</p:tagLst>
</file>

<file path=ppt/tags/tag140.xml><?xml version="1.0" encoding="utf-8"?>
<p:tagLst xmlns:p="http://schemas.openxmlformats.org/presentationml/2006/main">
  <p:tag name="KSO_WM_UNIT_SUBTYPE" val="a"/>
  <p:tag name="KSO_WM_UNIT_NOCLEAR" val="0"/>
  <p:tag name="KSO_WM_UNIT_VALUE" val="40"/>
  <p:tag name="KSO_WM_UNIT_HIGHLIGHT" val="0"/>
  <p:tag name="KSO_WM_UNIT_COMPATIBLE" val="0"/>
  <p:tag name="KSO_WM_UNIT_DIAGRAM_ISNUMVISUAL" val="0"/>
  <p:tag name="KSO_WM_UNIT_DIAGRAM_ISREFERUNIT" val="0"/>
  <p:tag name="KSO_WM_UNIT_TYPE" val="n_h_h_f"/>
  <p:tag name="KSO_WM_UNIT_INDEX" val="1_2_4_1"/>
  <p:tag name="KSO_WM_UNIT_ID" val="diagram20235023_3*n_h_h_f*1_2_4_1"/>
  <p:tag name="KSO_WM_TEMPLATE_CATEGORY" val="diagram"/>
  <p:tag name="KSO_WM_TEMPLATE_INDEX" val="20235023"/>
  <p:tag name="KSO_WM_UNIT_LAYERLEVEL" val="1_1_1_1"/>
  <p:tag name="KSO_WM_TAG_VERSION" val="3.0"/>
  <p:tag name="KSO_WM_DIAGRAM_MAX_ITEMCNT" val="5"/>
  <p:tag name="KSO_WM_DIAGRAM_MIN_ITEMCNT" val="3"/>
  <p:tag name="KSO_WM_DIAGRAM_VIRTUALLY_FRAME" val="{&quot;height&quot;:389.1749969482422,&quot;left&quot;:55.97501220703125,&quot;top&quot;:110.5,&quot;width&quot;:851.3500271630476}"/>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DIAGRAM_GROUP_CODE" val="n1-1"/>
  <p:tag name="KSO_WM_DIAGRAM_VERSION" val="3"/>
  <p:tag name="KSO_WM_DIAGRAM_COLOR_TRICK" val="1"/>
  <p:tag name="KSO_WM_DIAGRAM_COLOR_TEXT_CAN_REMOVE" val="n"/>
  <p:tag name="KSO_WM_UNIT_TEXT_LAYER_COUNT" val="1"/>
  <p:tag name="KSO_WM_BEAUTIFY_FLAG" val="#wm#"/>
  <p:tag name="KSO_WM_UNIT_TEXT_TYPE" val="1"/>
  <p:tag name="KSO_WM_UNIT_PRESET_TEXT" val="单击此处添加文本具体内容，简明扼要地阐述您的观点。根据需要可酌情增减文字内容"/>
  <p:tag name="KSO_WM_UNIT_TEXT_FILL_FORE_SCHEMECOLOR_INDEX" val="1"/>
  <p:tag name="KSO_WM_UNIT_TEXT_FILL_TYPE" val="1"/>
  <p:tag name="KSO_WM_DIAGRAM_USE_COLOR_VALUE" val="{&quot;color_scheme&quot;:1,&quot;color_type&quot;:1,&quot;theme_color_indexes&quot;:[5,5,5,5,5,5]}"/>
</p:tagLst>
</file>

<file path=ppt/tags/tag141.xml><?xml version="1.0" encoding="utf-8"?>
<p:tagLst xmlns:p="http://schemas.openxmlformats.org/presentationml/2006/main">
  <p:tag name="KSO_WM_UNIT_ISCONTENTSTITLE" val="0"/>
  <p:tag name="KSO_WM_UNIT_ISNUMDGMTITLE" val="0"/>
  <p:tag name="KSO_WM_UNIT_NOCLEAR" val="0"/>
  <p:tag name="KSO_WM_UNIT_VALUE" val="18"/>
  <p:tag name="KSO_WM_UNIT_HIGHLIGHT" val="0"/>
  <p:tag name="KSO_WM_UNIT_COMPATIBLE" val="0"/>
  <p:tag name="KSO_WM_UNIT_DIAGRAM_ISNUMVISUAL" val="0"/>
  <p:tag name="KSO_WM_UNIT_DIAGRAM_ISREFERUNIT" val="0"/>
  <p:tag name="KSO_WM_UNIT_TYPE" val="n_h_h_a"/>
  <p:tag name="KSO_WM_UNIT_INDEX" val="1_2_5_1"/>
  <p:tag name="KSO_WM_UNIT_ID" val="diagram20235023_3*n_h_h_a*1_2_5_1"/>
  <p:tag name="KSO_WM_TEMPLATE_CATEGORY" val="diagram"/>
  <p:tag name="KSO_WM_TEMPLATE_INDEX" val="20235023"/>
  <p:tag name="KSO_WM_UNIT_LAYERLEVEL" val="1_1_1_1"/>
  <p:tag name="KSO_WM_TAG_VERSION" val="3.0"/>
  <p:tag name="KSO_WM_DIAGRAM_MAX_ITEMCNT" val="5"/>
  <p:tag name="KSO_WM_DIAGRAM_MIN_ITEMCNT" val="3"/>
  <p:tag name="KSO_WM_DIAGRAM_VIRTUALLY_FRAME" val="{&quot;height&quot;:389.1749969482422,&quot;left&quot;:55.97501220703125,&quot;top&quot;:110.5,&quot;width&quot;:851.3500271630476}"/>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DIAGRAM_GROUP_CODE" val="n1-1"/>
  <p:tag name="KSO_WM_DIAGRAM_VERSION" val="3"/>
  <p:tag name="KSO_WM_DIAGRAM_COLOR_TRICK" val="1"/>
  <p:tag name="KSO_WM_DIAGRAM_COLOR_TEXT_CAN_REMOVE" val="n"/>
  <p:tag name="KSO_WM_BEAUTIFY_FLAG" val="#wm#"/>
  <p:tag name="KSO_WM_UNIT_TEXT_TYPE" val="1"/>
  <p:tag name="KSO_WM_UNIT_PRESET_TEXT" val="单击添加标题"/>
  <p:tag name="KSO_WM_UNIT_TEXT_FILL_FORE_SCHEMECOLOR_INDEX" val="1"/>
  <p:tag name="KSO_WM_UNIT_TEXT_FILL_TYPE" val="1"/>
  <p:tag name="KSO_WM_DIAGRAM_USE_COLOR_VALUE" val="{&quot;color_scheme&quot;:1,&quot;color_type&quot;:1,&quot;theme_color_indexes&quot;:[5,5,5,5,5,5]}"/>
</p:tagLst>
</file>

<file path=ppt/tags/tag142.xml><?xml version="1.0" encoding="utf-8"?>
<p:tagLst xmlns:p="http://schemas.openxmlformats.org/presentationml/2006/main">
  <p:tag name="KSO_WM_UNIT_SUBTYPE" val="a"/>
  <p:tag name="KSO_WM_UNIT_NOCLEAR" val="0"/>
  <p:tag name="KSO_WM_UNIT_VALUE" val="40"/>
  <p:tag name="KSO_WM_UNIT_HIGHLIGHT" val="0"/>
  <p:tag name="KSO_WM_UNIT_COMPATIBLE" val="0"/>
  <p:tag name="KSO_WM_UNIT_DIAGRAM_ISNUMVISUAL" val="0"/>
  <p:tag name="KSO_WM_UNIT_DIAGRAM_ISREFERUNIT" val="0"/>
  <p:tag name="KSO_WM_UNIT_TYPE" val="n_h_h_f"/>
  <p:tag name="KSO_WM_UNIT_INDEX" val="1_2_5_1"/>
  <p:tag name="KSO_WM_UNIT_ID" val="diagram20235023_3*n_h_h_f*1_2_5_1"/>
  <p:tag name="KSO_WM_TEMPLATE_CATEGORY" val="diagram"/>
  <p:tag name="KSO_WM_TEMPLATE_INDEX" val="20235023"/>
  <p:tag name="KSO_WM_UNIT_LAYERLEVEL" val="1_1_1_1"/>
  <p:tag name="KSO_WM_TAG_VERSION" val="3.0"/>
  <p:tag name="KSO_WM_DIAGRAM_MAX_ITEMCNT" val="5"/>
  <p:tag name="KSO_WM_DIAGRAM_MIN_ITEMCNT" val="3"/>
  <p:tag name="KSO_WM_DIAGRAM_VIRTUALLY_FRAME" val="{&quot;height&quot;:389.1749969482422,&quot;left&quot;:55.97501220703125,&quot;top&quot;:110.5,&quot;width&quot;:851.3500271630476}"/>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DIAGRAM_GROUP_CODE" val="n1-1"/>
  <p:tag name="KSO_WM_DIAGRAM_VERSION" val="3"/>
  <p:tag name="KSO_WM_DIAGRAM_COLOR_TRICK" val="1"/>
  <p:tag name="KSO_WM_DIAGRAM_COLOR_TEXT_CAN_REMOVE" val="n"/>
  <p:tag name="KSO_WM_UNIT_TEXT_LAYER_COUNT" val="1"/>
  <p:tag name="KSO_WM_BEAUTIFY_FLAG" val="#wm#"/>
  <p:tag name="KSO_WM_UNIT_TEXT_TYPE" val="1"/>
  <p:tag name="KSO_WM_UNIT_PRESET_TEXT" val="单击此处添加文本具体内容，简明扼要地阐述您的观点。根据需要可酌情增减文字内容"/>
  <p:tag name="KSO_WM_UNIT_TEXT_FILL_FORE_SCHEMECOLOR_INDEX" val="1"/>
  <p:tag name="KSO_WM_UNIT_TEXT_FILL_TYPE" val="1"/>
  <p:tag name="KSO_WM_DIAGRAM_USE_COLOR_VALUE" val="{&quot;color_scheme&quot;:1,&quot;color_type&quot;:1,&quot;theme_color_indexes&quot;:[5,5,5,5,5,5]}"/>
</p:tagLst>
</file>

<file path=ppt/tags/tag14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5023_3*n_h_h_i*1_2_5_2"/>
  <p:tag name="KSO_WM_TEMPLATE_CATEGORY" val="diagram"/>
  <p:tag name="KSO_WM_TEMPLATE_INDEX" val="20235023"/>
  <p:tag name="KSO_WM_UNIT_LAYERLEVEL" val="1_1_1_1"/>
  <p:tag name="KSO_WM_TAG_VERSION" val="3.0"/>
  <p:tag name="KSO_WM_UNIT_TYPE" val="n_h_h_i"/>
  <p:tag name="KSO_WM_UNIT_INDEX" val="1_2_5_2"/>
  <p:tag name="KSO_WM_DIAGRAM_GROUP_CODE" val="n1-1"/>
  <p:tag name="KSO_WM_DIAGRAM_VERSION" val="3"/>
  <p:tag name="KSO_WM_DIAGRAM_COLOR_TRICK" val="1"/>
  <p:tag name="KSO_WM_DIAGRAM_COLOR_TEXT_CAN_REMOVE" val="n"/>
  <p:tag name="KSO_WM_DIAGRAM_MAX_ITEMCNT" val="5"/>
  <p:tag name="KSO_WM_DIAGRAM_MIN_ITEMCNT" val="3"/>
  <p:tag name="KSO_WM_DIAGRAM_VIRTUALLY_FRAME" val="{&quot;height&quot;:389.1749969482422,&quot;left&quot;:55.97501220703125,&quot;top&quot;:110.5,&quot;width&quot;:851.3500271630476}"/>
  <p:tag name="KSO_WM_DIAGRAM_COLOR_MATCH_VALUE" val="{&quot;shape&quot;:{&quot;fill&quot;:{&quot;gradient&quot;:[{&quot;brightness&quot;:0,&quot;colorType&quot;:1,&quot;foreColorIndex&quot;:5,&quot;pos&quot;:0.11999999731779099,&quot;transparency&quot;:1},{&quot;brightness&quot;:0,&quot;colorType&quot;:1,&quot;foreColorIndex&quot;:5,&quot;pos&quot;:1,&quot;transparency&quot;:0.5600000023841858}],&quot;type&quot;:3},&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FILL_TYPE" val="3"/>
  <p:tag name="KSO_WM_DIAGRAM_USE_COLOR_VALUE" val="{&quot;color_scheme&quot;:1,&quot;color_type&quot;:1,&quot;theme_color_indexes&quot;:[5,5,5,5,5,5]}"/>
</p:tagLst>
</file>

<file path=ppt/tags/tag14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5023_3*n_h_h_i*1_2_1_2"/>
  <p:tag name="KSO_WM_TEMPLATE_CATEGORY" val="diagram"/>
  <p:tag name="KSO_WM_TEMPLATE_INDEX" val="20235023"/>
  <p:tag name="KSO_WM_UNIT_LAYERLEVEL" val="1_1_1_1"/>
  <p:tag name="KSO_WM_TAG_VERSION" val="3.0"/>
  <p:tag name="KSO_WM_UNIT_TYPE" val="n_h_h_i"/>
  <p:tag name="KSO_WM_UNIT_INDEX" val="1_2_1_2"/>
  <p:tag name="KSO_WM_DIAGRAM_GROUP_CODE" val="n1-1"/>
  <p:tag name="KSO_WM_DIAGRAM_VERSION" val="3"/>
  <p:tag name="KSO_WM_DIAGRAM_COLOR_TRICK" val="1"/>
  <p:tag name="KSO_WM_DIAGRAM_COLOR_TEXT_CAN_REMOVE" val="n"/>
  <p:tag name="KSO_WM_DIAGRAM_MAX_ITEMCNT" val="5"/>
  <p:tag name="KSO_WM_DIAGRAM_MIN_ITEMCNT" val="3"/>
  <p:tag name="KSO_WM_DIAGRAM_VIRTUALLY_FRAME" val="{&quot;height&quot;:389.1749969482422,&quot;left&quot;:55.97501220703125,&quot;top&quot;:110.5,&quot;width&quot;:851.3500271630476}"/>
  <p:tag name="KSO_WM_DIAGRAM_COLOR_MATCH_VALUE" val="{&quot;shape&quot;:{&quot;fill&quot;:{&quot;gradient&quot;:[{&quot;brightness&quot;:0,&quot;colorType&quot;:1,&quot;foreColorIndex&quot;:5,&quot;pos&quot;:0.11999999731779099,&quot;transparency&quot;:1},{&quot;brightness&quot;:0,&quot;colorType&quot;:1,&quot;foreColorIndex&quot;:5,&quot;pos&quot;:1,&quot;transparency&quot;:0.5600000023841858}],&quot;type&quot;:3},&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FILL_TYPE" val="3"/>
  <p:tag name="KSO_WM_DIAGRAM_USE_COLOR_VALUE" val="{&quot;color_scheme&quot;:1,&quot;color_type&quot;:1,&quot;theme_color_indexes&quot;:[5,5,5,5,5,5]}"/>
</p:tagLst>
</file>

<file path=ppt/tags/tag145.xml><?xml version="1.0" encoding="utf-8"?>
<p:tagLst xmlns:p="http://schemas.openxmlformats.org/presentationml/2006/main">
  <p:tag name="KSO_WM_BEAUTIFY_FLAG" val="#wm#"/>
  <p:tag name="KSO_WM_TEMPLATE_CATEGORY" val="custom"/>
  <p:tag name="KSO_WM_TEMPLATE_INDEX" val="20205176"/>
  <p:tag name="KSO_WM_SPECIAL_SOURCE" val="bdnull"/>
  <p:tag name="resource_record_key" val="{&quot;65&quot;:[20205176],&quot;70&quot;:[3332601,3318301,3332765]}"/>
  <p:tag name="KSO_WM_SLIDE_ITEM_CNT" val="3"/>
</p:tagLst>
</file>

<file path=ppt/tags/tag14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147.xml><?xml version="1.0" encoding="utf-8"?>
<p:tagLst xmlns:p="http://schemas.openxmlformats.org/presentationml/2006/main">
  <p:tag name="KSO_WM_BEAUTIFY_FLAG" val=""/>
</p:tagLst>
</file>

<file path=ppt/tags/tag14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1405_4*l_i*1_1"/>
  <p:tag name="KSO_WM_TEMPLATE_CATEGORY" val="diagram"/>
  <p:tag name="KSO_WM_TEMPLATE_INDEX" val="20231405"/>
  <p:tag name="KSO_WM_UNIT_LAYERLEVEL" val="1_1"/>
  <p:tag name="KSO_WM_TAG_VERSION" val="3.0"/>
  <p:tag name="KSO_WM_DIAGRAM_GROUP_CODE" val="l1-1"/>
  <p:tag name="KSO_WM_UNIT_TYPE" val="l_i"/>
  <p:tag name="KSO_WM_UNIT_INDEX" val="1_1"/>
  <p:tag name="KSO_WM_DIAGRAM_VERSION" val="3"/>
  <p:tag name="KSO_WM_DIAGRAM_COLOR_TRICK" val="2"/>
  <p:tag name="KSO_WM_DIAGRAM_COLOR_TEXT_CAN_REMOVE" val="n"/>
  <p:tag name="KSO_WM_DIAGRAM_MAX_ITEMCNT" val="6"/>
  <p:tag name="KSO_WM_DIAGRAM_MIN_ITEMCNT" val="2"/>
  <p:tag name="KSO_WM_DIAGRAM_VIRTUALLY_FRAME" val="{&quot;height&quot;:337.91992217777283,&quot;left&quot;:27.72835945476745,&quot;top&quot;:165.82503937007874,&quot;width&quot;:438.73360904916956}"/>
  <p:tag name="KSO_WM_DIAGRAM_COLOR_MATCH_VALUE" val="{&quot;shape&quot;:{&quot;fill&quot;:{&quot;type&quot;:0},&quot;glow&quot;:{&quot;colorType&quot;:0},&quot;line&quot;:{&quot;gradient&quot;:[{&quot;brightness&quot;:0,&quot;colorType&quot;:1,&quot;foreColorIndex&quot;:5,&quot;pos&quot;:0,&quot;transparency&quot;:0},{&quot;brightness&quot;:0,&quot;colorType&quot;:1,&quot;foreColorIndex&quot;:5,&quot;pos&quot;:1,&quot;transparency&quot;:1}],&quot;type&quot;:2},&quot;shadow&quot;:{&quot;colorType&quot;:0},&quot;threeD&quot;:{&quot;curvedSurface&quot;:{&quot;brightness&quot;:0,&quot;colorType&quot;:2,&quot;rgb&quot;:&quot;#000000&quot;},&quot;depth&quot;:{&quot;colorType&quot;:0}}},&quot;text&quot;:{&quot;fill&quot;:{},&quot;glow&quot;:{},&quot;line&quot;:{},&quot;shadow&quot;:{},&quot;threeD&quot;:{}}}"/>
  <p:tag name="KSO_WM_BEAUTIFY_FLAG" val="#wm#"/>
  <p:tag name="KSO_WM_DIAGRAM_USE_COLOR_VALUE" val="{&quot;color_scheme&quot;:1,&quot;color_type&quot;:1,&quot;theme_color_indexes&quot;:[5,5,5,5,5,5]}"/>
</p:tagLst>
</file>

<file path=ppt/tags/tag14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1405_4*l_i*1_2"/>
  <p:tag name="KSO_WM_TEMPLATE_CATEGORY" val="diagram"/>
  <p:tag name="KSO_WM_TEMPLATE_INDEX" val="20231405"/>
  <p:tag name="KSO_WM_UNIT_LAYERLEVEL" val="1_1"/>
  <p:tag name="KSO_WM_TAG_VERSION" val="3.0"/>
  <p:tag name="KSO_WM_DIAGRAM_GROUP_CODE" val="l1-1"/>
  <p:tag name="KSO_WM_UNIT_TYPE" val="l_i"/>
  <p:tag name="KSO_WM_UNIT_INDEX" val="1_2"/>
  <p:tag name="KSO_WM_DIAGRAM_VERSION" val="3"/>
  <p:tag name="KSO_WM_DIAGRAM_COLOR_TRICK" val="2"/>
  <p:tag name="KSO_WM_DIAGRAM_COLOR_TEXT_CAN_REMOVE" val="n"/>
  <p:tag name="KSO_WM_DIAGRAM_MAX_ITEMCNT" val="6"/>
  <p:tag name="KSO_WM_DIAGRAM_MIN_ITEMCNT" val="2"/>
  <p:tag name="KSO_WM_DIAGRAM_VIRTUALLY_FRAME" val="{&quot;height&quot;:337.91992217777283,&quot;left&quot;:27.72835945476745,&quot;top&quot;:165.82503937007874,&quot;width&quot;:438.73360904916956}"/>
  <p:tag name="KSO_WM_DIAGRAM_COLOR_MATCH_VALUE" val="{&quot;shape&quot;:{&quot;fill&quot;:{&quot;gradient&quot;:[{&quot;brightness&quot;:0,&quot;colorType&quot;:1,&quot;foreColorIndex&quot;:5,&quot;pos&quot;:0.3199999928474426,&quot;transparency&quot;:0.800000011920929},{&quot;brightness&quot;:0,&quot;colorType&quot;:1,&quot;foreColorIndex&quot;:5,&quot;pos&quot;:1,&quot;transparency&quot;:1}],&quot;type&quot;:3},&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FILL_TYPE" val="3"/>
  <p:tag name="KSO_WM_DIAGRAM_USE_COLOR_VALUE" val="{&quot;color_scheme&quot;:1,&quot;color_type&quot;:1,&quot;theme_color_indexes&quot;:[5,5,5,5,5,5]}"/>
</p:tagLst>
</file>

<file path=ppt/tags/tag15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1405_4*l_i*1_3"/>
  <p:tag name="KSO_WM_TEMPLATE_CATEGORY" val="diagram"/>
  <p:tag name="KSO_WM_TEMPLATE_INDEX" val="20231405"/>
  <p:tag name="KSO_WM_UNIT_LAYERLEVEL" val="1_1"/>
  <p:tag name="KSO_WM_TAG_VERSION" val="3.0"/>
  <p:tag name="KSO_WM_DIAGRAM_GROUP_CODE" val="l1-1"/>
  <p:tag name="KSO_WM_UNIT_TYPE" val="l_i"/>
  <p:tag name="KSO_WM_UNIT_INDEX" val="1_3"/>
  <p:tag name="KSO_WM_DIAGRAM_VERSION" val="3"/>
  <p:tag name="KSO_WM_DIAGRAM_COLOR_TRICK" val="2"/>
  <p:tag name="KSO_WM_DIAGRAM_COLOR_TEXT_CAN_REMOVE" val="n"/>
  <p:tag name="KSO_WM_DIAGRAM_MAX_ITEMCNT" val="6"/>
  <p:tag name="KSO_WM_DIAGRAM_MIN_ITEMCNT" val="2"/>
  <p:tag name="KSO_WM_DIAGRAM_VIRTUALLY_FRAME" val="{&quot;height&quot;:337.91992217777283,&quot;left&quot;:27.72835945476745,&quot;top&quot;:165.82503937007874,&quot;width&quot;:438.73360904916956}"/>
  <p:tag name="KSO_WM_DIAGRAM_COLOR_MATCH_VALUE" val="{&quot;shape&quot;:{&quot;fill&quot;:{&quot;type&quot;:0},&quot;glow&quot;:{&quot;colorType&quot;:0},&quot;line&quot;:{&quot;gradient&quot;:[{&quot;brightness&quot;:0,&quot;colorType&quot;:1,&quot;foreColorIndex&quot;:5,&quot;pos&quot;:0,&quot;transparency&quot;:1},{&quot;brightness&quot;:0,&quot;colorType&quot;:1,&quot;foreColorIndex&quot;:5,&quot;pos&quot;:1,&quot;transparency&quot;:0.6000000238418579}],&quot;type&quot;:2},&quot;shadow&quot;:{&quot;colorType&quot;:0},&quot;threeD&quot;:{&quot;curvedSurface&quot;:{&quot;brightness&quot;:0,&quot;colorType&quot;:2,&quot;rgb&quot;:&quot;#000000&quot;},&quot;depth&quot;:{&quot;colorType&quot;:0}}},&quot;text&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DIAGRAM_USE_COLOR_VALUE" val="{&quot;color_scheme&quot;:1,&quot;color_type&quot;:1,&quot;theme_color_indexes&quot;:[5,5,5,5,5,5]}"/>
</p:tagLst>
</file>

<file path=ppt/tags/tag15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1405_4*l_i*1_4"/>
  <p:tag name="KSO_WM_TEMPLATE_CATEGORY" val="diagram"/>
  <p:tag name="KSO_WM_TEMPLATE_INDEX" val="20231405"/>
  <p:tag name="KSO_WM_UNIT_LAYERLEVEL" val="1_1"/>
  <p:tag name="KSO_WM_TAG_VERSION" val="3.0"/>
  <p:tag name="KSO_WM_DIAGRAM_GROUP_CODE" val="l1-1"/>
  <p:tag name="KSO_WM_UNIT_TYPE" val="l_i"/>
  <p:tag name="KSO_WM_UNIT_INDEX" val="1_4"/>
  <p:tag name="KSO_WM_DIAGRAM_VERSION" val="3"/>
  <p:tag name="KSO_WM_DIAGRAM_COLOR_TRICK" val="2"/>
  <p:tag name="KSO_WM_DIAGRAM_COLOR_TEXT_CAN_REMOVE" val="n"/>
  <p:tag name="KSO_WM_DIAGRAM_MAX_ITEMCNT" val="6"/>
  <p:tag name="KSO_WM_DIAGRAM_MIN_ITEMCNT" val="2"/>
  <p:tag name="KSO_WM_DIAGRAM_VIRTUALLY_FRAME" val="{&quot;height&quot;:337.91992217777283,&quot;left&quot;:27.72835945476745,&quot;top&quot;:165.82503937007874,&quot;width&quot;:438.73360904916956}"/>
  <p:tag name="KSO_WM_DIAGRAM_COLOR_MATCH_VALUE" val="{&quot;shape&quot;:{&quot;fill&quot;:{&quot;type&quot;:0},&quot;glow&quot;:{&quot;colorType&quot;:0},&quot;line&quot;:{&quot;gradient&quot;:[{&quot;brightness&quot;:0,&quot;colorType&quot;:1,&quot;foreColorIndex&quot;:5,&quot;pos&quot;:0,&quot;transparency&quot;:1},{&quot;brightness&quot;:0,&quot;colorType&quot;:1,&quot;foreColorIndex&quot;:5,&quot;pos&quot;:1,&quot;transparency&quot;:0.6000000238418579}],&quot;type&quot;:2},&quot;shadow&quot;:{&quot;colorType&quot;:0},&quot;threeD&quot;:{&quot;curvedSurface&quot;:{&quot;brightness&quot;:0,&quot;colorType&quot;:2,&quot;rgb&quot;:&quot;#000000&quot;},&quot;depth&quot;:{&quot;colorType&quot;:0}}},&quot;text&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DIAGRAM_USE_COLOR_VALUE" val="{&quot;color_scheme&quot;:1,&quot;color_type&quot;:1,&quot;theme_color_indexes&quot;:[5,5,5,5,5,5]}"/>
</p:tagLst>
</file>

<file path=ppt/tags/tag15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1405_4*l_i*1_5"/>
  <p:tag name="KSO_WM_TEMPLATE_CATEGORY" val="diagram"/>
  <p:tag name="KSO_WM_TEMPLATE_INDEX" val="20231405"/>
  <p:tag name="KSO_WM_UNIT_LAYERLEVEL" val="1_1"/>
  <p:tag name="KSO_WM_TAG_VERSION" val="3.0"/>
  <p:tag name="KSO_WM_DIAGRAM_GROUP_CODE" val="l1-1"/>
  <p:tag name="KSO_WM_UNIT_TYPE" val="l_i"/>
  <p:tag name="KSO_WM_UNIT_INDEX" val="1_5"/>
  <p:tag name="KSO_WM_DIAGRAM_VERSION" val="3"/>
  <p:tag name="KSO_WM_DIAGRAM_COLOR_TRICK" val="2"/>
  <p:tag name="KSO_WM_DIAGRAM_COLOR_TEXT_CAN_REMOVE" val="n"/>
  <p:tag name="KSO_WM_DIAGRAM_MAX_ITEMCNT" val="6"/>
  <p:tag name="KSO_WM_DIAGRAM_MIN_ITEMCNT" val="2"/>
  <p:tag name="KSO_WM_DIAGRAM_VIRTUALLY_FRAME" val="{&quot;height&quot;:337.91992217777283,&quot;left&quot;:27.72835945476745,&quot;top&quot;:165.82503937007874,&quot;width&quot;:438.73360904916956}"/>
  <p:tag name="KSO_WM_DIAGRAM_COLOR_MATCH_VALUE" val="{&quot;shape&quot;:{&quot;fill&quot;:{&quot;gradient&quot;:[{&quot;brightness&quot;:0,&quot;colorType&quot;:1,&quot;foreColorIndex&quot;:5,&quot;pos&quot;:0,&quot;transparency&quot;:0.6000000238418579},{&quot;brightness&quot;:0,&quot;colorType&quot;:1,&quot;foreColorIndex&quot;:5,&quot;pos&quot;:1,&quot;transparency&quot;:1}],&quot;type&quot;:3},&quot;glow&quot;:{&quot;colorType&quot;:0},&quot;line&quot;:{&quot;gradient&quot;:[{&quot;brightness&quot;:0,&quot;colorType&quot;:1,&quot;foreColorIndex&quot;:5,&quot;pos&quot;:0,&quot;transparency&quot;:1},{&quot;brightness&quot;:0,&quot;colorType&quot;:1,&quot;foreColorIndex&quot;:5,&quot;pos&quot;:1,&quot;transparency&quot;:0}],&quot;type&quot;:2},&quot;shadow&quot;:{&quot;colorType&quot;:0},&quot;threeD&quot;:{&quot;curvedSurface&quot;:{&quot;brightness&quot;:0,&quot;colorType&quot;:2,&quot;rgb&quot;:&quot;#000000&quot;},&quot;depth&quot;:{&quot;colorType&quot;:0}}},&quot;text&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FILL_TYPE" val="3"/>
  <p:tag name="KSO_WM_DIAGRAM_USE_COLOR_VALUE" val="{&quot;color_scheme&quot;:1,&quot;color_type&quot;:1,&quot;theme_color_indexes&quot;:[5,5,5,5,5,5]}"/>
</p:tagLst>
</file>

<file path=ppt/tags/tag15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1405_4*l_i*1_6"/>
  <p:tag name="KSO_WM_TEMPLATE_CATEGORY" val="diagram"/>
  <p:tag name="KSO_WM_TEMPLATE_INDEX" val="20231405"/>
  <p:tag name="KSO_WM_UNIT_LAYERLEVEL" val="1_1"/>
  <p:tag name="KSO_WM_TAG_VERSION" val="3.0"/>
  <p:tag name="KSO_WM_DIAGRAM_GROUP_CODE" val="l1-1"/>
  <p:tag name="KSO_WM_UNIT_TYPE" val="l_i"/>
  <p:tag name="KSO_WM_UNIT_INDEX" val="1_6"/>
  <p:tag name="KSO_WM_DIAGRAM_VERSION" val="3"/>
  <p:tag name="KSO_WM_DIAGRAM_COLOR_TRICK" val="2"/>
  <p:tag name="KSO_WM_DIAGRAM_COLOR_TEXT_CAN_REMOVE" val="n"/>
  <p:tag name="KSO_WM_DIAGRAM_MAX_ITEMCNT" val="6"/>
  <p:tag name="KSO_WM_DIAGRAM_MIN_ITEMCNT" val="2"/>
  <p:tag name="KSO_WM_DIAGRAM_VIRTUALLY_FRAME" val="{&quot;height&quot;:337.91992217777283,&quot;left&quot;:27.72835945476745,&quot;top&quot;:165.82503937007874,&quot;width&quot;:438.73360904916956}"/>
  <p:tag name="KSO_WM_DIAGRAM_COLOR_MATCH_VALUE" val="{&quot;shape&quot;:{&quot;fill&quot;:{&quot;type&quot;:0},&quot;glow&quot;:{&quot;colorType&quot;:0},&quot;line&quot;:{&quot;gradient&quot;:[{&quot;brightness&quot;:0,&quot;colorType&quot;:1,&quot;foreColorIndex&quot;:5,&quot;pos&quot;:0,&quot;transparency&quot;:1},{&quot;brightness&quot;:0,&quot;colorType&quot;:1,&quot;foreColorIndex&quot;:5,&quot;pos&quot;:1,&quot;transparency&quot;:0}],&quot;type&quot;:2},&quot;shadow&quot;:{&quot;colorType&quot;:0},&quot;threeD&quot;:{&quot;curvedSurface&quot;:{&quot;brightness&quot;:0,&quot;colorType&quot;:2,&quot;rgb&quot;:&quot;#000000&quot;},&quot;depth&quot;:{&quot;colorType&quot;:0}}},&quot;text&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DIAGRAM_USE_COLOR_VALUE" val="{&quot;color_scheme&quot;:1,&quot;color_type&quot;:1,&quot;theme_color_indexes&quot;:[5,5,5,5,5,5]}"/>
</p:tagLst>
</file>

<file path=ppt/tags/tag15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1405_4*l_i*1_7"/>
  <p:tag name="KSO_WM_TEMPLATE_CATEGORY" val="diagram"/>
  <p:tag name="KSO_WM_TEMPLATE_INDEX" val="20231405"/>
  <p:tag name="KSO_WM_UNIT_LAYERLEVEL" val="1_1"/>
  <p:tag name="KSO_WM_TAG_VERSION" val="3.0"/>
  <p:tag name="KSO_WM_DIAGRAM_GROUP_CODE" val="l1-1"/>
  <p:tag name="KSO_WM_UNIT_TYPE" val="l_i"/>
  <p:tag name="KSO_WM_UNIT_INDEX" val="1_7"/>
  <p:tag name="KSO_WM_DIAGRAM_VERSION" val="3"/>
  <p:tag name="KSO_WM_DIAGRAM_COLOR_TRICK" val="2"/>
  <p:tag name="KSO_WM_DIAGRAM_COLOR_TEXT_CAN_REMOVE" val="n"/>
  <p:tag name="KSO_WM_DIAGRAM_MAX_ITEMCNT" val="6"/>
  <p:tag name="KSO_WM_DIAGRAM_MIN_ITEMCNT" val="2"/>
  <p:tag name="KSO_WM_DIAGRAM_VIRTUALLY_FRAME" val="{&quot;height&quot;:337.91992217777283,&quot;left&quot;:27.72835945476745,&quot;top&quot;:165.82503937007874,&quot;width&quot;:438.73360904916956}"/>
  <p:tag name="KSO_WM_DIAGRAM_COLOR_MATCH_VALUE" val="{&quot;shape&quot;:{&quot;fill&quot;:{&quot;gradient&quot;:[{&quot;brightness&quot;:0,&quot;colorType&quot;:1,&quot;foreColorIndex&quot;:5,&quot;pos&quot;:0.18000000715255737,&quot;transparency&quot;:1},{&quot;brightness&quot;:0,&quot;colorType&quot;:1,&quot;foreColorIndex&quot;:5,&quot;pos&quot;:1,&quot;transparency&quot;:0.800000011920929}],&quot;type&quot;:3},&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FILL_TYPE" val="3"/>
  <p:tag name="KSO_WM_DIAGRAM_USE_COLOR_VALUE" val="{&quot;color_scheme&quot;:1,&quot;color_type&quot;:1,&quot;theme_color_indexes&quot;:[5,5,5,5,5,5]}"/>
</p:tagLst>
</file>

<file path=ppt/tags/tag15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1405_4*l_i*1_8"/>
  <p:tag name="KSO_WM_TEMPLATE_CATEGORY" val="diagram"/>
  <p:tag name="KSO_WM_TEMPLATE_INDEX" val="20231405"/>
  <p:tag name="KSO_WM_UNIT_LAYERLEVEL" val="1_1"/>
  <p:tag name="KSO_WM_TAG_VERSION" val="3.0"/>
  <p:tag name="KSO_WM_DIAGRAM_GROUP_CODE" val="l1-1"/>
  <p:tag name="KSO_WM_UNIT_TYPE" val="l_i"/>
  <p:tag name="KSO_WM_UNIT_INDEX" val="1_8"/>
  <p:tag name="KSO_WM_DIAGRAM_VERSION" val="3"/>
  <p:tag name="KSO_WM_DIAGRAM_COLOR_TRICK" val="2"/>
  <p:tag name="KSO_WM_DIAGRAM_COLOR_TEXT_CAN_REMOVE" val="n"/>
  <p:tag name="KSO_WM_DIAGRAM_MAX_ITEMCNT" val="6"/>
  <p:tag name="KSO_WM_DIAGRAM_MIN_ITEMCNT" val="2"/>
  <p:tag name="KSO_WM_DIAGRAM_VIRTUALLY_FRAME" val="{&quot;height&quot;:337.91992217777283,&quot;left&quot;:27.72835945476745,&quot;top&quot;:165.82503937007874,&quot;width&quot;:438.73360904916956}"/>
  <p:tag name="KSO_WM_DIAGRAM_COLOR_MATCH_VALUE" val="{&quot;shape&quot;:{&quot;fill&quot;:{&quot;gradient&quot;:[{&quot;brightness&quot;:0,&quot;colorType&quot;:1,&quot;foreColorIndex&quot;:5,&quot;pos&quot;:0.14000000059604645,&quot;transparency&quot;:1},{&quot;brightness&quot;:0,&quot;colorType&quot;:1,&quot;foreColorIndex&quot;:5,&quot;pos&quot;:1,&quot;transparency&quot;:0.8199999928474426}],&quot;type&quot;:3},&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FILL_TYPE" val="3"/>
  <p:tag name="KSO_WM_DIAGRAM_USE_COLOR_VALUE" val="{&quot;color_scheme&quot;:1,&quot;color_type&quot;:1,&quot;theme_color_indexes&quot;:[5,5,5,5,5,5]}"/>
</p:tagLst>
</file>

<file path=ppt/tags/tag15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1405_4*l_i*1_9"/>
  <p:tag name="KSO_WM_TEMPLATE_CATEGORY" val="diagram"/>
  <p:tag name="KSO_WM_TEMPLATE_INDEX" val="20231405"/>
  <p:tag name="KSO_WM_UNIT_LAYERLEVEL" val="1_1"/>
  <p:tag name="KSO_WM_TAG_VERSION" val="3.0"/>
  <p:tag name="KSO_WM_DIAGRAM_GROUP_CODE" val="l1-1"/>
  <p:tag name="KSO_WM_UNIT_TYPE" val="l_i"/>
  <p:tag name="KSO_WM_UNIT_INDEX" val="1_9"/>
  <p:tag name="KSO_WM_DIAGRAM_VERSION" val="3"/>
  <p:tag name="KSO_WM_DIAGRAM_COLOR_TRICK" val="2"/>
  <p:tag name="KSO_WM_DIAGRAM_COLOR_TEXT_CAN_REMOVE" val="n"/>
  <p:tag name="KSO_WM_DIAGRAM_MAX_ITEMCNT" val="6"/>
  <p:tag name="KSO_WM_DIAGRAM_MIN_ITEMCNT" val="2"/>
  <p:tag name="KSO_WM_DIAGRAM_VIRTUALLY_FRAME" val="{&quot;height&quot;:337.91992217777283,&quot;left&quot;:27.72835945476745,&quot;top&quot;:165.82503937007874,&quot;width&quot;:438.73360904916956}"/>
  <p:tag name="KSO_WM_DIAGRAM_COLOR_MATCH_VALUE" val="{&quot;shape&quot;:{&quot;fill&quot;:{&quot;type&quot;:0},&quot;glow&quot;:{&quot;colorType&quot;:0},&quot;line&quot;:{&quot;gradient&quot;:[{&quot;brightness&quot;:0,&quot;colorType&quot;:1,&quot;foreColorIndex&quot;:5,&quot;pos&quot;:0,&quot;transparency&quot;:0.6000000238418579},{&quot;brightness&quot;:0,&quot;colorType&quot;:1,&quot;foreColorIndex&quot;:5,&quot;pos&quot;:1,&quot;transparency&quot;:1}],&quot;type&quot;:2},&quot;shadow&quot;:{&quot;colorType&quot;:0},&quot;threeD&quot;:{&quot;curvedSurface&quot;:{&quot;brightness&quot;:0,&quot;colorType&quot;:2,&quot;rgb&quot;:&quot;#000000&quot;},&quot;depth&quot;:{&quot;colorType&quot;:0}}},&quot;text&quot;:{&quot;fill&quot;:{},&quot;glow&quot;:{},&quot;line&quot;:{},&quot;shadow&quot;:{},&quot;threeD&quot;:{}}}"/>
  <p:tag name="KSO_WM_BEAUTIFY_FLAG" val="#wm#"/>
  <p:tag name="KSO_WM_DIAGRAM_USE_COLOR_VALUE" val="{&quot;color_scheme&quot;:1,&quot;color_type&quot;:1,&quot;theme_color_indexes&quot;:[5,5,5,5,5,5]}"/>
</p:tagLst>
</file>

<file path=ppt/tags/tag15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1405_4*l_i*1_10"/>
  <p:tag name="KSO_WM_TEMPLATE_CATEGORY" val="diagram"/>
  <p:tag name="KSO_WM_TEMPLATE_INDEX" val="20231405"/>
  <p:tag name="KSO_WM_UNIT_LAYERLEVEL" val="1_1"/>
  <p:tag name="KSO_WM_TAG_VERSION" val="3.0"/>
  <p:tag name="KSO_WM_DIAGRAM_GROUP_CODE" val="l1-1"/>
  <p:tag name="KSO_WM_UNIT_TYPE" val="l_i"/>
  <p:tag name="KSO_WM_UNIT_INDEX" val="1_10"/>
  <p:tag name="KSO_WM_DIAGRAM_VERSION" val="3"/>
  <p:tag name="KSO_WM_DIAGRAM_COLOR_TRICK" val="2"/>
  <p:tag name="KSO_WM_DIAGRAM_COLOR_TEXT_CAN_REMOVE" val="n"/>
  <p:tag name="KSO_WM_DIAGRAM_MAX_ITEMCNT" val="6"/>
  <p:tag name="KSO_WM_DIAGRAM_MIN_ITEMCNT" val="2"/>
  <p:tag name="KSO_WM_DIAGRAM_VIRTUALLY_FRAME" val="{&quot;height&quot;:337.91992217777283,&quot;left&quot;:27.72835945476745,&quot;top&quot;:165.82503937007874,&quot;width&quot;:438.73360904916956}"/>
  <p:tag name="KSO_WM_DIAGRAM_COLOR_MATCH_VALUE" val="{&quot;shape&quot;:{&quot;fill&quot;:{&quot;type&quot;:0},&quot;glow&quot;:{&quot;colorType&quot;:0},&quot;line&quot;:{&quot;gradient&quot;:[{&quot;brightness&quot;:0,&quot;colorType&quot;:1,&quot;foreColorIndex&quot;:5,&quot;pos&quot;:0,&quot;transparency&quot;:0},{&quot;brightness&quot;:0,&quot;colorType&quot;:1,&quot;foreColorIndex&quot;:5,&quot;pos&quot;:1,&quot;transparency&quot;:1}],&quot;type&quot;:2},&quot;shadow&quot;:{&quot;colorType&quot;:0},&quot;threeD&quot;:{&quot;curvedSurface&quot;:{&quot;brightness&quot;:0,&quot;colorType&quot;:2,&quot;rgb&quot;:&quot;#000000&quot;},&quot;depth&quot;:{&quot;colorType&quot;:0}}},&quot;text&quot;:{&quot;fill&quot;:{},&quot;glow&quot;:{},&quot;line&quot;:{},&quot;shadow&quot;:{},&quot;threeD&quot;:{}}}"/>
  <p:tag name="KSO_WM_BEAUTIFY_FLAG" val="#wm#"/>
  <p:tag name="KSO_WM_DIAGRAM_USE_COLOR_VALUE" val="{&quot;color_scheme&quot;:1,&quot;color_type&quot;:1,&quot;theme_color_indexes&quot;:[5,5,5,5,5,5]}"/>
</p:tagLst>
</file>

<file path=ppt/tags/tag15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1405_4*l_i*1_11"/>
  <p:tag name="KSO_WM_TEMPLATE_CATEGORY" val="diagram"/>
  <p:tag name="KSO_WM_TEMPLATE_INDEX" val="20231405"/>
  <p:tag name="KSO_WM_UNIT_LAYERLEVEL" val="1_1"/>
  <p:tag name="KSO_WM_TAG_VERSION" val="3.0"/>
  <p:tag name="KSO_WM_DIAGRAM_GROUP_CODE" val="l1-1"/>
  <p:tag name="KSO_WM_UNIT_TYPE" val="l_i"/>
  <p:tag name="KSO_WM_UNIT_INDEX" val="1_11"/>
  <p:tag name="KSO_WM_DIAGRAM_VERSION" val="3"/>
  <p:tag name="KSO_WM_DIAGRAM_COLOR_TRICK" val="2"/>
  <p:tag name="KSO_WM_DIAGRAM_COLOR_TEXT_CAN_REMOVE" val="n"/>
  <p:tag name="KSO_WM_DIAGRAM_MAX_ITEMCNT" val="6"/>
  <p:tag name="KSO_WM_DIAGRAM_MIN_ITEMCNT" val="2"/>
  <p:tag name="KSO_WM_DIAGRAM_VIRTUALLY_FRAME" val="{&quot;height&quot;:337.91992217777283,&quot;left&quot;:27.72835945476745,&quot;top&quot;:165.82503937007874,&quot;width&quot;:438.73360904916956}"/>
  <p:tag name="KSO_WM_DIAGRAM_COLOR_MATCH_VALUE" val="{&quot;shape&quot;:{&quot;fill&quot;:{&quot;type&quot;:0},&quot;glow&quot;:{&quot;colorType&quot;:0},&quot;line&quot;:{&quot;gradient&quot;:[{&quot;brightness&quot;:0,&quot;colorType&quot;:1,&quot;foreColorIndex&quot;:5,&quot;pos&quot;:0,&quot;transparency&quot;:0.5},{&quot;brightness&quot;:0,&quot;colorType&quot;:1,&quot;foreColorIndex&quot;:5,&quot;pos&quot;:1,&quot;transparency&quot;:1}],&quot;type&quot;:2},&quot;shadow&quot;:{&quot;colorType&quot;:0},&quot;threeD&quot;:{&quot;curvedSurface&quot;:{&quot;brightness&quot;:0,&quot;colorType&quot;:2,&quot;rgb&quot;:&quot;#000000&quot;},&quot;depth&quot;:{&quot;colorType&quot;:0}}},&quot;text&quot;:{&quot;fill&quot;:{},&quot;glow&quot;:{},&quot;line&quot;:{},&quot;shadow&quot;:{},&quot;threeD&quot;:{}}}"/>
  <p:tag name="KSO_WM_BEAUTIFY_FLAG" val="#wm#"/>
  <p:tag name="KSO_WM_DIAGRAM_USE_COLOR_VALUE" val="{&quot;color_scheme&quot;:1,&quot;color_type&quot;:1,&quot;theme_color_indexes&quot;:[5,5,5,5,5,5]}"/>
</p:tagLst>
</file>

<file path=ppt/tags/tag15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1405_4*l_i*1_12"/>
  <p:tag name="KSO_WM_TEMPLATE_CATEGORY" val="diagram"/>
  <p:tag name="KSO_WM_TEMPLATE_INDEX" val="20231405"/>
  <p:tag name="KSO_WM_UNIT_LAYERLEVEL" val="1_1"/>
  <p:tag name="KSO_WM_TAG_VERSION" val="3.0"/>
  <p:tag name="KSO_WM_DIAGRAM_GROUP_CODE" val="l1-1"/>
  <p:tag name="KSO_WM_UNIT_TYPE" val="l_i"/>
  <p:tag name="KSO_WM_UNIT_INDEX" val="1_12"/>
  <p:tag name="KSO_WM_DIAGRAM_VERSION" val="3"/>
  <p:tag name="KSO_WM_DIAGRAM_COLOR_TRICK" val="2"/>
  <p:tag name="KSO_WM_DIAGRAM_COLOR_TEXT_CAN_REMOVE" val="n"/>
  <p:tag name="KSO_WM_DIAGRAM_MAX_ITEMCNT" val="6"/>
  <p:tag name="KSO_WM_DIAGRAM_MIN_ITEMCNT" val="2"/>
  <p:tag name="KSO_WM_DIAGRAM_VIRTUALLY_FRAME" val="{&quot;height&quot;:337.91992217777283,&quot;left&quot;:27.72835945476745,&quot;top&quot;:165.82503937007874,&quot;width&quot;:438.73360904916956}"/>
  <p:tag name="KSO_WM_DIAGRAM_COLOR_MATCH_VALUE" val="{&quot;shape&quot;:{&quot;fill&quot;:{&quot;type&quot;:0},&quot;glow&quot;:{&quot;colorType&quot;:0},&quot;line&quot;:{&quot;gradient&quot;:[{&quot;brightness&quot;:0,&quot;colorType&quot;:1,&quot;foreColorIndex&quot;:5,&quot;pos&quot;:0,&quot;transparency&quot;:0.800000011920929},{&quot;brightness&quot;:0,&quot;colorType&quot;:1,&quot;foreColorIndex&quot;:5,&quot;pos&quot;:1,&quot;transparency&quot;:1}],&quot;type&quot;:2},&quot;shadow&quot;:{&quot;colorType&quot;:0},&quot;threeD&quot;:{&quot;curvedSurface&quot;:{&quot;brightness&quot;:0,&quot;colorType&quot;:2,&quot;rgb&quot;:&quot;#000000&quot;},&quot;depth&quot;:{&quot;colorType&quot;:0}}},&quot;text&quot;:{&quot;fill&quot;:{},&quot;glow&quot;:{},&quot;line&quot;:{},&quot;shadow&quot;:{},&quot;threeD&quot;:{}}}"/>
  <p:tag name="KSO_WM_BEAUTIFY_FLAG" val="#wm#"/>
  <p:tag name="KSO_WM_DIAGRAM_USE_COLOR_VALUE" val="{&quot;color_scheme&quot;:1,&quot;color_type&quot;:1,&quot;theme_color_indexes&quot;:[5,5,5,5,5,5]}"/>
</p:tagLst>
</file>

<file path=ppt/tags/tag16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1405_4*l_h_i*1_1_2"/>
  <p:tag name="KSO_WM_TEMPLATE_CATEGORY" val="diagram"/>
  <p:tag name="KSO_WM_TEMPLATE_INDEX" val="20231405"/>
  <p:tag name="KSO_WM_UNIT_LAYERLEVEL" val="1_1_1"/>
  <p:tag name="KSO_WM_TAG_VERSION" val="3.0"/>
  <p:tag name="KSO_WM_DIAGRAM_GROUP_CODE" val="l1-1"/>
  <p:tag name="KSO_WM_UNIT_TYPE" val="l_h_i"/>
  <p:tag name="KSO_WM_UNIT_INDEX" val="1_1_2"/>
  <p:tag name="KSO_WM_DIAGRAM_VERSION" val="3"/>
  <p:tag name="KSO_WM_DIAGRAM_COLOR_TRICK" val="2"/>
  <p:tag name="KSO_WM_DIAGRAM_COLOR_TEXT_CAN_REMOVE" val="n"/>
  <p:tag name="KSO_WM_DIAGRAM_MAX_ITEMCNT" val="6"/>
  <p:tag name="KSO_WM_DIAGRAM_MIN_ITEMCNT" val="2"/>
  <p:tag name="KSO_WM_DIAGRAM_VIRTUALLY_FRAME" val="{&quot;height&quot;:337.91992217777283,&quot;left&quot;:27.72835945476745,&quot;top&quot;:165.82503937007874,&quot;width&quot;:438.73360904916956}"/>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2,&quot;rgb&quot;:&quot;#262626&quot;,&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DIAGRAM_USE_COLOR_VALUE" val="{&quot;color_scheme&quot;:1,&quot;color_type&quot;:1,&quot;theme_color_indexes&quot;:[5,5,5,5,5,5]}"/>
</p:tagLst>
</file>

<file path=ppt/tags/tag16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SUBTYPE" val="d"/>
  <p:tag name="KSO_WM_UNIT_TYPE" val="l_h_i"/>
  <p:tag name="KSO_WM_UNIT_INDEX" val="1_1_1"/>
  <p:tag name="KSO_WM_UNIT_ID" val="diagram20231405_4*l_h_i*1_1_1"/>
  <p:tag name="KSO_WM_TEMPLATE_CATEGORY" val="diagram"/>
  <p:tag name="KSO_WM_TEMPLATE_INDEX" val="20231405"/>
  <p:tag name="KSO_WM_UNIT_LAYERLEVEL" val="1_1_1"/>
  <p:tag name="KSO_WM_TAG_VERSION" val="3.0"/>
  <p:tag name="KSO_WM_UNIT_TEXT_FILL_FORE_SCHEMECOLOR_INDEX_BRIGHTNESS" val="0.15"/>
  <p:tag name="KSO_WM_DIAGRAM_GROUP_CODE" val="l1-1"/>
  <p:tag name="KSO_WM_DIAGRAM_VERSION" val="3"/>
  <p:tag name="KSO_WM_DIAGRAM_COLOR_TRICK" val="2"/>
  <p:tag name="KSO_WM_DIAGRAM_COLOR_TEXT_CAN_REMOVE" val="n"/>
  <p:tag name="KSO_WM_DIAGRAM_MAX_ITEMCNT" val="6"/>
  <p:tag name="KSO_WM_DIAGRAM_MIN_ITEMCNT" val="2"/>
  <p:tag name="KSO_WM_DIAGRAM_VIRTUALLY_FRAME" val="{&quot;height&quot;:337.91992217777283,&quot;left&quot;:27.72835945476745,&quot;top&quot;:165.82503937007874,&quot;width&quot;:438.73360904916956}"/>
  <p:tag name="KSO_WM_DIAGRAM_COLOR_MATCH_VALUE" val="{&quot;shape&quot;:{&quot;fill&quot;:{&quot;type&quot;:0},&quot;glow&quot;:{&quot;colorType&quot;:0},&quot;line&quot;:{&quot;type&quot;:0},&quot;shadow&quot;:{&quot;brightness&quot;:0,&quot;colorType&quot;:1,&quot;foreColorIndex&quot;:5,&quot;transparency&quot;:0.6899999976158142},&quot;threeD&quot;:{&quot;curvedSurface&quot;:{&quot;brightness&quot;:0,&quot;colorType&quot;:2,&quot;rgb&quot;:&quot;#000000&quot;},&quot;depth&quot;:{&quot;colorType&quot;:0}}},&quot;text&quot;:{&quot;fill&quot;:{&quot;gradient&quot;:[{&quot;brightness&quot;:0,&quot;colorType&quot;:1,&quot;foreColorIndex&quot;:5,&quot;pos&quot;:0.49000000953674316,&quot;transparency&quot;:0},{&quot;brightness&quot;:0,&quot;colorType&quot;:1,&quot;foreColorIndex&quot;:5,&quot;pos&quot;:0.7699999809265137,&quot;transparency&quot;:1}],&quot;type&quot;:3},&quot;glow&quot;:{&quot;colorType&quot;:0},&quot;line&quot;:{&quot;type&quot;:0},&quot;shadow&quot;:{&quot;colorType&quot;:0},&quot;threeD&quot;:{&quot;curvedSurface&quot;:{&quot;brightness&quot;:0,&quot;colorType&quot;:2,&quot;rgb&quot;:&quot;#000000&quot;},&quot;depth&quot;:{&quot;colorType&quot;:0}}}}"/>
  <p:tag name="KSO_WM_BEAUTIFY_FLAG" val="#wm#"/>
  <p:tag name="KSO_WM_UNIT_TEXT_FILL_FORE_SCHEMECOLOR_INDEX" val="3"/>
  <p:tag name="KSO_WM_UNIT_TEXT_FILL_TYPE" val="3"/>
  <p:tag name="KSO_WM_DIAGRAM_USE_COLOR_VALUE" val="{&quot;color_scheme&quot;:1,&quot;color_type&quot;:1,&quot;theme_color_indexes&quot;:[5,5,5,5,5,5]}"/>
</p:tagLst>
</file>

<file path=ppt/tags/tag16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1405_4*l_h_i*1_3_2"/>
  <p:tag name="KSO_WM_TEMPLATE_CATEGORY" val="diagram"/>
  <p:tag name="KSO_WM_TEMPLATE_INDEX" val="20231405"/>
  <p:tag name="KSO_WM_UNIT_LAYERLEVEL" val="1_1_1"/>
  <p:tag name="KSO_WM_TAG_VERSION" val="3.0"/>
  <p:tag name="KSO_WM_DIAGRAM_GROUP_CODE" val="l1-1"/>
  <p:tag name="KSO_WM_UNIT_TYPE" val="l_h_i"/>
  <p:tag name="KSO_WM_UNIT_INDEX" val="1_3_2"/>
  <p:tag name="KSO_WM_DIAGRAM_VERSION" val="3"/>
  <p:tag name="KSO_WM_DIAGRAM_COLOR_TRICK" val="2"/>
  <p:tag name="KSO_WM_DIAGRAM_COLOR_TEXT_CAN_REMOVE" val="n"/>
  <p:tag name="KSO_WM_DIAGRAM_MAX_ITEMCNT" val="6"/>
  <p:tag name="KSO_WM_DIAGRAM_MIN_ITEMCNT" val="2"/>
  <p:tag name="KSO_WM_DIAGRAM_VIRTUALLY_FRAME" val="{&quot;height&quot;:337.91992217777283,&quot;left&quot;:27.72835945476745,&quot;top&quot;:165.82503937007874,&quot;width&quot;:438.73360904916956}"/>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2,&quot;rgb&quot;:&quot;#262626&quot;,&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DIAGRAM_USE_COLOR_VALUE" val="{&quot;color_scheme&quot;:1,&quot;color_type&quot;:1,&quot;theme_color_indexes&quot;:[5,5,5,5,5,5]}"/>
</p:tagLst>
</file>

<file path=ppt/tags/tag16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SUBTYPE" val="d"/>
  <p:tag name="KSO_WM_UNIT_TYPE" val="l_h_i"/>
  <p:tag name="KSO_WM_UNIT_INDEX" val="1_3_1"/>
  <p:tag name="KSO_WM_UNIT_ID" val="diagram20231405_4*l_h_i*1_3_1"/>
  <p:tag name="KSO_WM_TEMPLATE_CATEGORY" val="diagram"/>
  <p:tag name="KSO_WM_TEMPLATE_INDEX" val="20231405"/>
  <p:tag name="KSO_WM_UNIT_LAYERLEVEL" val="1_1_1"/>
  <p:tag name="KSO_WM_TAG_VERSION" val="3.0"/>
  <p:tag name="KSO_WM_UNIT_TEXT_FILL_FORE_SCHEMECOLOR_INDEX_BRIGHTNESS" val="0.15"/>
  <p:tag name="KSO_WM_DIAGRAM_GROUP_CODE" val="l1-1"/>
  <p:tag name="KSO_WM_DIAGRAM_VERSION" val="3"/>
  <p:tag name="KSO_WM_DIAGRAM_COLOR_TRICK" val="2"/>
  <p:tag name="KSO_WM_DIAGRAM_COLOR_TEXT_CAN_REMOVE" val="n"/>
  <p:tag name="KSO_WM_DIAGRAM_MAX_ITEMCNT" val="6"/>
  <p:tag name="KSO_WM_DIAGRAM_MIN_ITEMCNT" val="2"/>
  <p:tag name="KSO_WM_DIAGRAM_VIRTUALLY_FRAME" val="{&quot;height&quot;:337.91992217777283,&quot;left&quot;:27.72835945476745,&quot;top&quot;:165.82503937007874,&quot;width&quot;:438.73360904916956}"/>
  <p:tag name="KSO_WM_DIAGRAM_COLOR_MATCH_VALUE" val="{&quot;shape&quot;:{&quot;fill&quot;:{&quot;type&quot;:0},&quot;glow&quot;:{&quot;colorType&quot;:0},&quot;line&quot;:{&quot;type&quot;:0},&quot;shadow&quot;:{&quot;brightness&quot;:0,&quot;colorType&quot;:1,&quot;foreColorIndex&quot;:5,&quot;transparency&quot;:0.6899999976158142},&quot;threeD&quot;:{&quot;curvedSurface&quot;:{&quot;brightness&quot;:0,&quot;colorType&quot;:2,&quot;rgb&quot;:&quot;#000000&quot;},&quot;depth&quot;:{&quot;colorType&quot;:0}}},&quot;text&quot;:{&quot;fill&quot;:{&quot;gradient&quot;:[{&quot;brightness&quot;:0,&quot;colorType&quot;:1,&quot;foreColorIndex&quot;:5,&quot;pos&quot;:0.49000000953674316,&quot;transparency&quot;:0},{&quot;brightness&quot;:0,&quot;colorType&quot;:1,&quot;foreColorIndex&quot;:5,&quot;pos&quot;:0.7699999809265137,&quot;transparency&quot;:1}],&quot;type&quot;:3},&quot;glow&quot;:{&quot;colorType&quot;:0},&quot;line&quot;:{&quot;type&quot;:0},&quot;shadow&quot;:{&quot;colorType&quot;:0},&quot;threeD&quot;:{&quot;curvedSurface&quot;:{&quot;brightness&quot;:0,&quot;colorType&quot;:2,&quot;rgb&quot;:&quot;#000000&quot;},&quot;depth&quot;:{&quot;colorType&quot;:0}}}}"/>
  <p:tag name="KSO_WM_BEAUTIFY_FLAG" val="#wm#"/>
  <p:tag name="KSO_WM_UNIT_TEXT_FILL_FORE_SCHEMECOLOR_INDEX" val="3"/>
  <p:tag name="KSO_WM_UNIT_TEXT_FILL_TYPE" val="3"/>
  <p:tag name="KSO_WM_DIAGRAM_USE_COLOR_VALUE" val="{&quot;color_scheme&quot;:1,&quot;color_type&quot;:1,&quot;theme_color_indexes&quot;:[5,5,5,5,5,5]}"/>
</p:tagLst>
</file>

<file path=ppt/tags/tag16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1405_4*l_h_i*1_5_2"/>
  <p:tag name="KSO_WM_TEMPLATE_CATEGORY" val="diagram"/>
  <p:tag name="KSO_WM_TEMPLATE_INDEX" val="20231405"/>
  <p:tag name="KSO_WM_UNIT_LAYERLEVEL" val="1_1_1"/>
  <p:tag name="KSO_WM_TAG_VERSION" val="3.0"/>
  <p:tag name="KSO_WM_DIAGRAM_GROUP_CODE" val="l1-1"/>
  <p:tag name="KSO_WM_UNIT_TYPE" val="l_h_i"/>
  <p:tag name="KSO_WM_UNIT_INDEX" val="1_5_2"/>
  <p:tag name="KSO_WM_DIAGRAM_VERSION" val="3"/>
  <p:tag name="KSO_WM_DIAGRAM_COLOR_TRICK" val="2"/>
  <p:tag name="KSO_WM_DIAGRAM_COLOR_TEXT_CAN_REMOVE" val="n"/>
  <p:tag name="KSO_WM_DIAGRAM_MAX_ITEMCNT" val="6"/>
  <p:tag name="KSO_WM_DIAGRAM_MIN_ITEMCNT" val="2"/>
  <p:tag name="KSO_WM_DIAGRAM_VIRTUALLY_FRAME" val="{&quot;height&quot;:337.91992217777283,&quot;left&quot;:27.72835945476745,&quot;top&quot;:165.82503937007874,&quot;width&quot;:438.73360904916956}"/>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2,&quot;rgb&quot;:&quot;#262626&quot;,&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DIAGRAM_USE_COLOR_VALUE" val="{&quot;color_scheme&quot;:1,&quot;color_type&quot;:1,&quot;theme_color_indexes&quot;:[5,5,5,5,5,5]}"/>
</p:tagLst>
</file>

<file path=ppt/tags/tag16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SUBTYPE" val="d"/>
  <p:tag name="KSO_WM_UNIT_TYPE" val="l_h_i"/>
  <p:tag name="KSO_WM_UNIT_INDEX" val="1_5_1"/>
  <p:tag name="KSO_WM_UNIT_ID" val="diagram20231405_4*l_h_i*1_5_1"/>
  <p:tag name="KSO_WM_TEMPLATE_CATEGORY" val="diagram"/>
  <p:tag name="KSO_WM_TEMPLATE_INDEX" val="20231405"/>
  <p:tag name="KSO_WM_UNIT_LAYERLEVEL" val="1_1_1"/>
  <p:tag name="KSO_WM_TAG_VERSION" val="3.0"/>
  <p:tag name="KSO_WM_UNIT_TEXT_FILL_FORE_SCHEMECOLOR_INDEX_BRIGHTNESS" val="0.15"/>
  <p:tag name="KSO_WM_DIAGRAM_GROUP_CODE" val="l1-1"/>
  <p:tag name="KSO_WM_DIAGRAM_VERSION" val="3"/>
  <p:tag name="KSO_WM_DIAGRAM_COLOR_TRICK" val="2"/>
  <p:tag name="KSO_WM_DIAGRAM_COLOR_TEXT_CAN_REMOVE" val="n"/>
  <p:tag name="KSO_WM_DIAGRAM_MAX_ITEMCNT" val="6"/>
  <p:tag name="KSO_WM_DIAGRAM_MIN_ITEMCNT" val="2"/>
  <p:tag name="KSO_WM_DIAGRAM_VIRTUALLY_FRAME" val="{&quot;height&quot;:337.91992217777283,&quot;left&quot;:27.72835945476745,&quot;top&quot;:165.82503937007874,&quot;width&quot;:438.73360904916956}"/>
  <p:tag name="KSO_WM_DIAGRAM_COLOR_MATCH_VALUE" val="{&quot;shape&quot;:{&quot;fill&quot;:{&quot;type&quot;:0},&quot;glow&quot;:{&quot;colorType&quot;:0},&quot;line&quot;:{&quot;type&quot;:0},&quot;shadow&quot;:{&quot;brightness&quot;:0,&quot;colorType&quot;:1,&quot;foreColorIndex&quot;:5,&quot;transparency&quot;:0.6899999976158142},&quot;threeD&quot;:{&quot;curvedSurface&quot;:{&quot;brightness&quot;:0,&quot;colorType&quot;:2,&quot;rgb&quot;:&quot;#000000&quot;},&quot;depth&quot;:{&quot;colorType&quot;:0}}},&quot;text&quot;:{&quot;fill&quot;:{&quot;gradient&quot;:[{&quot;brightness&quot;:0,&quot;colorType&quot;:1,&quot;foreColorIndex&quot;:5,&quot;pos&quot;:0.49000000953674316,&quot;transparency&quot;:0},{&quot;brightness&quot;:0,&quot;colorType&quot;:1,&quot;foreColorIndex&quot;:5,&quot;pos&quot;:0.7699999809265137,&quot;transparency&quot;:1}],&quot;type&quot;:3},&quot;glow&quot;:{&quot;colorType&quot;:0},&quot;line&quot;:{&quot;type&quot;:0},&quot;shadow&quot;:{&quot;colorType&quot;:0},&quot;threeD&quot;:{&quot;curvedSurface&quot;:{&quot;brightness&quot;:0,&quot;colorType&quot;:2,&quot;rgb&quot;:&quot;#000000&quot;},&quot;depth&quot;:{&quot;colorType&quot;:0}}}}"/>
  <p:tag name="KSO_WM_BEAUTIFY_FLAG" val="#wm#"/>
  <p:tag name="KSO_WM_UNIT_TEXT_FILL_FORE_SCHEMECOLOR_INDEX" val="3"/>
  <p:tag name="KSO_WM_UNIT_TEXT_FILL_TYPE" val="3"/>
  <p:tag name="KSO_WM_DIAGRAM_USE_COLOR_VALUE" val="{&quot;color_scheme&quot;:1,&quot;color_type&quot;:1,&quot;theme_color_indexes&quot;:[5,5,5,5,5,5]}"/>
</p:tagLst>
</file>

<file path=ppt/tags/tag16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1405_4*l_h_i*1_2_2"/>
  <p:tag name="KSO_WM_TEMPLATE_CATEGORY" val="diagram"/>
  <p:tag name="KSO_WM_TEMPLATE_INDEX" val="20231405"/>
  <p:tag name="KSO_WM_UNIT_LAYERLEVEL" val="1_1_1"/>
  <p:tag name="KSO_WM_TAG_VERSION" val="3.0"/>
  <p:tag name="KSO_WM_DIAGRAM_GROUP_CODE" val="l1-1"/>
  <p:tag name="KSO_WM_UNIT_TYPE" val="l_h_i"/>
  <p:tag name="KSO_WM_UNIT_INDEX" val="1_2_2"/>
  <p:tag name="KSO_WM_DIAGRAM_VERSION" val="3"/>
  <p:tag name="KSO_WM_DIAGRAM_COLOR_TRICK" val="2"/>
  <p:tag name="KSO_WM_DIAGRAM_COLOR_TEXT_CAN_REMOVE" val="n"/>
  <p:tag name="KSO_WM_DIAGRAM_MAX_ITEMCNT" val="6"/>
  <p:tag name="KSO_WM_DIAGRAM_MIN_ITEMCNT" val="2"/>
  <p:tag name="KSO_WM_DIAGRAM_VIRTUALLY_FRAME" val="{&quot;height&quot;:337.91992217777283,&quot;left&quot;:27.72835945476745,&quot;top&quot;:165.82503937007874,&quot;width&quot;:438.73360904916956}"/>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2,&quot;rgb&quot;:&quot;#262626&quot;,&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DIAGRAM_USE_COLOR_VALUE" val="{&quot;color_scheme&quot;:1,&quot;color_type&quot;:1,&quot;theme_color_indexes&quot;:[5,5,5,5,5,5]}"/>
</p:tagLst>
</file>

<file path=ppt/tags/tag16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SUBTYPE" val="d"/>
  <p:tag name="KSO_WM_UNIT_TYPE" val="l_h_i"/>
  <p:tag name="KSO_WM_UNIT_INDEX" val="1_2_1"/>
  <p:tag name="KSO_WM_UNIT_ID" val="diagram20231405_4*l_h_i*1_2_1"/>
  <p:tag name="KSO_WM_TEMPLATE_CATEGORY" val="diagram"/>
  <p:tag name="KSO_WM_TEMPLATE_INDEX" val="20231405"/>
  <p:tag name="KSO_WM_UNIT_LAYERLEVEL" val="1_1_1"/>
  <p:tag name="KSO_WM_TAG_VERSION" val="3.0"/>
  <p:tag name="KSO_WM_UNIT_TEXT_FILL_FORE_SCHEMECOLOR_INDEX_BRIGHTNESS" val="0.15"/>
  <p:tag name="KSO_WM_DIAGRAM_GROUP_CODE" val="l1-1"/>
  <p:tag name="KSO_WM_DIAGRAM_VERSION" val="3"/>
  <p:tag name="KSO_WM_DIAGRAM_COLOR_TRICK" val="2"/>
  <p:tag name="KSO_WM_DIAGRAM_COLOR_TEXT_CAN_REMOVE" val="n"/>
  <p:tag name="KSO_WM_DIAGRAM_MAX_ITEMCNT" val="6"/>
  <p:tag name="KSO_WM_DIAGRAM_MIN_ITEMCNT" val="2"/>
  <p:tag name="KSO_WM_DIAGRAM_VIRTUALLY_FRAME" val="{&quot;height&quot;:337.91992217777283,&quot;left&quot;:27.72835945476745,&quot;top&quot;:165.82503937007874,&quot;width&quot;:438.73360904916956}"/>
  <p:tag name="KSO_WM_DIAGRAM_COLOR_MATCH_VALUE" val="{&quot;shape&quot;:{&quot;fill&quot;:{&quot;type&quot;:0},&quot;glow&quot;:{&quot;colorType&quot;:0},&quot;line&quot;:{&quot;type&quot;:0},&quot;shadow&quot;:{&quot;brightness&quot;:0,&quot;colorType&quot;:1,&quot;foreColorIndex&quot;:8,&quot;transparency&quot;:0.6899999976158142},&quot;threeD&quot;:{&quot;curvedSurface&quot;:{&quot;brightness&quot;:0,&quot;colorType&quot;:2,&quot;rgb&quot;:&quot;#000000&quot;},&quot;depth&quot;:{&quot;colorType&quot;:0}}},&quot;text&quot;:{&quot;fill&quot;:{&quot;gradient&quot;:[{&quot;brightness&quot;:0,&quot;colorType&quot;:1,&quot;foreColorIndex&quot;:6,&quot;pos&quot;:0.49000000953674316,&quot;transparency&quot;:0},{&quot;brightness&quot;:0,&quot;colorType&quot;:1,&quot;foreColorIndex&quot;:6,&quot;pos&quot;:0.7699999809265137,&quot;transparency&quot;:1}],&quot;type&quot;:3},&quot;glow&quot;:{&quot;colorType&quot;:0},&quot;line&quot;:{&quot;type&quot;:0},&quot;shadow&quot;:{&quot;colorType&quot;:0},&quot;threeD&quot;:{&quot;curvedSurface&quot;:{&quot;brightness&quot;:0,&quot;colorType&quot;:2,&quot;rgb&quot;:&quot;#000000&quot;},&quot;depth&quot;:{&quot;colorType&quot;:0}}}}"/>
  <p:tag name="KSO_WM_BEAUTIFY_FLAG" val="#wm#"/>
  <p:tag name="KSO_WM_UNIT_TEXT_FILL_FORE_SCHEMECOLOR_INDEX" val="3"/>
  <p:tag name="KSO_WM_UNIT_TEXT_FILL_TYPE" val="3"/>
  <p:tag name="KSO_WM_DIAGRAM_USE_COLOR_VALUE" val="{&quot;color_scheme&quot;:1,&quot;color_type&quot;:1,&quot;theme_color_indexes&quot;:[5,5,5,5,5,5]}"/>
</p:tagLst>
</file>

<file path=ppt/tags/tag16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1405_4*l_h_i*1_4_2"/>
  <p:tag name="KSO_WM_TEMPLATE_CATEGORY" val="diagram"/>
  <p:tag name="KSO_WM_TEMPLATE_INDEX" val="20231405"/>
  <p:tag name="KSO_WM_UNIT_LAYERLEVEL" val="1_1_1"/>
  <p:tag name="KSO_WM_TAG_VERSION" val="3.0"/>
  <p:tag name="KSO_WM_DIAGRAM_GROUP_CODE" val="l1-1"/>
  <p:tag name="KSO_WM_UNIT_TYPE" val="l_h_i"/>
  <p:tag name="KSO_WM_UNIT_INDEX" val="1_4_2"/>
  <p:tag name="KSO_WM_DIAGRAM_VERSION" val="3"/>
  <p:tag name="KSO_WM_DIAGRAM_COLOR_TRICK" val="2"/>
  <p:tag name="KSO_WM_DIAGRAM_COLOR_TEXT_CAN_REMOVE" val="n"/>
  <p:tag name="KSO_WM_DIAGRAM_MAX_ITEMCNT" val="6"/>
  <p:tag name="KSO_WM_DIAGRAM_MIN_ITEMCNT" val="2"/>
  <p:tag name="KSO_WM_DIAGRAM_VIRTUALLY_FRAME" val="{&quot;height&quot;:337.91992217777283,&quot;left&quot;:27.72835945476745,&quot;top&quot;:165.82503937007874,&quot;width&quot;:438.73360904916956}"/>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2,&quot;rgb&quot;:&quot;#262626&quot;,&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DIAGRAM_USE_COLOR_VALUE" val="{&quot;color_scheme&quot;:1,&quot;color_type&quot;:1,&quot;theme_color_indexes&quot;:[5,5,5,5,5,5]}"/>
</p:tagLst>
</file>

<file path=ppt/tags/tag16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SUBTYPE" val="d"/>
  <p:tag name="KSO_WM_UNIT_TYPE" val="l_h_i"/>
  <p:tag name="KSO_WM_UNIT_INDEX" val="1_4_1"/>
  <p:tag name="KSO_WM_UNIT_ID" val="diagram20231405_4*l_h_i*1_4_1"/>
  <p:tag name="KSO_WM_TEMPLATE_CATEGORY" val="diagram"/>
  <p:tag name="KSO_WM_TEMPLATE_INDEX" val="20231405"/>
  <p:tag name="KSO_WM_UNIT_LAYERLEVEL" val="1_1_1"/>
  <p:tag name="KSO_WM_TAG_VERSION" val="3.0"/>
  <p:tag name="KSO_WM_UNIT_TEXT_FILL_FORE_SCHEMECOLOR_INDEX_BRIGHTNESS" val="0.15"/>
  <p:tag name="KSO_WM_DIAGRAM_GROUP_CODE" val="l1-1"/>
  <p:tag name="KSO_WM_DIAGRAM_VERSION" val="3"/>
  <p:tag name="KSO_WM_DIAGRAM_COLOR_TRICK" val="2"/>
  <p:tag name="KSO_WM_DIAGRAM_COLOR_TEXT_CAN_REMOVE" val="n"/>
  <p:tag name="KSO_WM_DIAGRAM_MAX_ITEMCNT" val="6"/>
  <p:tag name="KSO_WM_DIAGRAM_MIN_ITEMCNT" val="2"/>
  <p:tag name="KSO_WM_DIAGRAM_VIRTUALLY_FRAME" val="{&quot;height&quot;:337.91992217777283,&quot;left&quot;:27.72835945476745,&quot;top&quot;:165.82503937007874,&quot;width&quot;:438.73360904916956}"/>
  <p:tag name="KSO_WM_DIAGRAM_COLOR_MATCH_VALUE" val="{&quot;shape&quot;:{&quot;fill&quot;:{&quot;type&quot;:0},&quot;glow&quot;:{&quot;colorType&quot;:0},&quot;line&quot;:{&quot;type&quot;:0},&quot;shadow&quot;:{&quot;brightness&quot;:0,&quot;colorType&quot;:1,&quot;foreColorIndex&quot;:8,&quot;transparency&quot;:0.6899999976158142},&quot;threeD&quot;:{&quot;curvedSurface&quot;:{&quot;brightness&quot;:0,&quot;colorType&quot;:2,&quot;rgb&quot;:&quot;#000000&quot;},&quot;depth&quot;:{&quot;colorType&quot;:0}}},&quot;text&quot;:{&quot;fill&quot;:{&quot;gradient&quot;:[{&quot;brightness&quot;:0,&quot;colorType&quot;:1,&quot;foreColorIndex&quot;:6,&quot;pos&quot;:0.49000000953674316,&quot;transparency&quot;:0},{&quot;brightness&quot;:0,&quot;colorType&quot;:1,&quot;foreColorIndex&quot;:6,&quot;pos&quot;:0.7699999809265137,&quot;transparency&quot;:1}],&quot;type&quot;:3},&quot;glow&quot;:{&quot;colorType&quot;:0},&quot;line&quot;:{&quot;type&quot;:0},&quot;shadow&quot;:{&quot;colorType&quot;:0},&quot;threeD&quot;:{&quot;curvedSurface&quot;:{&quot;brightness&quot;:0,&quot;colorType&quot;:2,&quot;rgb&quot;:&quot;#000000&quot;},&quot;depth&quot;:{&quot;colorType&quot;:0}}}}"/>
  <p:tag name="KSO_WM_BEAUTIFY_FLAG" val="#wm#"/>
  <p:tag name="KSO_WM_UNIT_TEXT_FILL_FORE_SCHEMECOLOR_INDEX" val="3"/>
  <p:tag name="KSO_WM_UNIT_TEXT_FILL_TYPE" val="3"/>
  <p:tag name="KSO_WM_DIAGRAM_USE_COLOR_VALUE" val="{&quot;color_scheme&quot;:1,&quot;color_type&quot;:1,&quot;theme_color_indexes&quot;:[5,5,5,5,5,5]}"/>
</p:tagLst>
</file>

<file path=ppt/tags/tag17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1405_4*l_h_f*1_1_3"/>
  <p:tag name="KSO_WM_TEMPLATE_CATEGORY" val="diagram"/>
  <p:tag name="KSO_WM_TEMPLATE_INDEX" val="20231405"/>
  <p:tag name="KSO_WM_UNIT_LAYERLEVEL" val="1_1_1"/>
  <p:tag name="KSO_WM_TAG_VERSION" val="3.0"/>
  <p:tag name="KSO_WM_DIAGRAM_GROUP_CODE" val="l1-1"/>
  <p:tag name="KSO_WM_UNIT_TYPE" val="l_h_f"/>
  <p:tag name="KSO_WM_UNIT_INDEX" val="1_1_3"/>
  <p:tag name="KSO_WM_DIAGRAM_VERSION" val="3"/>
  <p:tag name="KSO_WM_DIAGRAM_COLOR_TRICK" val="2"/>
  <p:tag name="KSO_WM_DIAGRAM_COLOR_TEXT_CAN_REMOVE" val="n"/>
  <p:tag name="KSO_WM_DIAGRAM_MAX_ITEMCNT" val="6"/>
  <p:tag name="KSO_WM_DIAGRAM_MIN_ITEMCNT" val="2"/>
  <p:tag name="KSO_WM_DIAGRAM_VIRTUALLY_FRAME" val="{&quot;height&quot;:337.91992217777283,&quot;left&quot;:27.72835945476745,&quot;top&quot;:165.82503937007874,&quot;width&quot;:438.73360904916956}"/>
  <p:tag name="KSO_WM_DIAGRAM_COLOR_MATCH_VALUE" val="{&quot;shape&quot;:{&quot;fill&quot;:{&quot;gradient&quot;:[{&quot;brightness&quot;:0,&quot;colorType&quot;:2,&quot;pos&quot;:0,&quot;rgb&quot;:&quot;#ffffff&quot;,&quot;transparency&quot;:0.8999999761581421},{&quot;brightness&quot;:0,&quot;colorType&quot;:2,&quot;pos&quot;:1,&quot;rgb&quot;:&quot;#ffffff&quot;,&quot;transparency&quot;:1}],&quot;type&quot;:3},&quot;glow&quot;:{&quot;colorType&quot;:0},&quot;line&quot;:{&quot;gradient&quot;:[{&quot;brightness&quot;:0.4000000059604645,&quot;colorType&quot;:1,&quot;foreColorIndex&quot;:5,&quot;pos&quot;:0,&quot;transparency&quot;:0.4000000059604645},{&quot;brightness&quot;:0.4000000059604645,&quot;colorType&quot;:1,&quot;foreColorIndex&quot;:5,&quot;pos&quot;:1,&quot;transparency&quot;:1}],&quot;type&quot;:2},&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SUBTYPE" val="a"/>
  <p:tag name="KSO_WM_UNIT_TEXT_LAYER_COUNT" val="1"/>
  <p:tag name="KSO_WM_UNIT_NOCLEAR" val="0"/>
  <p:tag name="KSO_WM_UNIT_TEXT_TYPE" val="1"/>
  <p:tag name="KSO_WM_UNIT_VALUE" val="24"/>
  <p:tag name="KSO_WM_UNIT_PRESET_TEXT" val="单击此处输入你的项正文，请阐述你的观点"/>
  <p:tag name="KSO_WM_UNIT_TEXT_FILL_FORE_SCHEMECOLOR_INDEX" val="1"/>
  <p:tag name="KSO_WM_UNIT_TEXT_FILL_TYPE" val="1"/>
  <p:tag name="KSO_WM_DIAGRAM_USE_COLOR_VALUE" val="{&quot;color_scheme&quot;:1,&quot;color_type&quot;:1,&quot;theme_color_indexes&quot;:[5,5,5,5,5,5]}"/>
</p:tagLst>
</file>

<file path=ppt/tags/tag17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1405_4*l_h_f*1_3_3"/>
  <p:tag name="KSO_WM_TEMPLATE_CATEGORY" val="diagram"/>
  <p:tag name="KSO_WM_TEMPLATE_INDEX" val="20231405"/>
  <p:tag name="KSO_WM_UNIT_LAYERLEVEL" val="1_1_1"/>
  <p:tag name="KSO_WM_TAG_VERSION" val="3.0"/>
  <p:tag name="KSO_WM_DIAGRAM_GROUP_CODE" val="l1-1"/>
  <p:tag name="KSO_WM_UNIT_TYPE" val="l_h_f"/>
  <p:tag name="KSO_WM_UNIT_INDEX" val="1_3_3"/>
  <p:tag name="KSO_WM_DIAGRAM_VERSION" val="3"/>
  <p:tag name="KSO_WM_DIAGRAM_COLOR_TRICK" val="2"/>
  <p:tag name="KSO_WM_DIAGRAM_COLOR_TEXT_CAN_REMOVE" val="n"/>
  <p:tag name="KSO_WM_DIAGRAM_MAX_ITEMCNT" val="6"/>
  <p:tag name="KSO_WM_DIAGRAM_MIN_ITEMCNT" val="2"/>
  <p:tag name="KSO_WM_DIAGRAM_VIRTUALLY_FRAME" val="{&quot;height&quot;:337.91992217777283,&quot;left&quot;:27.72835945476745,&quot;top&quot;:165.82503937007874,&quot;width&quot;:438.73360904916956}"/>
  <p:tag name="KSO_WM_DIAGRAM_COLOR_MATCH_VALUE" val="{&quot;shape&quot;:{&quot;fill&quot;:{&quot;gradient&quot;:[{&quot;brightness&quot;:0,&quot;colorType&quot;:2,&quot;pos&quot;:0,&quot;rgb&quot;:&quot;#ffffff&quot;,&quot;transparency&quot;:0.8999999761581421},{&quot;brightness&quot;:0,&quot;colorType&quot;:2,&quot;pos&quot;:1,&quot;rgb&quot;:&quot;#ffffff&quot;,&quot;transparency&quot;:1}],&quot;type&quot;:3},&quot;glow&quot;:{&quot;colorType&quot;:0},&quot;line&quot;:{&quot;gradient&quot;:[{&quot;brightness&quot;:0.4000000059604645,&quot;colorType&quot;:1,&quot;foreColorIndex&quot;:5,&quot;pos&quot;:0,&quot;transparency&quot;:0.4000000059604645},{&quot;brightness&quot;:0.4000000059604645,&quot;colorType&quot;:1,&quot;foreColorIndex&quot;:5,&quot;pos&quot;:1,&quot;transparency&quot;:1}],&quot;type&quot;:2},&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SUBTYPE" val="a"/>
  <p:tag name="KSO_WM_UNIT_TEXT_LAYER_COUNT" val="1"/>
  <p:tag name="KSO_WM_UNIT_NOCLEAR" val="0"/>
  <p:tag name="KSO_WM_UNIT_TEXT_TYPE" val="1"/>
  <p:tag name="KSO_WM_UNIT_VALUE" val="24"/>
  <p:tag name="KSO_WM_UNIT_PRESET_TEXT" val="单击此处输入你的项正文，请阐述你的观点"/>
  <p:tag name="KSO_WM_UNIT_TEXT_FILL_FORE_SCHEMECOLOR_INDEX" val="1"/>
  <p:tag name="KSO_WM_UNIT_TEXT_FILL_TYPE" val="1"/>
  <p:tag name="KSO_WM_DIAGRAM_USE_COLOR_VALUE" val="{&quot;color_scheme&quot;:1,&quot;color_type&quot;:1,&quot;theme_color_indexes&quot;:[5,5,5,5,5,5]}"/>
</p:tagLst>
</file>

<file path=ppt/tags/tag17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1405_4*l_h_f*1_5_3"/>
  <p:tag name="KSO_WM_TEMPLATE_CATEGORY" val="diagram"/>
  <p:tag name="KSO_WM_TEMPLATE_INDEX" val="20231405"/>
  <p:tag name="KSO_WM_UNIT_LAYERLEVEL" val="1_1_1"/>
  <p:tag name="KSO_WM_TAG_VERSION" val="3.0"/>
  <p:tag name="KSO_WM_DIAGRAM_GROUP_CODE" val="l1-1"/>
  <p:tag name="KSO_WM_UNIT_TYPE" val="l_h_f"/>
  <p:tag name="KSO_WM_UNIT_INDEX" val="1_5_3"/>
  <p:tag name="KSO_WM_DIAGRAM_VERSION" val="3"/>
  <p:tag name="KSO_WM_DIAGRAM_COLOR_TRICK" val="2"/>
  <p:tag name="KSO_WM_DIAGRAM_COLOR_TEXT_CAN_REMOVE" val="n"/>
  <p:tag name="KSO_WM_DIAGRAM_MAX_ITEMCNT" val="6"/>
  <p:tag name="KSO_WM_DIAGRAM_MIN_ITEMCNT" val="2"/>
  <p:tag name="KSO_WM_DIAGRAM_VIRTUALLY_FRAME" val="{&quot;height&quot;:337.91992217777283,&quot;left&quot;:27.72835945476745,&quot;top&quot;:165.82503937007874,&quot;width&quot;:438.73360904916956}"/>
  <p:tag name="KSO_WM_DIAGRAM_COLOR_MATCH_VALUE" val="{&quot;shape&quot;:{&quot;fill&quot;:{&quot;gradient&quot;:[{&quot;brightness&quot;:0,&quot;colorType&quot;:2,&quot;pos&quot;:0,&quot;rgb&quot;:&quot;#ffffff&quot;,&quot;transparency&quot;:0.8999999761581421},{&quot;brightness&quot;:0,&quot;colorType&quot;:2,&quot;pos&quot;:1,&quot;rgb&quot;:&quot;#ffffff&quot;,&quot;transparency&quot;:1}],&quot;type&quot;:3},&quot;glow&quot;:{&quot;colorType&quot;:0},&quot;line&quot;:{&quot;gradient&quot;:[{&quot;brightness&quot;:0.4000000059604645,&quot;colorType&quot;:1,&quot;foreColorIndex&quot;:5,&quot;pos&quot;:0,&quot;transparency&quot;:0.4000000059604645},{&quot;brightness&quot;:0.4000000059604645,&quot;colorType&quot;:1,&quot;foreColorIndex&quot;:5,&quot;pos&quot;:1,&quot;transparency&quot;:1}],&quot;type&quot;:2},&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SUBTYPE" val="a"/>
  <p:tag name="KSO_WM_UNIT_TEXT_LAYER_COUNT" val="1"/>
  <p:tag name="KSO_WM_UNIT_NOCLEAR" val="0"/>
  <p:tag name="KSO_WM_UNIT_TEXT_TYPE" val="1"/>
  <p:tag name="KSO_WM_UNIT_VALUE" val="24"/>
  <p:tag name="KSO_WM_UNIT_PRESET_TEXT" val="单击此处输入你的项正文，请阐述你的观点"/>
  <p:tag name="KSO_WM_UNIT_TEXT_FILL_FORE_SCHEMECOLOR_INDEX" val="1"/>
  <p:tag name="KSO_WM_UNIT_TEXT_FILL_TYPE" val="1"/>
  <p:tag name="KSO_WM_DIAGRAM_USE_COLOR_VALUE" val="{&quot;color_scheme&quot;:1,&quot;color_type&quot;:1,&quot;theme_color_indexes&quot;:[5,5,5,5,5,5]}"/>
</p:tagLst>
</file>

<file path=ppt/tags/tag17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1405_4*l_h_f*1_2_3"/>
  <p:tag name="KSO_WM_TEMPLATE_CATEGORY" val="diagram"/>
  <p:tag name="KSO_WM_TEMPLATE_INDEX" val="20231405"/>
  <p:tag name="KSO_WM_UNIT_LAYERLEVEL" val="1_1_1"/>
  <p:tag name="KSO_WM_TAG_VERSION" val="3.0"/>
  <p:tag name="KSO_WM_DIAGRAM_GROUP_CODE" val="l1-1"/>
  <p:tag name="KSO_WM_UNIT_TYPE" val="l_h_f"/>
  <p:tag name="KSO_WM_UNIT_INDEX" val="1_2_3"/>
  <p:tag name="KSO_WM_DIAGRAM_VERSION" val="3"/>
  <p:tag name="KSO_WM_DIAGRAM_COLOR_TRICK" val="2"/>
  <p:tag name="KSO_WM_DIAGRAM_COLOR_TEXT_CAN_REMOVE" val="n"/>
  <p:tag name="KSO_WM_DIAGRAM_MAX_ITEMCNT" val="6"/>
  <p:tag name="KSO_WM_DIAGRAM_MIN_ITEMCNT" val="2"/>
  <p:tag name="KSO_WM_DIAGRAM_VIRTUALLY_FRAME" val="{&quot;height&quot;:337.91992217777283,&quot;left&quot;:27.72835945476745,&quot;top&quot;:165.82503937007874,&quot;width&quot;:438.73360904916956}"/>
  <p:tag name="KSO_WM_DIAGRAM_COLOR_MATCH_VALUE" val="{&quot;shape&quot;:{&quot;fill&quot;:{&quot;gradient&quot;:[{&quot;brightness&quot;:0,&quot;colorType&quot;:2,&quot;pos&quot;:0,&quot;rgb&quot;:&quot;#ffffff&quot;,&quot;transparency&quot;:0.8999999761581421},{&quot;brightness&quot;:0,&quot;colorType&quot;:2,&quot;pos&quot;:1,&quot;rgb&quot;:&quot;#ffffff&quot;,&quot;transparency&quot;:1}],&quot;type&quot;:3},&quot;glow&quot;:{&quot;colorType&quot;:0},&quot;line&quot;:{&quot;gradient&quot;:[{&quot;brightness&quot;:0.4000000059604645,&quot;colorType&quot;:1,&quot;foreColorIndex&quot;:6,&quot;pos&quot;:0,&quot;transparency&quot;:0.4000000059604645},{&quot;brightness&quot;:0.4000000059604645,&quot;colorType&quot;:1,&quot;foreColorIndex&quot;:6,&quot;pos&quot;:1,&quot;transparency&quot;:1}],&quot;type&quot;:2},&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SUBTYPE" val="a"/>
  <p:tag name="KSO_WM_UNIT_TEXT_LAYER_COUNT" val="1"/>
  <p:tag name="KSO_WM_UNIT_NOCLEAR" val="0"/>
  <p:tag name="KSO_WM_UNIT_TEXT_TYPE" val="1"/>
  <p:tag name="KSO_WM_UNIT_VALUE" val="24"/>
  <p:tag name="KSO_WM_UNIT_PRESET_TEXT" val="单击此处输入你的项正文，请阐述你的观点"/>
  <p:tag name="KSO_WM_UNIT_TEXT_FILL_FORE_SCHEMECOLOR_INDEX" val="1"/>
  <p:tag name="KSO_WM_UNIT_TEXT_FILL_TYPE" val="1"/>
  <p:tag name="KSO_WM_DIAGRAM_USE_COLOR_VALUE" val="{&quot;color_scheme&quot;:1,&quot;color_type&quot;:1,&quot;theme_color_indexes&quot;:[5,5,5,5,5,5]}"/>
</p:tagLst>
</file>

<file path=ppt/tags/tag17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1405_4*l_h_f*1_4_3"/>
  <p:tag name="KSO_WM_TEMPLATE_CATEGORY" val="diagram"/>
  <p:tag name="KSO_WM_TEMPLATE_INDEX" val="20231405"/>
  <p:tag name="KSO_WM_UNIT_LAYERLEVEL" val="1_1_1"/>
  <p:tag name="KSO_WM_TAG_VERSION" val="3.0"/>
  <p:tag name="KSO_WM_DIAGRAM_GROUP_CODE" val="l1-1"/>
  <p:tag name="KSO_WM_UNIT_TYPE" val="l_h_f"/>
  <p:tag name="KSO_WM_UNIT_INDEX" val="1_4_3"/>
  <p:tag name="KSO_WM_DIAGRAM_VERSION" val="3"/>
  <p:tag name="KSO_WM_DIAGRAM_COLOR_TRICK" val="2"/>
  <p:tag name="KSO_WM_DIAGRAM_COLOR_TEXT_CAN_REMOVE" val="n"/>
  <p:tag name="KSO_WM_DIAGRAM_MAX_ITEMCNT" val="6"/>
  <p:tag name="KSO_WM_DIAGRAM_MIN_ITEMCNT" val="2"/>
  <p:tag name="KSO_WM_DIAGRAM_VIRTUALLY_FRAME" val="{&quot;height&quot;:337.91992217777283,&quot;left&quot;:27.72835945476745,&quot;top&quot;:165.82503937007874,&quot;width&quot;:438.73360904916956}"/>
  <p:tag name="KSO_WM_DIAGRAM_COLOR_MATCH_VALUE" val="{&quot;shape&quot;:{&quot;fill&quot;:{&quot;gradient&quot;:[{&quot;brightness&quot;:0,&quot;colorType&quot;:2,&quot;pos&quot;:0,&quot;rgb&quot;:&quot;#ffffff&quot;,&quot;transparency&quot;:0.8999999761581421},{&quot;brightness&quot;:0,&quot;colorType&quot;:2,&quot;pos&quot;:1,&quot;rgb&quot;:&quot;#ffffff&quot;,&quot;transparency&quot;:1}],&quot;type&quot;:3},&quot;glow&quot;:{&quot;colorType&quot;:0},&quot;line&quot;:{&quot;gradient&quot;:[{&quot;brightness&quot;:0.4000000059604645,&quot;colorType&quot;:1,&quot;foreColorIndex&quot;:6,&quot;pos&quot;:0,&quot;transparency&quot;:0.4000000059604645},{&quot;brightness&quot;:0.4000000059604645,&quot;colorType&quot;:1,&quot;foreColorIndex&quot;:6,&quot;pos&quot;:1,&quot;transparency&quot;:1}],&quot;type&quot;:2},&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SUBTYPE" val="a"/>
  <p:tag name="KSO_WM_UNIT_TEXT_LAYER_COUNT" val="1"/>
  <p:tag name="KSO_WM_UNIT_NOCLEAR" val="0"/>
  <p:tag name="KSO_WM_UNIT_TEXT_TYPE" val="1"/>
  <p:tag name="KSO_WM_UNIT_VALUE" val="24"/>
  <p:tag name="KSO_WM_UNIT_PRESET_TEXT" val="单击此处输入你的项正文，请阐述你的观点"/>
  <p:tag name="KSO_WM_UNIT_TEXT_FILL_FORE_SCHEMECOLOR_INDEX" val="1"/>
  <p:tag name="KSO_WM_UNIT_TEXT_FILL_TYPE" val="1"/>
  <p:tag name="KSO_WM_DIAGRAM_USE_COLOR_VALUE" val="{&quot;color_scheme&quot;:1,&quot;color_type&quot;:1,&quot;theme_color_indexes&quot;:[5,5,5,5,5,5]}"/>
</p:tagLst>
</file>

<file path=ppt/tags/tag175.xml><?xml version="1.0" encoding="utf-8"?>
<p:tagLst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l_h_a"/>
  <p:tag name="KSO_WM_UNIT_INDEX" val="1_1_1"/>
  <p:tag name="KSO_WM_UNIT_ID" val="diagram20231405_4*l_h_a*1_1_1"/>
  <p:tag name="KSO_WM_TEMPLATE_CATEGORY" val="diagram"/>
  <p:tag name="KSO_WM_TEMPLATE_INDEX" val="20231405"/>
  <p:tag name="KSO_WM_UNIT_LAYERLEVEL" val="1_1_1"/>
  <p:tag name="KSO_WM_TAG_VERSION" val="3.0"/>
  <p:tag name="KSO_WM_DIAGRAM_GROUP_CODE" val="l1-1"/>
  <p:tag name="KSO_WM_DIAGRAM_VERSION" val="3"/>
  <p:tag name="KSO_WM_DIAGRAM_COLOR_TRICK" val="2"/>
  <p:tag name="KSO_WM_DIAGRAM_COLOR_TEXT_CAN_REMOVE" val="n"/>
  <p:tag name="KSO_WM_DIAGRAM_MAX_ITEMCNT" val="6"/>
  <p:tag name="KSO_WM_DIAGRAM_MIN_ITEMCNT" val="2"/>
  <p:tag name="KSO_WM_DIAGRAM_VIRTUALLY_FRAME" val="{&quot;height&quot;:337.91992217777283,&quot;left&quot;:27.72835945476745,&quot;top&quot;:165.82503937007874,&quot;width&quot;:438.73360904916956}"/>
  <p:tag name="KSO_WM_DIAGRAM_COLOR_MATCH_VALUE" val="{&quot;shape&quot;:{&quot;fill&quot;:{&quot;gradient&quot;:[{&quot;brightness&quot;:-0.25,&quot;colorType&quot;:1,&quot;foreColorIndex&quot;:5,&quot;pos&quot;:0,&quot;transparency&quot;:0},{&quot;brightness&quot;:0.4000000059604645,&quot;colorType&quot;:1,&quot;foreColorIndex&quot;:5,&quot;pos&quot;:0.9790199995040894,&quot;transparency&quot;:0},{&quot;brightness&quot;:0,&quot;colorType&quot;:1,&quot;foreColorIndex&quot;:5,&quot;pos&quot;:0.4699999988079071,&quot;transparency&quot;:0}],&quot;type&quot;:3},&quot;glow&quot;:{&quot;colorType&quot;:0},&quot;line&quot;:{&quot;type&quot;:0},&quot;shadow&quot;:{&quot;brightness&quot;:0,&quot;colorType&quot;:1,&quot;foreColorIndex&quot;:5,&quot;transparency&quot;:0.6000000238418579},&quot;threeD&quot;:{&quot;curvedSurface&quot;:{&quot;brightness&quot;:0,&quot;colorType&quot;:2,&quot;rgb&quot;:&quot;#000000&quot;},&quot;depth&quot;:{&quot;colorType&quot;:0}}},&quot;text&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TEXT_TYPE" val="1"/>
  <p:tag name="KSO_WM_UNIT_PRESET_TEXT" val="添加标题"/>
  <p:tag name="KSO_WM_UNIT_FILL_TYPE" val="3"/>
  <p:tag name="KSO_WM_DIAGRAM_USE_COLOR_VALUE" val="{&quot;color_scheme&quot;:1,&quot;color_type&quot;:1,&quot;theme_color_indexes&quot;:[5,5,5,5,5,5]}"/>
</p:tagLst>
</file>

<file path=ppt/tags/tag176.xml><?xml version="1.0" encoding="utf-8"?>
<p:tagLst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l_h_a"/>
  <p:tag name="KSO_WM_UNIT_INDEX" val="1_3_1"/>
  <p:tag name="KSO_WM_UNIT_ID" val="diagram20231405_4*l_h_a*1_3_1"/>
  <p:tag name="KSO_WM_TEMPLATE_CATEGORY" val="diagram"/>
  <p:tag name="KSO_WM_TEMPLATE_INDEX" val="20231405"/>
  <p:tag name="KSO_WM_UNIT_LAYERLEVEL" val="1_1_1"/>
  <p:tag name="KSO_WM_TAG_VERSION" val="3.0"/>
  <p:tag name="KSO_WM_DIAGRAM_GROUP_CODE" val="l1-1"/>
  <p:tag name="KSO_WM_DIAGRAM_VERSION" val="3"/>
  <p:tag name="KSO_WM_DIAGRAM_COLOR_TRICK" val="2"/>
  <p:tag name="KSO_WM_DIAGRAM_COLOR_TEXT_CAN_REMOVE" val="n"/>
  <p:tag name="KSO_WM_DIAGRAM_MAX_ITEMCNT" val="6"/>
  <p:tag name="KSO_WM_DIAGRAM_MIN_ITEMCNT" val="2"/>
  <p:tag name="KSO_WM_DIAGRAM_VIRTUALLY_FRAME" val="{&quot;height&quot;:337.91992217777283,&quot;left&quot;:27.72835945476745,&quot;top&quot;:165.82503937007874,&quot;width&quot;:438.73360904916956}"/>
  <p:tag name="KSO_WM_DIAGRAM_COLOR_MATCH_VALUE" val="{&quot;shape&quot;:{&quot;fill&quot;:{&quot;gradient&quot;:[{&quot;brightness&quot;:-0.25,&quot;colorType&quot;:1,&quot;foreColorIndex&quot;:5,&quot;pos&quot;:0,&quot;transparency&quot;:0},{&quot;brightness&quot;:0.4000000059604645,&quot;colorType&quot;:1,&quot;foreColorIndex&quot;:5,&quot;pos&quot;:0.9790199995040894,&quot;transparency&quot;:0},{&quot;brightness&quot;:0,&quot;colorType&quot;:1,&quot;foreColorIndex&quot;:5,&quot;pos&quot;:0.4699999988079071,&quot;transparency&quot;:0}],&quot;type&quot;:3},&quot;glow&quot;:{&quot;colorType&quot;:0},&quot;line&quot;:{&quot;type&quot;:0},&quot;shadow&quot;:{&quot;brightness&quot;:0,&quot;colorType&quot;:1,&quot;foreColorIndex&quot;:5,&quot;transparency&quot;:0.6000000238418579},&quot;threeD&quot;:{&quot;curvedSurface&quot;:{&quot;brightness&quot;:0,&quot;colorType&quot;:2,&quot;rgb&quot;:&quot;#000000&quot;},&quot;depth&quot;:{&quot;colorType&quot;:0}}},&quot;text&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TEXT_TYPE" val="1"/>
  <p:tag name="KSO_WM_UNIT_PRESET_TEXT" val="添加标题"/>
  <p:tag name="KSO_WM_UNIT_FILL_TYPE" val="3"/>
  <p:tag name="KSO_WM_DIAGRAM_USE_COLOR_VALUE" val="{&quot;color_scheme&quot;:1,&quot;color_type&quot;:1,&quot;theme_color_indexes&quot;:[5,5,5,5,5,5]}"/>
</p:tagLst>
</file>

<file path=ppt/tags/tag177.xml><?xml version="1.0" encoding="utf-8"?>
<p:tagLst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l_h_a"/>
  <p:tag name="KSO_WM_UNIT_INDEX" val="1_5_1"/>
  <p:tag name="KSO_WM_UNIT_ID" val="diagram20231405_4*l_h_a*1_5_1"/>
  <p:tag name="KSO_WM_TEMPLATE_CATEGORY" val="diagram"/>
  <p:tag name="KSO_WM_TEMPLATE_INDEX" val="20231405"/>
  <p:tag name="KSO_WM_UNIT_LAYERLEVEL" val="1_1_1"/>
  <p:tag name="KSO_WM_TAG_VERSION" val="3.0"/>
  <p:tag name="KSO_WM_DIAGRAM_GROUP_CODE" val="l1-1"/>
  <p:tag name="KSO_WM_DIAGRAM_VERSION" val="3"/>
  <p:tag name="KSO_WM_DIAGRAM_COLOR_TRICK" val="2"/>
  <p:tag name="KSO_WM_DIAGRAM_COLOR_TEXT_CAN_REMOVE" val="n"/>
  <p:tag name="KSO_WM_DIAGRAM_MAX_ITEMCNT" val="6"/>
  <p:tag name="KSO_WM_DIAGRAM_MIN_ITEMCNT" val="2"/>
  <p:tag name="KSO_WM_DIAGRAM_VIRTUALLY_FRAME" val="{&quot;height&quot;:337.91992217777283,&quot;left&quot;:27.72835945476745,&quot;top&quot;:165.82503937007874,&quot;width&quot;:438.73360904916956}"/>
  <p:tag name="KSO_WM_DIAGRAM_COLOR_MATCH_VALUE" val="{&quot;shape&quot;:{&quot;fill&quot;:{&quot;gradient&quot;:[{&quot;brightness&quot;:-0.25,&quot;colorType&quot;:1,&quot;foreColorIndex&quot;:5,&quot;pos&quot;:0,&quot;transparency&quot;:0},{&quot;brightness&quot;:0.4000000059604645,&quot;colorType&quot;:1,&quot;foreColorIndex&quot;:5,&quot;pos&quot;:0.9790199995040894,&quot;transparency&quot;:0},{&quot;brightness&quot;:0,&quot;colorType&quot;:1,&quot;foreColorIndex&quot;:5,&quot;pos&quot;:0.4699999988079071,&quot;transparency&quot;:0}],&quot;type&quot;:3},&quot;glow&quot;:{&quot;colorType&quot;:0},&quot;line&quot;:{&quot;type&quot;:0},&quot;shadow&quot;:{&quot;brightness&quot;:0,&quot;colorType&quot;:1,&quot;foreColorIndex&quot;:5,&quot;transparency&quot;:0.6000000238418579},&quot;threeD&quot;:{&quot;curvedSurface&quot;:{&quot;brightness&quot;:0,&quot;colorType&quot;:2,&quot;rgb&quot;:&quot;#000000&quot;},&quot;depth&quot;:{&quot;colorType&quot;:0}}},&quot;text&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TEXT_TYPE" val="1"/>
  <p:tag name="KSO_WM_UNIT_PRESET_TEXT" val="添加标题"/>
  <p:tag name="KSO_WM_UNIT_FILL_TYPE" val="3"/>
  <p:tag name="KSO_WM_DIAGRAM_USE_COLOR_VALUE" val="{&quot;color_scheme&quot;:1,&quot;color_type&quot;:1,&quot;theme_color_indexes&quot;:[5,5,5,5,5,5]}"/>
</p:tagLst>
</file>

<file path=ppt/tags/tag178.xml><?xml version="1.0" encoding="utf-8"?>
<p:tagLst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l_h_a"/>
  <p:tag name="KSO_WM_UNIT_INDEX" val="1_2_1"/>
  <p:tag name="KSO_WM_UNIT_ID" val="diagram20231405_4*l_h_a*1_2_1"/>
  <p:tag name="KSO_WM_TEMPLATE_CATEGORY" val="diagram"/>
  <p:tag name="KSO_WM_TEMPLATE_INDEX" val="20231405"/>
  <p:tag name="KSO_WM_UNIT_LAYERLEVEL" val="1_1_1"/>
  <p:tag name="KSO_WM_TAG_VERSION" val="3.0"/>
  <p:tag name="KSO_WM_DIAGRAM_GROUP_CODE" val="l1-1"/>
  <p:tag name="KSO_WM_DIAGRAM_VERSION" val="3"/>
  <p:tag name="KSO_WM_DIAGRAM_COLOR_TRICK" val="2"/>
  <p:tag name="KSO_WM_DIAGRAM_COLOR_TEXT_CAN_REMOVE" val="n"/>
  <p:tag name="KSO_WM_DIAGRAM_MAX_ITEMCNT" val="6"/>
  <p:tag name="KSO_WM_DIAGRAM_MIN_ITEMCNT" val="2"/>
  <p:tag name="KSO_WM_DIAGRAM_VIRTUALLY_FRAME" val="{&quot;height&quot;:337.91992217777283,&quot;left&quot;:27.72835945476745,&quot;top&quot;:165.82503937007874,&quot;width&quot;:438.73360904916956}"/>
  <p:tag name="KSO_WM_DIAGRAM_COLOR_MATCH_VALUE" val="{&quot;shape&quot;:{&quot;fill&quot;:{&quot;gradient&quot;:[{&quot;brightness&quot;:-0.25,&quot;colorType&quot;:1,&quot;foreColorIndex&quot;:6,&quot;pos&quot;:0,&quot;transparency&quot;:0},{&quot;brightness&quot;:0.4000000059604645,&quot;colorType&quot;:1,&quot;foreColorIndex&quot;:6,&quot;pos&quot;:0.9790199995040894,&quot;transparency&quot;:0},{&quot;brightness&quot;:0,&quot;colorType&quot;:1,&quot;foreColorIndex&quot;:6,&quot;pos&quot;:0.4699999988079071,&quot;transparency&quot;:0}],&quot;type&quot;:3},&quot;glow&quot;:{&quot;colorType&quot;:0},&quot;line&quot;:{&quot;type&quot;:0},&quot;shadow&quot;:{&quot;brightness&quot;:0,&quot;colorType&quot;:1,&quot;foreColorIndex&quot;:6,&quot;transparency&quot;:0.6000000238418579},&quot;threeD&quot;:{&quot;curvedSurface&quot;:{&quot;brightness&quot;:0,&quot;colorType&quot;:2,&quot;rgb&quot;:&quot;#000000&quot;},&quot;depth&quot;:{&quot;colorType&quot;:0}}},&quot;text&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TEXT_TYPE" val="1"/>
  <p:tag name="KSO_WM_UNIT_PRESET_TEXT" val="添加标题"/>
  <p:tag name="KSO_WM_UNIT_FILL_TYPE" val="3"/>
  <p:tag name="KSO_WM_DIAGRAM_USE_COLOR_VALUE" val="{&quot;color_scheme&quot;:1,&quot;color_type&quot;:1,&quot;theme_color_indexes&quot;:[5,5,5,5,5,5]}"/>
</p:tagLst>
</file>

<file path=ppt/tags/tag179.xml><?xml version="1.0" encoding="utf-8"?>
<p:tagLst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l_h_a"/>
  <p:tag name="KSO_WM_UNIT_INDEX" val="1_4_1"/>
  <p:tag name="KSO_WM_UNIT_ID" val="diagram20231405_4*l_h_a*1_4_1"/>
  <p:tag name="KSO_WM_TEMPLATE_CATEGORY" val="diagram"/>
  <p:tag name="KSO_WM_TEMPLATE_INDEX" val="20231405"/>
  <p:tag name="KSO_WM_UNIT_LAYERLEVEL" val="1_1_1"/>
  <p:tag name="KSO_WM_TAG_VERSION" val="3.0"/>
  <p:tag name="KSO_WM_DIAGRAM_GROUP_CODE" val="l1-1"/>
  <p:tag name="KSO_WM_DIAGRAM_VERSION" val="3"/>
  <p:tag name="KSO_WM_DIAGRAM_COLOR_TRICK" val="2"/>
  <p:tag name="KSO_WM_DIAGRAM_COLOR_TEXT_CAN_REMOVE" val="n"/>
  <p:tag name="KSO_WM_DIAGRAM_MAX_ITEMCNT" val="6"/>
  <p:tag name="KSO_WM_DIAGRAM_MIN_ITEMCNT" val="2"/>
  <p:tag name="KSO_WM_DIAGRAM_VIRTUALLY_FRAME" val="{&quot;height&quot;:337.91992217777283,&quot;left&quot;:27.72835945476745,&quot;top&quot;:165.82503937007874,&quot;width&quot;:438.73360904916956}"/>
  <p:tag name="KSO_WM_DIAGRAM_COLOR_MATCH_VALUE" val="{&quot;shape&quot;:{&quot;fill&quot;:{&quot;gradient&quot;:[{&quot;brightness&quot;:-0.25,&quot;colorType&quot;:1,&quot;foreColorIndex&quot;:6,&quot;pos&quot;:0,&quot;transparency&quot;:0},{&quot;brightness&quot;:0.4000000059604645,&quot;colorType&quot;:1,&quot;foreColorIndex&quot;:6,&quot;pos&quot;:0.9790199995040894,&quot;transparency&quot;:0},{&quot;brightness&quot;:0,&quot;colorType&quot;:1,&quot;foreColorIndex&quot;:6,&quot;pos&quot;:0.4699999988079071,&quot;transparency&quot;:0}],&quot;type&quot;:3},&quot;glow&quot;:{&quot;colorType&quot;:0},&quot;line&quot;:{&quot;type&quot;:0},&quot;shadow&quot;:{&quot;brightness&quot;:0,&quot;colorType&quot;:1,&quot;foreColorIndex&quot;:6,&quot;transparency&quot;:0.6000000238418579},&quot;threeD&quot;:{&quot;curvedSurface&quot;:{&quot;brightness&quot;:0,&quot;colorType&quot;:2,&quot;rgb&quot;:&quot;#000000&quot;},&quot;depth&quot;:{&quot;colorType&quot;:0}}},&quot;text&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TEXT_TYPE" val="1"/>
  <p:tag name="KSO_WM_UNIT_PRESET_TEXT" val="添加标题"/>
  <p:tag name="KSO_WM_UNIT_FILL_TYPE" val="3"/>
  <p:tag name="KSO_WM_DIAGRAM_USE_COLOR_VALUE" val="{&quot;color_scheme&quot;:1,&quot;color_type&quot;:1,&quot;theme_color_indexes&quot;:[5,5,5,5,5,5]}"/>
</p:tagLst>
</file>

<file path=ppt/tags/tag180.xml><?xml version="1.0" encoding="utf-8"?>
<p:tagLst xmlns:p="http://schemas.openxmlformats.org/presentationml/2006/main">
  <p:tag name="KSO_WM_DIAGRAM_VERSION" val="3"/>
  <p:tag name="KSO_WM_DIAGRAM_COLOR_TRICK" val="2"/>
  <p:tag name="KSO_WM_DIAGRAM_COLOR_TEXT_CAN_REMOVE" val="n"/>
  <p:tag name="KSO_WM_UNIT_HIGHLIGHT" val="0"/>
  <p:tag name="KSO_WM_UNIT_COMPATIBLE" val="0"/>
  <p:tag name="KSO_WM_UNIT_DIAGRAM_ISNUMVISUAL" val="0"/>
  <p:tag name="KSO_WM_UNIT_DIAGRAM_ISREFERUNIT" val="0"/>
  <p:tag name="KSO_WM_DIAGRAM_GROUP_CODE" val="l1-1"/>
  <p:tag name="KSO_WM_UNIT_TYPE" val="l_x"/>
  <p:tag name="KSO_WM_UNIT_INDEX" val="1_1"/>
  <p:tag name="KSO_WM_UNIT_ID" val="diagram20231405_4*l_x*1_1"/>
  <p:tag name="KSO_WM_TEMPLATE_CATEGORY" val="diagram"/>
  <p:tag name="KSO_WM_TEMPLATE_INDEX" val="20231405"/>
  <p:tag name="KSO_WM_UNIT_LAYERLEVEL" val="1_1"/>
  <p:tag name="KSO_WM_TAG_VERSION" val="3.0"/>
  <p:tag name="KSO_WM_BEAUTIFY_FLAG" val="#wm#"/>
  <p:tag name="KSO_WM_UNIT_VALUE" val="203*203"/>
  <p:tag name="KSO_WM_DIAGRAM_COLOR_MATCH_VALUE" val="{&quot;shape&quot;:{&quot;fill&quot;:{&quot;gradient&quot;:[{&quot;brightness&quot;:0,&quot;colorType&quot;:1,&quot;foreColorIndex&quot;:5,&quot;pos&quot;:0,&quot;transparency&quot;:0.6392157077789307},{&quot;brightness&quot;:0.4000000059604645,&quot;colorType&quot;:1,&quot;foreColorIndex&quot;:5,&quot;pos&quot;:0.6899999976158142,&quot;transparency&quot;:0.7098039388656616}],&quot;type&quot;:3},&quot;glow&quot;:{&quot;colorType&quot;:0},&quot;line&quot;:{&quot;type&quot;:0},&quot;shadow&quot;:{&quot;colorType&quot;:0},&quot;threeD&quot;:{&quot;curvedSurface&quot;:{&quot;brightness&quot;:0,&quot;colorType&quot;:2,&quot;rgb&quot;:&quot;#000000&quot;},&quot;depth&quot;:{&quot;colorType&quot;:0}}},&quot;text&quot;:{&quot;fill&quot;:{},&quot;glow&quot;:{},&quot;line&quot;:{},&quot;shadow&quot;:{},&quot;threeD&quot;:{}}}"/>
  <p:tag name="KSO_WM_DIAGRAM_VIRTUALLY_FRAME" val="{&quot;height&quot;:337.91992217777283,&quot;left&quot;:27.72835945476745,&quot;top&quot;:165.82503937007874,&quot;width&quot;:438.73360904916956}"/>
  <p:tag name="KSO_WM_DIAGRAM_MAX_ITEMCNT" val="6"/>
  <p:tag name="KSO_WM_DIAGRAM_MIN_ITEMCNT" val="2"/>
  <p:tag name="KSO_WM_DIAGRAM_USE_COLOR_VALUE" val="{&quot;color_scheme&quot;:1,&quot;color_type&quot;:1,&quot;theme_color_indexes&quot;:[5,5,5,5,5,5]}"/>
</p:tagLst>
</file>

<file path=ppt/tags/tag181.xml><?xml version="1.0" encoding="utf-8"?>
<p:tagLst xmlns:p="http://schemas.openxmlformats.org/presentationml/2006/main">
  <p:tag name="KSO_WM_BEAUTIFY_FLAG" val=""/>
</p:tagLst>
</file>

<file path=ppt/tags/tag182.xml><?xml version="1.0" encoding="utf-8"?>
<p:tagLst xmlns:p="http://schemas.openxmlformats.org/presentationml/2006/main">
  <p:tag name="KSO_WM_UNIT_COMPATIBLE" val="0"/>
  <p:tag name="KSO_WM_UNIT_DIAGRAM_ISREFERUNIT" val="0"/>
  <p:tag name="KSO_WM_TEMPLATE_CATEGORY" val="diagram"/>
  <p:tag name="KSO_WM_UNIT_LAYERLEVEL" val="1_1_1"/>
  <p:tag name="KSO_WM_DIAGRAM_COLOR_TRICK" val="2"/>
  <p:tag name="KSO_WM_DIAGRAM_GROUP_CODE" val="l1-1"/>
  <p:tag name="KSO_WM_UNIT_INDEX" val="1_1_1"/>
  <p:tag name="KSO_WM_DIAGRAM_MIN_ITEMCNT" val="2"/>
  <p:tag name="KSO_WM_UNIT_SUBTYPE" val="a"/>
  <p:tag name="KSO_WM_UNIT_NOCLEAR" val="0"/>
  <p:tag name="KSO_WM_UNIT_VALUE" val="60"/>
  <p:tag name="KSO_WM_UNIT_HIGHLIGHT" val="0"/>
  <p:tag name="KSO_WM_UNIT_DIAGRAM_ISNUMVISUAL" val="0"/>
  <p:tag name="KSO_WM_UNIT_TYPE" val="l_h_f"/>
  <p:tag name="KSO_WM_UNIT_ID" val="diagram20231751_5*l_h_f*1_1_1"/>
  <p:tag name="KSO_WM_TEMPLATE_INDEX" val="20231751"/>
  <p:tag name="KSO_WM_TAG_VERSION" val="3.0"/>
  <p:tag name="KSO_WM_DIAGRAM_VERSION" val="3"/>
  <p:tag name="KSO_WM_DIAGRAM_COLOR_TEXT_CAN_REMOVE" val="n"/>
  <p:tag name="KSO_WM_DIAGRAM_MAX_ITEMCNT" val="6"/>
  <p:tag name="KSO_WM_DIAGRAM_VIRTUALLY_FRAME" val="{&quot;height&quot;:224.05039672851564,&quot;left&quot;:507.44150390625,&quot;top&quot;:181.09960327148437,&quot;width&quot;:411.3169921875002}"/>
  <p:tag name="KSO_WM_DIAGRAM_COLOR_MATCH_VALUE" val="{&quot;shape&quot;:{&quot;fill&quot;:{&quot;type&quot;:0},&quot;glow&quot;:{&quot;colorType&quot;:0},&quot;line&quot;:{&quot;solidLine&quot;:{&quot;brightness&quot;:0,&quot;colorType&quot;:1,&quot;foreColorIndex&quot;:5,&quot;transparency&quot;:0.6000000238418579},&quot;type&quot;:1},&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LINE_FILL_TYPE" val="2"/>
  <p:tag name="KSO_WM_UNIT_FILL_FORE_SCHEMECOLOR_INDEX" val="14"/>
  <p:tag name="KSO_WM_UNIT_FILL_FORE_SCHEMECOLOR_INDEX_BRIGHTNESS" val="0"/>
  <p:tag name="KSO_WM_UNIT_TEXT_TYPE" val="1"/>
  <p:tag name="KSO_WM_UNIT_TEXT_LAYER_COUNT" val="1"/>
  <p:tag name="KSO_WM_BEAUTIFY_FLAG" val="#wm#"/>
  <p:tag name="KSO_WM_UNIT_PRESET_TEXT" val="单击此处添加文本内容，简明扼要地阐述您的观点，根据需要可酌情增减文字,以便观者准确地理解您传达的思想"/>
  <p:tag name="KSO_WM_UNIT_LINE_FORE_SCHEMECOLOR_INDEX" val="5"/>
  <p:tag name="KSO_WM_UNIT_TEXT_FILL_FORE_SCHEMECOLOR_INDEX" val="1"/>
  <p:tag name="KSO_WM_UNIT_TEXT_FILL_TYPE" val="1"/>
  <p:tag name="KSO_WM_DIAGRAM_USE_COLOR_VALUE" val="{&quot;color_scheme&quot;:1,&quot;color_type&quot;:1,&quot;theme_color_indexes&quot;:[5,5,5,5,5,5]}"/>
</p:tagLst>
</file>

<file path=ppt/tags/tag183.xml><?xml version="1.0" encoding="utf-8"?>
<p:tagLst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l_h_a"/>
  <p:tag name="KSO_WM_UNIT_INDEX" val="1_1_1"/>
  <p:tag name="KSO_WM_UNIT_ID" val="diagram20231751_5*l_h_a*1_1_1"/>
  <p:tag name="KSO_WM_TEMPLATE_CATEGORY" val="diagram"/>
  <p:tag name="KSO_WM_TEMPLATE_INDEX" val="20231751"/>
  <p:tag name="KSO_WM_UNIT_LAYERLEVEL" val="1_1_1"/>
  <p:tag name="KSO_WM_TAG_VERSION" val="3.0"/>
  <p:tag name="KSO_WM_UNIT_TEXT_FILL_FORE_SCHEMECOLOR_INDEX_BRIGHTNESS" val="0.15"/>
  <p:tag name="KSO_WM_DIAGRAM_VERSION" val="3"/>
  <p:tag name="KSO_WM_DIAGRAM_COLOR_TRICK" val="2"/>
  <p:tag name="KSO_WM_DIAGRAM_COLOR_TEXT_CAN_REMOVE" val="n"/>
  <p:tag name="KSO_WM_DIAGRAM_GROUP_CODE" val="l1-1"/>
  <p:tag name="KSO_WM_DIAGRAM_MAX_ITEMCNT" val="6"/>
  <p:tag name="KSO_WM_DIAGRAM_MIN_ITEMCNT" val="2"/>
  <p:tag name="KSO_WM_DIAGRAM_VIRTUALLY_FRAME" val="{&quot;height&quot;:224.05039672851564,&quot;left&quot;:507.44150390625,&quot;top&quot;:181.09960327148437,&quot;width&quot;:411.3169921875002}"/>
  <p:tag name="KSO_WM_DIAGRAM_COLOR_MATCH_VALUE" val="{&quot;shape&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
  <p:tag name="KSO_WM_UNIT_TEXT_FILL_TYPE" val="1"/>
  <p:tag name="KSO_WM_UNIT_TEXT_TYPE" val="1"/>
  <p:tag name="KSO_WM_BEAUTIFY_FLAG" val="#wm#"/>
  <p:tag name="KSO_WM_UNIT_PRESET_TEXT" val="添加标题"/>
  <p:tag name="KSO_WM_UNIT_FILL_TYPE" val="1"/>
  <p:tag name="KSO_WM_UNIT_FILL_FORE_SCHEMECOLOR_INDEX" val="5"/>
  <p:tag name="KSO_WM_UNIT_FILL_FORE_SCHEMECOLOR_INDEX_BRIGHTNESS" val="0"/>
  <p:tag name="KSO_WM_DIAGRAM_USE_COLOR_VALUE" val="{&quot;color_scheme&quot;:1,&quot;color_type&quot;:1,&quot;theme_color_indexes&quot;:[5,5,5,5,5,5]}"/>
</p:tagLst>
</file>

<file path=ppt/tags/tag184.xml><?xml version="1.0" encoding="utf-8"?>
<p:tagLst xmlns:p="http://schemas.openxmlformats.org/presentationml/2006/main">
  <p:tag name="KSO_WM_UNIT_COMPATIBLE" val="0"/>
  <p:tag name="KSO_WM_UNIT_DIAGRAM_ISREFERUNIT" val="0"/>
  <p:tag name="KSO_WM_TEMPLATE_CATEGORY" val="diagram"/>
  <p:tag name="KSO_WM_UNIT_LAYERLEVEL" val="1_1_1"/>
  <p:tag name="KSO_WM_DIAGRAM_COLOR_TRICK" val="2"/>
  <p:tag name="KSO_WM_DIAGRAM_GROUP_CODE" val="l1-1"/>
  <p:tag name="KSO_WM_UNIT_INDEX" val="1_2_1"/>
  <p:tag name="KSO_WM_DIAGRAM_MIN_ITEMCNT" val="2"/>
  <p:tag name="KSO_WM_UNIT_SUBTYPE" val="a"/>
  <p:tag name="KSO_WM_UNIT_NOCLEAR" val="0"/>
  <p:tag name="KSO_WM_UNIT_VALUE" val="60"/>
  <p:tag name="KSO_WM_UNIT_HIGHLIGHT" val="0"/>
  <p:tag name="KSO_WM_UNIT_DIAGRAM_ISNUMVISUAL" val="0"/>
  <p:tag name="KSO_WM_UNIT_TYPE" val="l_h_f"/>
  <p:tag name="KSO_WM_UNIT_ID" val="diagram20231751_5*l_h_f*1_2_1"/>
  <p:tag name="KSO_WM_TEMPLATE_INDEX" val="20231751"/>
  <p:tag name="KSO_WM_TAG_VERSION" val="3.0"/>
  <p:tag name="KSO_WM_DIAGRAM_VERSION" val="3"/>
  <p:tag name="KSO_WM_DIAGRAM_COLOR_TEXT_CAN_REMOVE" val="n"/>
  <p:tag name="KSO_WM_DIAGRAM_MAX_ITEMCNT" val="6"/>
  <p:tag name="KSO_WM_DIAGRAM_VIRTUALLY_FRAME" val="{&quot;height&quot;:224.05039672851564,&quot;left&quot;:507.44150390625,&quot;top&quot;:181.09960327148437,&quot;width&quot;:411.3169921875002}"/>
  <p:tag name="KSO_WM_DIAGRAM_COLOR_MATCH_VALUE" val="{&quot;shape&quot;:{&quot;fill&quot;:{&quot;type&quot;:0},&quot;glow&quot;:{&quot;colorType&quot;:0},&quot;line&quot;:{&quot;solidLine&quot;:{&quot;brightness&quot;:0,&quot;colorType&quot;:1,&quot;foreColorIndex&quot;:6,&quot;transparency&quot;:0.6000000238418579},&quot;type&quot;:1},&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LINE_FILL_TYPE" val="2"/>
  <p:tag name="KSO_WM_UNIT_FILL_FORE_SCHEMECOLOR_INDEX" val="14"/>
  <p:tag name="KSO_WM_UNIT_FILL_FORE_SCHEMECOLOR_INDEX_BRIGHTNESS" val="0"/>
  <p:tag name="KSO_WM_UNIT_TEXT_TYPE" val="1"/>
  <p:tag name="KSO_WM_UNIT_TEXT_LAYER_COUNT" val="1"/>
  <p:tag name="KSO_WM_BEAUTIFY_FLAG" val="#wm#"/>
  <p:tag name="KSO_WM_UNIT_PRESET_TEXT" val="单击此处添加文本，简明扼要地阐述您的观点，根据需要可酌情增减文字,以便观者准确地理解您传达的思想"/>
  <p:tag name="KSO_WM_UNIT_LINE_FORE_SCHEMECOLOR_INDEX" val="6"/>
  <p:tag name="KSO_WM_UNIT_TEXT_FILL_FORE_SCHEMECOLOR_INDEX" val="1"/>
  <p:tag name="KSO_WM_UNIT_TEXT_FILL_TYPE" val="1"/>
  <p:tag name="KSO_WM_DIAGRAM_USE_COLOR_VALUE" val="{&quot;color_scheme&quot;:1,&quot;color_type&quot;:1,&quot;theme_color_indexes&quot;:[5,5,5,5,5,5]}"/>
</p:tagLst>
</file>

<file path=ppt/tags/tag185.xml><?xml version="1.0" encoding="utf-8"?>
<p:tagLst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l_h_a"/>
  <p:tag name="KSO_WM_UNIT_INDEX" val="1_2_1"/>
  <p:tag name="KSO_WM_UNIT_ID" val="diagram20231751_5*l_h_a*1_2_1"/>
  <p:tag name="KSO_WM_TEMPLATE_CATEGORY" val="diagram"/>
  <p:tag name="KSO_WM_TEMPLATE_INDEX" val="20231751"/>
  <p:tag name="KSO_WM_UNIT_LAYERLEVEL" val="1_1_1"/>
  <p:tag name="KSO_WM_TAG_VERSION" val="3.0"/>
  <p:tag name="KSO_WM_UNIT_TEXT_FILL_FORE_SCHEMECOLOR_INDEX_BRIGHTNESS" val="0.15"/>
  <p:tag name="KSO_WM_DIAGRAM_VERSION" val="3"/>
  <p:tag name="KSO_WM_DIAGRAM_COLOR_TRICK" val="2"/>
  <p:tag name="KSO_WM_DIAGRAM_COLOR_TEXT_CAN_REMOVE" val="n"/>
  <p:tag name="KSO_WM_DIAGRAM_GROUP_CODE" val="l1-1"/>
  <p:tag name="KSO_WM_DIAGRAM_MAX_ITEMCNT" val="6"/>
  <p:tag name="KSO_WM_DIAGRAM_MIN_ITEMCNT" val="2"/>
  <p:tag name="KSO_WM_DIAGRAM_VIRTUALLY_FRAME" val="{&quot;height&quot;:224.05039672851564,&quot;left&quot;:507.44150390625,&quot;top&quot;:181.09960327148437,&quot;width&quot;:411.3169921875002}"/>
  <p:tag name="KSO_WM_DIAGRAM_COLOR_MATCH_VALUE" val="{&quot;shape&quot;:{&quot;fill&quot;:{&quot;solid&quot;:{&quot;brightness&quot;:0,&quot;colorType&quot;:1,&quot;foreColorIndex&quot;:6,&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
  <p:tag name="KSO_WM_UNIT_TEXT_FILL_TYPE" val="1"/>
  <p:tag name="KSO_WM_UNIT_TEXT_TYPE" val="1"/>
  <p:tag name="KSO_WM_BEAUTIFY_FLAG" val="#wm#"/>
  <p:tag name="KSO_WM_UNIT_PRESET_TEXT" val="添加标题"/>
  <p:tag name="KSO_WM_UNIT_FILL_TYPE" val="1"/>
  <p:tag name="KSO_WM_UNIT_FILL_FORE_SCHEMECOLOR_INDEX" val="6"/>
  <p:tag name="KSO_WM_UNIT_FILL_FORE_SCHEMECOLOR_INDEX_BRIGHTNESS" val="0"/>
  <p:tag name="KSO_WM_DIAGRAM_USE_COLOR_VALUE" val="{&quot;color_scheme&quot;:1,&quot;color_type&quot;:1,&quot;theme_color_indexes&quot;:[5,5,5,5,5,5]}"/>
</p:tagLst>
</file>

<file path=ppt/tags/tag186.xml><?xml version="1.0" encoding="utf-8"?>
<p:tagLst xmlns:p="http://schemas.openxmlformats.org/presentationml/2006/main">
  <p:tag name="KSO_WM_UNIT_COMPATIBLE" val="0"/>
  <p:tag name="KSO_WM_UNIT_DIAGRAM_ISREFERUNIT" val="0"/>
  <p:tag name="KSO_WM_TEMPLATE_CATEGORY" val="diagram"/>
  <p:tag name="KSO_WM_UNIT_LAYERLEVEL" val="1_1_1"/>
  <p:tag name="KSO_WM_DIAGRAM_COLOR_TRICK" val="2"/>
  <p:tag name="KSO_WM_DIAGRAM_GROUP_CODE" val="l1-1"/>
  <p:tag name="KSO_WM_UNIT_INDEX" val="1_3_1"/>
  <p:tag name="KSO_WM_DIAGRAM_MIN_ITEMCNT" val="2"/>
  <p:tag name="KSO_WM_UNIT_SUBTYPE" val="a"/>
  <p:tag name="KSO_WM_UNIT_NOCLEAR" val="0"/>
  <p:tag name="KSO_WM_UNIT_VALUE" val="60"/>
  <p:tag name="KSO_WM_UNIT_HIGHLIGHT" val="0"/>
  <p:tag name="KSO_WM_UNIT_DIAGRAM_ISNUMVISUAL" val="0"/>
  <p:tag name="KSO_WM_UNIT_TYPE" val="l_h_f"/>
  <p:tag name="KSO_WM_UNIT_ID" val="diagram20231751_5*l_h_f*1_3_1"/>
  <p:tag name="KSO_WM_TEMPLATE_INDEX" val="20231751"/>
  <p:tag name="KSO_WM_TAG_VERSION" val="3.0"/>
  <p:tag name="KSO_WM_DIAGRAM_VERSION" val="3"/>
  <p:tag name="KSO_WM_DIAGRAM_COLOR_TEXT_CAN_REMOVE" val="n"/>
  <p:tag name="KSO_WM_DIAGRAM_MAX_ITEMCNT" val="6"/>
  <p:tag name="KSO_WM_DIAGRAM_VIRTUALLY_FRAME" val="{&quot;height&quot;:224.05039672851564,&quot;left&quot;:507.44150390625,&quot;top&quot;:181.09960327148437,&quot;width&quot;:411.3169921875002}"/>
  <p:tag name="KSO_WM_DIAGRAM_COLOR_MATCH_VALUE" val="{&quot;shape&quot;:{&quot;fill&quot;:{&quot;type&quot;:0},&quot;glow&quot;:{&quot;colorType&quot;:0},&quot;line&quot;:{&quot;solidLine&quot;:{&quot;brightness&quot;:0,&quot;colorType&quot;:1,&quot;foreColorIndex&quot;:5,&quot;transparency&quot;:0.6000000238418579},&quot;type&quot;:1},&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LINE_FILL_TYPE" val="2"/>
  <p:tag name="KSO_WM_UNIT_FILL_FORE_SCHEMECOLOR_INDEX" val="14"/>
  <p:tag name="KSO_WM_UNIT_FILL_FORE_SCHEMECOLOR_INDEX_BRIGHTNESS" val="0"/>
  <p:tag name="KSO_WM_UNIT_TEXT_TYPE" val="1"/>
  <p:tag name="KSO_WM_UNIT_TEXT_LAYER_COUNT" val="1"/>
  <p:tag name="KSO_WM_BEAUTIFY_FLAG" val="#wm#"/>
  <p:tag name="KSO_WM_UNIT_PRESET_TEXT" val="单击此处添加文本，简明扼要地阐述您的观点，根据需要可酌情增减文字,以便观者准确地理解您传达的思想"/>
  <p:tag name="KSO_WM_UNIT_LINE_FORE_SCHEMECOLOR_INDEX" val="5"/>
  <p:tag name="KSO_WM_UNIT_TEXT_FILL_FORE_SCHEMECOLOR_INDEX" val="1"/>
  <p:tag name="KSO_WM_UNIT_TEXT_FILL_TYPE" val="1"/>
  <p:tag name="KSO_WM_DIAGRAM_USE_COLOR_VALUE" val="{&quot;color_scheme&quot;:1,&quot;color_type&quot;:1,&quot;theme_color_indexes&quot;:[5,5,5,5,5,5]}"/>
</p:tagLst>
</file>

<file path=ppt/tags/tag187.xml><?xml version="1.0" encoding="utf-8"?>
<p:tagLst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l_h_a"/>
  <p:tag name="KSO_WM_UNIT_INDEX" val="1_3_1"/>
  <p:tag name="KSO_WM_UNIT_ID" val="diagram20231751_5*l_h_a*1_3_1"/>
  <p:tag name="KSO_WM_TEMPLATE_CATEGORY" val="diagram"/>
  <p:tag name="KSO_WM_TEMPLATE_INDEX" val="20231751"/>
  <p:tag name="KSO_WM_UNIT_LAYERLEVEL" val="1_1_1"/>
  <p:tag name="KSO_WM_TAG_VERSION" val="3.0"/>
  <p:tag name="KSO_WM_UNIT_TEXT_FILL_FORE_SCHEMECOLOR_INDEX_BRIGHTNESS" val="0.15"/>
  <p:tag name="KSO_WM_DIAGRAM_VERSION" val="3"/>
  <p:tag name="KSO_WM_DIAGRAM_COLOR_TRICK" val="2"/>
  <p:tag name="KSO_WM_DIAGRAM_COLOR_TEXT_CAN_REMOVE" val="n"/>
  <p:tag name="KSO_WM_DIAGRAM_GROUP_CODE" val="l1-1"/>
  <p:tag name="KSO_WM_DIAGRAM_MAX_ITEMCNT" val="6"/>
  <p:tag name="KSO_WM_DIAGRAM_MIN_ITEMCNT" val="2"/>
  <p:tag name="KSO_WM_DIAGRAM_VIRTUALLY_FRAME" val="{&quot;height&quot;:224.05039672851564,&quot;left&quot;:507.44150390625,&quot;top&quot;:181.09960327148437,&quot;width&quot;:411.3169921875002}"/>
  <p:tag name="KSO_WM_DIAGRAM_COLOR_MATCH_VALUE" val="{&quot;shape&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
  <p:tag name="KSO_WM_UNIT_TEXT_FILL_TYPE" val="1"/>
  <p:tag name="KSO_WM_UNIT_TEXT_TYPE" val="1"/>
  <p:tag name="KSO_WM_BEAUTIFY_FLAG" val="#wm#"/>
  <p:tag name="KSO_WM_UNIT_PRESET_TEXT" val="添加标题"/>
  <p:tag name="KSO_WM_UNIT_FILL_TYPE" val="1"/>
  <p:tag name="KSO_WM_UNIT_FILL_FORE_SCHEMECOLOR_INDEX" val="5"/>
  <p:tag name="KSO_WM_UNIT_FILL_FORE_SCHEMECOLOR_INDEX_BRIGHTNESS" val="0"/>
  <p:tag name="KSO_WM_DIAGRAM_USE_COLOR_VALUE" val="{&quot;color_scheme&quot;:1,&quot;color_type&quot;:1,&quot;theme_color_indexes&quot;:[5,5,5,5,5,5]}"/>
</p:tagLst>
</file>

<file path=ppt/tags/tag188.xml><?xml version="1.0" encoding="utf-8"?>
<p:tagLst xmlns:p="http://schemas.openxmlformats.org/presentationml/2006/main">
  <p:tag name="KSO_WM_UNIT_COMPATIBLE" val="0"/>
  <p:tag name="KSO_WM_UNIT_DIAGRAM_ISREFERUNIT" val="0"/>
  <p:tag name="KSO_WM_TEMPLATE_CATEGORY" val="diagram"/>
  <p:tag name="KSO_WM_UNIT_LAYERLEVEL" val="1_1_1"/>
  <p:tag name="KSO_WM_DIAGRAM_COLOR_TRICK" val="2"/>
  <p:tag name="KSO_WM_DIAGRAM_GROUP_CODE" val="l1-1"/>
  <p:tag name="KSO_WM_UNIT_INDEX" val="1_4_1"/>
  <p:tag name="KSO_WM_DIAGRAM_MIN_ITEMCNT" val="2"/>
  <p:tag name="KSO_WM_UNIT_SUBTYPE" val="a"/>
  <p:tag name="KSO_WM_UNIT_NOCLEAR" val="0"/>
  <p:tag name="KSO_WM_UNIT_VALUE" val="60"/>
  <p:tag name="KSO_WM_UNIT_HIGHLIGHT" val="0"/>
  <p:tag name="KSO_WM_UNIT_DIAGRAM_ISNUMVISUAL" val="0"/>
  <p:tag name="KSO_WM_UNIT_TYPE" val="l_h_f"/>
  <p:tag name="KSO_WM_UNIT_ID" val="diagram20231751_5*l_h_f*1_4_1"/>
  <p:tag name="KSO_WM_TEMPLATE_INDEX" val="20231751"/>
  <p:tag name="KSO_WM_TAG_VERSION" val="3.0"/>
  <p:tag name="KSO_WM_DIAGRAM_VERSION" val="3"/>
  <p:tag name="KSO_WM_DIAGRAM_COLOR_TEXT_CAN_REMOVE" val="n"/>
  <p:tag name="KSO_WM_DIAGRAM_MAX_ITEMCNT" val="6"/>
  <p:tag name="KSO_WM_DIAGRAM_VIRTUALLY_FRAME" val="{&quot;height&quot;:224.05039672851564,&quot;left&quot;:507.44150390625,&quot;top&quot;:181.09960327148437,&quot;width&quot;:411.3169921875002}"/>
  <p:tag name="KSO_WM_DIAGRAM_COLOR_MATCH_VALUE" val="{&quot;shape&quot;:{&quot;fill&quot;:{&quot;type&quot;:0},&quot;glow&quot;:{&quot;colorType&quot;:0},&quot;line&quot;:{&quot;solidLine&quot;:{&quot;brightness&quot;:0,&quot;colorType&quot;:1,&quot;foreColorIndex&quot;:6,&quot;transparency&quot;:0.6000000238418579},&quot;type&quot;:1},&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LINE_FILL_TYPE" val="2"/>
  <p:tag name="KSO_WM_UNIT_FILL_FORE_SCHEMECOLOR_INDEX" val="14"/>
  <p:tag name="KSO_WM_UNIT_FILL_FORE_SCHEMECOLOR_INDEX_BRIGHTNESS" val="0"/>
  <p:tag name="KSO_WM_UNIT_TEXT_TYPE" val="1"/>
  <p:tag name="KSO_WM_UNIT_TEXT_LAYER_COUNT" val="1"/>
  <p:tag name="KSO_WM_BEAUTIFY_FLAG" val="#wm#"/>
  <p:tag name="KSO_WM_UNIT_PRESET_TEXT" val="单击此处添加文本，简明扼要地阐述您的观点，根据需要可酌情增减文字,以便观者准确地理解您传达的思想"/>
  <p:tag name="KSO_WM_UNIT_LINE_FORE_SCHEMECOLOR_INDEX" val="6"/>
  <p:tag name="KSO_WM_UNIT_TEXT_FILL_FORE_SCHEMECOLOR_INDEX" val="1"/>
  <p:tag name="KSO_WM_UNIT_TEXT_FILL_TYPE" val="1"/>
  <p:tag name="KSO_WM_DIAGRAM_USE_COLOR_VALUE" val="{&quot;color_scheme&quot;:1,&quot;color_type&quot;:1,&quot;theme_color_indexes&quot;:[5,5,5,5,5,5]}"/>
</p:tagLst>
</file>

<file path=ppt/tags/tag189.xml><?xml version="1.0" encoding="utf-8"?>
<p:tagLst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l_h_a"/>
  <p:tag name="KSO_WM_UNIT_INDEX" val="1_4_1"/>
  <p:tag name="KSO_WM_UNIT_ID" val="diagram20231751_5*l_h_a*1_4_1"/>
  <p:tag name="KSO_WM_TEMPLATE_CATEGORY" val="diagram"/>
  <p:tag name="KSO_WM_TEMPLATE_INDEX" val="20231751"/>
  <p:tag name="KSO_WM_UNIT_LAYERLEVEL" val="1_1_1"/>
  <p:tag name="KSO_WM_TAG_VERSION" val="3.0"/>
  <p:tag name="KSO_WM_UNIT_TEXT_FILL_FORE_SCHEMECOLOR_INDEX_BRIGHTNESS" val="0.15"/>
  <p:tag name="KSO_WM_DIAGRAM_VERSION" val="3"/>
  <p:tag name="KSO_WM_DIAGRAM_COLOR_TRICK" val="2"/>
  <p:tag name="KSO_WM_DIAGRAM_COLOR_TEXT_CAN_REMOVE" val="n"/>
  <p:tag name="KSO_WM_DIAGRAM_GROUP_CODE" val="l1-1"/>
  <p:tag name="KSO_WM_DIAGRAM_MAX_ITEMCNT" val="6"/>
  <p:tag name="KSO_WM_DIAGRAM_MIN_ITEMCNT" val="2"/>
  <p:tag name="KSO_WM_DIAGRAM_VIRTUALLY_FRAME" val="{&quot;height&quot;:224.05039672851564,&quot;left&quot;:507.44150390625,&quot;top&quot;:181.09960327148437,&quot;width&quot;:411.3169921875002}"/>
  <p:tag name="KSO_WM_DIAGRAM_COLOR_MATCH_VALUE" val="{&quot;shape&quot;:{&quot;fill&quot;:{&quot;solid&quot;:{&quot;brightness&quot;:0,&quot;colorType&quot;:1,&quot;foreColorIndex&quot;:6,&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
  <p:tag name="KSO_WM_UNIT_TEXT_FILL_TYPE" val="1"/>
  <p:tag name="KSO_WM_UNIT_TEXT_TYPE" val="1"/>
  <p:tag name="KSO_WM_BEAUTIFY_FLAG" val="#wm#"/>
  <p:tag name="KSO_WM_UNIT_PRESET_TEXT" val="添加标题"/>
  <p:tag name="KSO_WM_UNIT_FILL_TYPE" val="1"/>
  <p:tag name="KSO_WM_UNIT_FILL_FORE_SCHEMECOLOR_INDEX" val="6"/>
  <p:tag name="KSO_WM_UNIT_FILL_FORE_SCHEMECOLOR_INDEX_BRIGHTNESS" val="0"/>
  <p:tag name="KSO_WM_DIAGRAM_USE_COLOR_VALUE" val="{&quot;color_scheme&quot;:1,&quot;color_type&quot;:1,&quot;theme_color_indexes&quot;:[5,5,5,5,5,5]}"/>
</p:tagLst>
</file>

<file path=ppt/tags/tag190.xml><?xml version="1.0" encoding="utf-8"?>
<p:tagLst xmlns:p="http://schemas.openxmlformats.org/presentationml/2006/main">
  <p:tag name="KSO_WM_UNIT_COMPATIBLE" val="0"/>
  <p:tag name="KSO_WM_UNIT_DIAGRAM_ISREFERUNIT" val="0"/>
  <p:tag name="KSO_WM_TEMPLATE_CATEGORY" val="diagram"/>
  <p:tag name="KSO_WM_UNIT_LAYERLEVEL" val="1_1_1"/>
  <p:tag name="KSO_WM_DIAGRAM_COLOR_TRICK" val="2"/>
  <p:tag name="KSO_WM_DIAGRAM_GROUP_CODE" val="l1-1"/>
  <p:tag name="KSO_WM_UNIT_INDEX" val="1_5_1"/>
  <p:tag name="KSO_WM_DIAGRAM_MIN_ITEMCNT" val="2"/>
  <p:tag name="KSO_WM_UNIT_SUBTYPE" val="a"/>
  <p:tag name="KSO_WM_UNIT_NOCLEAR" val="0"/>
  <p:tag name="KSO_WM_UNIT_VALUE" val="60"/>
  <p:tag name="KSO_WM_UNIT_HIGHLIGHT" val="0"/>
  <p:tag name="KSO_WM_UNIT_DIAGRAM_ISNUMVISUAL" val="0"/>
  <p:tag name="KSO_WM_UNIT_TYPE" val="l_h_f"/>
  <p:tag name="KSO_WM_UNIT_ID" val="diagram20231751_5*l_h_f*1_5_1"/>
  <p:tag name="KSO_WM_TEMPLATE_INDEX" val="20231751"/>
  <p:tag name="KSO_WM_TAG_VERSION" val="3.0"/>
  <p:tag name="KSO_WM_DIAGRAM_VERSION" val="3"/>
  <p:tag name="KSO_WM_DIAGRAM_COLOR_TEXT_CAN_REMOVE" val="n"/>
  <p:tag name="KSO_WM_DIAGRAM_MAX_ITEMCNT" val="6"/>
  <p:tag name="KSO_WM_DIAGRAM_VIRTUALLY_FRAME" val="{&quot;height&quot;:224.05039672851564,&quot;left&quot;:507.44150390625,&quot;top&quot;:181.09960327148437,&quot;width&quot;:411.3169921875002}"/>
  <p:tag name="KSO_WM_DIAGRAM_COLOR_MATCH_VALUE" val="{&quot;shape&quot;:{&quot;fill&quot;:{&quot;type&quot;:0},&quot;glow&quot;:{&quot;colorType&quot;:0},&quot;line&quot;:{&quot;solidLine&quot;:{&quot;brightness&quot;:0,&quot;colorType&quot;:1,&quot;foreColorIndex&quot;:5,&quot;transparency&quot;:0.6000000238418579},&quot;type&quot;:1},&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LINE_FILL_TYPE" val="2"/>
  <p:tag name="KSO_WM_UNIT_FILL_FORE_SCHEMECOLOR_INDEX" val="14"/>
  <p:tag name="KSO_WM_UNIT_FILL_FORE_SCHEMECOLOR_INDEX_BRIGHTNESS" val="0"/>
  <p:tag name="KSO_WM_UNIT_TEXT_TYPE" val="1"/>
  <p:tag name="KSO_WM_UNIT_TEXT_LAYER_COUNT" val="1"/>
  <p:tag name="KSO_WM_BEAUTIFY_FLAG" val="#wm#"/>
  <p:tag name="KSO_WM_UNIT_PRESET_TEXT" val="单击此处添加文本具体内容，简明扼要地阐述您的观点，根据需要可酌情增减文字,以便观者准确地理解您传达的思想"/>
  <p:tag name="KSO_WM_UNIT_LINE_FORE_SCHEMECOLOR_INDEX" val="5"/>
  <p:tag name="KSO_WM_UNIT_TEXT_FILL_FORE_SCHEMECOLOR_INDEX" val="1"/>
  <p:tag name="KSO_WM_UNIT_TEXT_FILL_TYPE" val="1"/>
  <p:tag name="KSO_WM_DIAGRAM_USE_COLOR_VALUE" val="{&quot;color_scheme&quot;:1,&quot;color_type&quot;:1,&quot;theme_color_indexes&quot;:[5,5,5,5,5,5]}"/>
</p:tagLst>
</file>

<file path=ppt/tags/tag191.xml><?xml version="1.0" encoding="utf-8"?>
<p:tagLst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l_h_a"/>
  <p:tag name="KSO_WM_UNIT_INDEX" val="1_5_1"/>
  <p:tag name="KSO_WM_UNIT_ID" val="diagram20231751_5*l_h_a*1_5_1"/>
  <p:tag name="KSO_WM_TEMPLATE_CATEGORY" val="diagram"/>
  <p:tag name="KSO_WM_TEMPLATE_INDEX" val="20231751"/>
  <p:tag name="KSO_WM_UNIT_LAYERLEVEL" val="1_1_1"/>
  <p:tag name="KSO_WM_TAG_VERSION" val="3.0"/>
  <p:tag name="KSO_WM_UNIT_TEXT_FILL_FORE_SCHEMECOLOR_INDEX_BRIGHTNESS" val="0.15"/>
  <p:tag name="KSO_WM_DIAGRAM_VERSION" val="3"/>
  <p:tag name="KSO_WM_DIAGRAM_COLOR_TRICK" val="2"/>
  <p:tag name="KSO_WM_DIAGRAM_COLOR_TEXT_CAN_REMOVE" val="n"/>
  <p:tag name="KSO_WM_DIAGRAM_GROUP_CODE" val="l1-1"/>
  <p:tag name="KSO_WM_DIAGRAM_MAX_ITEMCNT" val="6"/>
  <p:tag name="KSO_WM_DIAGRAM_MIN_ITEMCNT" val="2"/>
  <p:tag name="KSO_WM_DIAGRAM_VIRTUALLY_FRAME" val="{&quot;height&quot;:224.05039672851564,&quot;left&quot;:507.44150390625,&quot;top&quot;:181.09960327148437,&quot;width&quot;:411.3169921875002}"/>
  <p:tag name="KSO_WM_DIAGRAM_COLOR_MATCH_VALUE" val="{&quot;shape&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
  <p:tag name="KSO_WM_UNIT_TEXT_FILL_TYPE" val="1"/>
  <p:tag name="KSO_WM_UNIT_TEXT_TYPE" val="1"/>
  <p:tag name="KSO_WM_BEAUTIFY_FLAG" val="#wm#"/>
  <p:tag name="KSO_WM_UNIT_PRESET_TEXT" val="添加标题"/>
  <p:tag name="KSO_WM_UNIT_FILL_TYPE" val="1"/>
  <p:tag name="KSO_WM_UNIT_FILL_FORE_SCHEMECOLOR_INDEX" val="5"/>
  <p:tag name="KSO_WM_UNIT_FILL_FORE_SCHEMECOLOR_INDEX_BRIGHTNESS" val="0"/>
  <p:tag name="KSO_WM_DIAGRAM_USE_COLOR_VALUE" val="{&quot;color_scheme&quot;:1,&quot;color_type&quot;:1,&quot;theme_color_indexes&quot;:[5,5,5,5,5,5]}"/>
</p:tagLst>
</file>

<file path=ppt/tags/tag192.xml><?xml version="1.0" encoding="utf-8"?>
<p:tagLst xmlns:p="http://schemas.openxmlformats.org/presentationml/2006/main">
  <p:tag name="KSO_WM_UNIT_COMPATIBLE" val="0"/>
  <p:tag name="KSO_WM_UNIT_DIAGRAM_ISREFERUNIT" val="0"/>
  <p:tag name="KSO_WM_TEMPLATE_CATEGORY" val="diagram"/>
  <p:tag name="KSO_WM_UNIT_LAYERLEVEL" val="1_1_1"/>
  <p:tag name="KSO_WM_DIAGRAM_COLOR_TRICK" val="2"/>
  <p:tag name="KSO_WM_DIAGRAM_GROUP_CODE" val="l1-1"/>
  <p:tag name="KSO_WM_UNIT_INDEX" val="1_6_1"/>
  <p:tag name="KSO_WM_DIAGRAM_MIN_ITEMCNT" val="2"/>
  <p:tag name="KSO_WM_UNIT_SUBTYPE" val="a"/>
  <p:tag name="KSO_WM_UNIT_NOCLEAR" val="0"/>
  <p:tag name="KSO_WM_UNIT_VALUE" val="60"/>
  <p:tag name="KSO_WM_UNIT_HIGHLIGHT" val="0"/>
  <p:tag name="KSO_WM_UNIT_DIAGRAM_ISNUMVISUAL" val="0"/>
  <p:tag name="KSO_WM_UNIT_TYPE" val="l_h_f"/>
  <p:tag name="KSO_WM_UNIT_ID" val="diagram20231751_5*l_h_f*1_6_1"/>
  <p:tag name="KSO_WM_TEMPLATE_INDEX" val="20231751"/>
  <p:tag name="KSO_WM_TAG_VERSION" val="3.0"/>
  <p:tag name="KSO_WM_DIAGRAM_VERSION" val="3"/>
  <p:tag name="KSO_WM_DIAGRAM_COLOR_TEXT_CAN_REMOVE" val="n"/>
  <p:tag name="KSO_WM_DIAGRAM_MAX_ITEMCNT" val="6"/>
  <p:tag name="KSO_WM_DIAGRAM_VIRTUALLY_FRAME" val="{&quot;height&quot;:224.05039672851564,&quot;left&quot;:507.44150390625,&quot;top&quot;:181.09960327148437,&quot;width&quot;:411.3169921875002}"/>
  <p:tag name="KSO_WM_DIAGRAM_COLOR_MATCH_VALUE" val="{&quot;shape&quot;:{&quot;fill&quot;:{&quot;type&quot;:0},&quot;glow&quot;:{&quot;colorType&quot;:0},&quot;line&quot;:{&quot;solidLine&quot;:{&quot;brightness&quot;:0,&quot;colorType&quot;:1,&quot;foreColorIndex&quot;:6,&quot;transparency&quot;:0.6000000238418579},&quot;type&quot;:1},&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LINE_FILL_TYPE" val="2"/>
  <p:tag name="KSO_WM_UNIT_FILL_FORE_SCHEMECOLOR_INDEX" val="14"/>
  <p:tag name="KSO_WM_UNIT_FILL_FORE_SCHEMECOLOR_INDEX_BRIGHTNESS" val="0"/>
  <p:tag name="KSO_WM_UNIT_TEXT_TYPE" val="1"/>
  <p:tag name="KSO_WM_UNIT_TEXT_LAYER_COUNT" val="1"/>
  <p:tag name="KSO_WM_BEAUTIFY_FLAG" val="#wm#"/>
  <p:tag name="KSO_WM_UNIT_PRESET_TEXT" val="单击此处添加文本，简明扼要地阐述您的观点，根据需要可酌情增减文字,以便观者准确地理解您传达的思想"/>
  <p:tag name="KSO_WM_UNIT_LINE_FORE_SCHEMECOLOR_INDEX" val="6"/>
  <p:tag name="KSO_WM_UNIT_TEXT_FILL_FORE_SCHEMECOLOR_INDEX" val="1"/>
  <p:tag name="KSO_WM_UNIT_TEXT_FILL_TYPE" val="1"/>
  <p:tag name="KSO_WM_DIAGRAM_USE_COLOR_VALUE" val="{&quot;color_scheme&quot;:1,&quot;color_type&quot;:1,&quot;theme_color_indexes&quot;:[5,5,5,5,5,5]}"/>
</p:tagLst>
</file>

<file path=ppt/tags/tag193.xml><?xml version="1.0" encoding="utf-8"?>
<p:tagLst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l_h_a"/>
  <p:tag name="KSO_WM_UNIT_INDEX" val="1_6_1"/>
  <p:tag name="KSO_WM_UNIT_ID" val="diagram20231751_5*l_h_a*1_6_1"/>
  <p:tag name="KSO_WM_TEMPLATE_CATEGORY" val="diagram"/>
  <p:tag name="KSO_WM_TEMPLATE_INDEX" val="20231751"/>
  <p:tag name="KSO_WM_UNIT_LAYERLEVEL" val="1_1_1"/>
  <p:tag name="KSO_WM_TAG_VERSION" val="3.0"/>
  <p:tag name="KSO_WM_UNIT_TEXT_FILL_FORE_SCHEMECOLOR_INDEX_BRIGHTNESS" val="0.15"/>
  <p:tag name="KSO_WM_DIAGRAM_VERSION" val="3"/>
  <p:tag name="KSO_WM_DIAGRAM_COLOR_TRICK" val="2"/>
  <p:tag name="KSO_WM_DIAGRAM_COLOR_TEXT_CAN_REMOVE" val="n"/>
  <p:tag name="KSO_WM_DIAGRAM_GROUP_CODE" val="l1-1"/>
  <p:tag name="KSO_WM_DIAGRAM_MAX_ITEMCNT" val="6"/>
  <p:tag name="KSO_WM_DIAGRAM_MIN_ITEMCNT" val="2"/>
  <p:tag name="KSO_WM_DIAGRAM_VIRTUALLY_FRAME" val="{&quot;height&quot;:224.05039672851564,&quot;left&quot;:507.44150390625,&quot;top&quot;:181.09960327148437,&quot;width&quot;:411.3169921875002}"/>
  <p:tag name="KSO_WM_DIAGRAM_COLOR_MATCH_VALUE" val="{&quot;shape&quot;:{&quot;fill&quot;:{&quot;solid&quot;:{&quot;brightness&quot;:0,&quot;colorType&quot;:1,&quot;foreColorIndex&quot;:6,&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
  <p:tag name="KSO_WM_UNIT_TEXT_FILL_TYPE" val="1"/>
  <p:tag name="KSO_WM_UNIT_TEXT_TYPE" val="1"/>
  <p:tag name="KSO_WM_BEAUTIFY_FLAG" val="#wm#"/>
  <p:tag name="KSO_WM_UNIT_PRESET_TEXT" val="添加标题"/>
  <p:tag name="KSO_WM_UNIT_FILL_TYPE" val="1"/>
  <p:tag name="KSO_WM_UNIT_FILL_FORE_SCHEMECOLOR_INDEX" val="6"/>
  <p:tag name="KSO_WM_UNIT_FILL_FORE_SCHEMECOLOR_INDEX_BRIGHTNESS" val="0"/>
  <p:tag name="KSO_WM_DIAGRAM_USE_COLOR_VALUE" val="{&quot;color_scheme&quot;:1,&quot;color_type&quot;:1,&quot;theme_color_indexes&quot;:[5,5,5,5,5,5]}"/>
</p:tagLst>
</file>

<file path=ppt/tags/tag194.xml><?xml version="1.0" encoding="utf-8"?>
<p:tagLst xmlns:p="http://schemas.openxmlformats.org/presentationml/2006/main">
  <p:tag name="KSO_WM_BEAUTIFY_FLAG" val="#wm#"/>
  <p:tag name="KSO_WM_TEMPLATE_CATEGORY" val="custom"/>
  <p:tag name="KSO_WM_TEMPLATE_INDEX" val="20205176"/>
  <p:tag name="KSO_WM_SPECIAL_SOURCE" val="bdnull"/>
  <p:tag name="resource_record_key" val="{&quot;29&quot;:[50000077],&quot;65&quot;:[20205176],&quot;70&quot;:[3317094,3321642]}"/>
</p:tagLst>
</file>

<file path=ppt/tags/tag19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196.xml><?xml version="1.0" encoding="utf-8"?>
<p:tagLst xmlns:p="http://schemas.openxmlformats.org/presentationml/2006/main">
  <p:tag name="KSO_WM_BEAUTIFY_FLAG" val="#wm#"/>
  <p:tag name="KSO_WM_UNIT_HIGHLIGHT" val="0"/>
  <p:tag name="KSO_WM_UNIT_COMPATIBLE" val="0"/>
  <p:tag name="KSO_WM_UNIT_DIAGRAM_ISNUMVISUAL" val="0"/>
  <p:tag name="KSO_WM_UNIT_DIAGRAM_ISREFERUNIT" val="0"/>
  <p:tag name="KSO_WM_DIAGRAM_GROUP_CODE" val="n1-1"/>
  <p:tag name="KSO_WM_UNIT_ID" val="diagram20230961_4*n_h_i*1_1_3"/>
  <p:tag name="KSO_WM_TEMPLATE_CATEGORY" val="diagram"/>
  <p:tag name="KSO_WM_TEMPLATE_INDEX" val="20230961"/>
  <p:tag name="KSO_WM_UNIT_LAYERLEVEL" val="1_1_1"/>
  <p:tag name="KSO_WM_TAG_VERSION" val="3.0"/>
  <p:tag name="KSO_WM_DIAGRAM_VERSION" val="3"/>
  <p:tag name="KSO_WM_DIAGRAM_COLOR_TRICK" val="1"/>
  <p:tag name="KSO_WM_DIAGRAM_COLOR_TEXT_CAN_REMOVE" val="n"/>
  <p:tag name="KSO_WM_UNIT_TYPE" val="n_h_i"/>
  <p:tag name="KSO_WM_UNIT_INDEX" val="1_1_3"/>
  <p:tag name="KSO_WM_UNIT_FILL_TYPE" val="1"/>
  <p:tag name="KSO_WM_UNIT_FILL_FORE_SCHEMECOLOR_INDEX" val="14"/>
  <p:tag name="KSO_WM_UNIT_FILL_FORE_SCHEMECOLOR_INDEX_BRIGHTNESS" val="0"/>
  <p:tag name="KSO_WM_DIAGRAM_MAX_ITEMCNT" val="6"/>
  <p:tag name="KSO_WM_DIAGRAM_MIN_ITEMCNT" val="2"/>
  <p:tag name="KSO_WM_DIAGRAM_VIRTUALLY_FRAME" val="{&quot;height&quot;:296.1,&quot;left&quot;:10.33796274230499,&quot;top&quot;:191.4,&quot;width&quot;:511.3240745153904}"/>
  <p:tag name="KSO_WM_DIAGRAM_COLOR_MATCH_VALUE" val="{&quot;shape&quot;:{&quot;fill&quot;:{&quot;type&quot;:0},&quot;glow&quot;:{&quot;colorType&quot;:0},&quot;line&quot;:{&quot;solidLine&quot;:{&quot;brightness&quot;:0.3499999940395355,&quot;colorType&quot;:1,&quot;foreColorIndex&quot;:13,&quot;transparency&quot;:0.75},&quot;type&quot;:1},&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LINE_FORE_SCHEMECOLOR_INDEX" val="13"/>
  <p:tag name="KSO_WM_DIAGRAM_USE_COLOR_VALUE" val="{&quot;color_scheme&quot;:1,&quot;color_type&quot;:1,&quot;theme_color_indexes&quot;:[5,6,5,6,5,6]}"/>
</p:tagLst>
</file>

<file path=ppt/tags/tag197.xml><?xml version="1.0" encoding="utf-8"?>
<p:tagLst xmlns:p="http://schemas.openxmlformats.org/presentationml/2006/main">
  <p:tag name="KSO_WM_BEAUTIFY_FLAG" val="#wm#"/>
  <p:tag name="KSO_WM_UNIT_HIGHLIGHT" val="0"/>
  <p:tag name="KSO_WM_UNIT_COMPATIBLE" val="0"/>
  <p:tag name="KSO_WM_UNIT_DIAGRAM_ISNUMVISUAL" val="0"/>
  <p:tag name="KSO_WM_UNIT_DIAGRAM_ISREFERUNIT" val="0"/>
  <p:tag name="KSO_WM_DIAGRAM_GROUP_CODE" val="n1-1"/>
  <p:tag name="KSO_WM_UNIT_ID" val="diagram20230961_4*n_h_h_i*1_2_1_3"/>
  <p:tag name="KSO_WM_TEMPLATE_CATEGORY" val="diagram"/>
  <p:tag name="KSO_WM_TEMPLATE_INDEX" val="20230961"/>
  <p:tag name="KSO_WM_UNIT_LAYERLEVEL" val="1_1_1_1"/>
  <p:tag name="KSO_WM_TAG_VERSION" val="3.0"/>
  <p:tag name="KSO_WM_DIAGRAM_VERSION" val="3"/>
  <p:tag name="KSO_WM_DIAGRAM_COLOR_TRICK" val="1"/>
  <p:tag name="KSO_WM_DIAGRAM_COLOR_TEXT_CAN_REMOVE" val="n"/>
  <p:tag name="KSO_WM_UNIT_TYPE" val="n_h_h_i"/>
  <p:tag name="KSO_WM_UNIT_INDEX" val="1_2_1_3"/>
  <p:tag name="KSO_WM_DIAGRAM_MAX_ITEMCNT" val="6"/>
  <p:tag name="KSO_WM_DIAGRAM_MIN_ITEMCNT" val="2"/>
  <p:tag name="KSO_WM_DIAGRAM_VIRTUALLY_FRAME" val="{&quot;height&quot;:296.1,&quot;left&quot;:10.33796274230499,&quot;top&quot;:191.4,&quot;width&quot;:511.3240745153904}"/>
  <p:tag name="KSO_WM_DIAGRAM_COLOR_MATCH_VALUE" val="{&quot;shape&quot;:{&quot;fill&quot;:{&quot;type&quot;:0},&quot;glow&quot;:{&quot;colorType&quot;:0},&quot;line&quot;:{&quot;solidLine&quot;:{&quot;brightness&quot;:0.3499999940395355,&quot;colorType&quot;:1,&quot;foreColorIndex&quot;:13,&quot;transparency&quot;:0.75},&quot;type&quot;:1},&quot;shadow&quot;:{&quot;colorType&quot;:0},&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LINE_FORE_SCHEMECOLOR_INDEX" val="13"/>
  <p:tag name="KSO_WM_DIAGRAM_USE_COLOR_VALUE" val="{&quot;color_scheme&quot;:1,&quot;color_type&quot;:1,&quot;theme_color_indexes&quot;:[5,6,5,6,5,6]}"/>
</p:tagLst>
</file>

<file path=ppt/tags/tag198.xml><?xml version="1.0" encoding="utf-8"?>
<p:tagLst xmlns:p="http://schemas.openxmlformats.org/presentationml/2006/main">
  <p:tag name="KSO_WM_BEAUTIFY_FLAG" val="#wm#"/>
  <p:tag name="KSO_WM_UNIT_HIGHLIGHT" val="0"/>
  <p:tag name="KSO_WM_UNIT_COMPATIBLE" val="0"/>
  <p:tag name="KSO_WM_UNIT_DIAGRAM_ISNUMVISUAL" val="0"/>
  <p:tag name="KSO_WM_UNIT_DIAGRAM_ISREFERUNIT" val="0"/>
  <p:tag name="KSO_WM_DIAGRAM_GROUP_CODE" val="n1-1"/>
  <p:tag name="KSO_WM_UNIT_ID" val="diagram20230961_4*n_h_h_i*1_2_2_3"/>
  <p:tag name="KSO_WM_TEMPLATE_CATEGORY" val="diagram"/>
  <p:tag name="KSO_WM_TEMPLATE_INDEX" val="20230961"/>
  <p:tag name="KSO_WM_UNIT_LAYERLEVEL" val="1_1_1_1"/>
  <p:tag name="KSO_WM_TAG_VERSION" val="3.0"/>
  <p:tag name="KSO_WM_DIAGRAM_VERSION" val="3"/>
  <p:tag name="KSO_WM_DIAGRAM_COLOR_TRICK" val="1"/>
  <p:tag name="KSO_WM_DIAGRAM_COLOR_TEXT_CAN_REMOVE" val="n"/>
  <p:tag name="KSO_WM_UNIT_TYPE" val="n_h_h_i"/>
  <p:tag name="KSO_WM_UNIT_INDEX" val="1_2_2_3"/>
  <p:tag name="KSO_WM_DIAGRAM_MAX_ITEMCNT" val="6"/>
  <p:tag name="KSO_WM_DIAGRAM_MIN_ITEMCNT" val="2"/>
  <p:tag name="KSO_WM_DIAGRAM_VIRTUALLY_FRAME" val="{&quot;height&quot;:296.1,&quot;left&quot;:10.33796274230499,&quot;top&quot;:191.4,&quot;width&quot;:511.3240745153904}"/>
  <p:tag name="KSO_WM_DIAGRAM_COLOR_MATCH_VALUE" val="{&quot;shape&quot;:{&quot;fill&quot;:{&quot;type&quot;:0},&quot;glow&quot;:{&quot;colorType&quot;:0},&quot;line&quot;:{&quot;solidLine&quot;:{&quot;brightness&quot;:0.3499999940395355,&quot;colorType&quot;:1,&quot;foreColorIndex&quot;:13,&quot;transparency&quot;:0.75},&quot;type&quot;:1},&quot;shadow&quot;:{&quot;colorType&quot;:0},&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LINE_FORE_SCHEMECOLOR_INDEX" val="13"/>
  <p:tag name="KSO_WM_DIAGRAM_USE_COLOR_VALUE" val="{&quot;color_scheme&quot;:1,&quot;color_type&quot;:1,&quot;theme_color_indexes&quot;:[5,6,5,6,5,6]}"/>
</p:tagLst>
</file>

<file path=ppt/tags/tag199.xml><?xml version="1.0" encoding="utf-8"?>
<p:tagLst xmlns:p="http://schemas.openxmlformats.org/presentationml/2006/main">
  <p:tag name="KSO_WM_BEAUTIFY_FLAG" val="#wm#"/>
  <p:tag name="KSO_WM_UNIT_HIGHLIGHT" val="0"/>
  <p:tag name="KSO_WM_UNIT_COMPATIBLE" val="0"/>
  <p:tag name="KSO_WM_UNIT_DIAGRAM_ISNUMVISUAL" val="0"/>
  <p:tag name="KSO_WM_UNIT_DIAGRAM_ISREFERUNIT" val="0"/>
  <p:tag name="KSO_WM_DIAGRAM_GROUP_CODE" val="n1-1"/>
  <p:tag name="KSO_WM_UNIT_ID" val="diagram20230961_4*n_h_h_i*1_2_3_3"/>
  <p:tag name="KSO_WM_TEMPLATE_CATEGORY" val="diagram"/>
  <p:tag name="KSO_WM_TEMPLATE_INDEX" val="20230961"/>
  <p:tag name="KSO_WM_UNIT_LAYERLEVEL" val="1_1_1_1"/>
  <p:tag name="KSO_WM_TAG_VERSION" val="3.0"/>
  <p:tag name="KSO_WM_DIAGRAM_VERSION" val="3"/>
  <p:tag name="KSO_WM_DIAGRAM_COLOR_TRICK" val="1"/>
  <p:tag name="KSO_WM_DIAGRAM_COLOR_TEXT_CAN_REMOVE" val="n"/>
  <p:tag name="KSO_WM_UNIT_TYPE" val="n_h_h_i"/>
  <p:tag name="KSO_WM_UNIT_INDEX" val="1_2_3_3"/>
  <p:tag name="KSO_WM_DIAGRAM_MAX_ITEMCNT" val="6"/>
  <p:tag name="KSO_WM_DIAGRAM_MIN_ITEMCNT" val="2"/>
  <p:tag name="KSO_WM_DIAGRAM_VIRTUALLY_FRAME" val="{&quot;height&quot;:296.1,&quot;left&quot;:10.33796274230499,&quot;top&quot;:191.4,&quot;width&quot;:511.3240745153904}"/>
  <p:tag name="KSO_WM_DIAGRAM_COLOR_MATCH_VALUE" val="{&quot;shape&quot;:{&quot;fill&quot;:{&quot;type&quot;:0},&quot;glow&quot;:{&quot;colorType&quot;:0},&quot;line&quot;:{&quot;solidLine&quot;:{&quot;brightness&quot;:0.3499999940395355,&quot;colorType&quot;:1,&quot;foreColorIndex&quot;:13,&quot;transparency&quot;:0.75},&quot;type&quot;:1},&quot;shadow&quot;:{&quot;colorType&quot;:0},&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LINE_FORE_SCHEMECOLOR_INDEX" val="13"/>
  <p:tag name="KSO_WM_DIAGRAM_USE_COLOR_VALUE" val="{&quot;color_scheme&quot;:1,&quot;color_type&quot;:1,&quot;theme_color_indexes&quot;:[5,6,5,6,5,6]}"/>
</p:tagLst>
</file>

<file path=ppt/tags/tag200.xml><?xml version="1.0" encoding="utf-8"?>
<p:tagLst xmlns:p="http://schemas.openxmlformats.org/presentationml/2006/main">
  <p:tag name="KSO_WM_BEAUTIFY_FLAG" val="#wm#"/>
  <p:tag name="KSO_WM_UNIT_HIGHLIGHT" val="0"/>
  <p:tag name="KSO_WM_UNIT_COMPATIBLE" val="0"/>
  <p:tag name="KSO_WM_UNIT_DIAGRAM_ISNUMVISUAL" val="0"/>
  <p:tag name="KSO_WM_UNIT_DIAGRAM_ISREFERUNIT" val="0"/>
  <p:tag name="KSO_WM_DIAGRAM_GROUP_CODE" val="n1-1"/>
  <p:tag name="KSO_WM_UNIT_ID" val="diagram20230961_4*n_h_h_i*1_2_4_3"/>
  <p:tag name="KSO_WM_TEMPLATE_CATEGORY" val="diagram"/>
  <p:tag name="KSO_WM_TEMPLATE_INDEX" val="20230961"/>
  <p:tag name="KSO_WM_UNIT_LAYERLEVEL" val="1_1_1_1"/>
  <p:tag name="KSO_WM_TAG_VERSION" val="3.0"/>
  <p:tag name="KSO_WM_DIAGRAM_VERSION" val="3"/>
  <p:tag name="KSO_WM_DIAGRAM_COLOR_TRICK" val="1"/>
  <p:tag name="KSO_WM_DIAGRAM_COLOR_TEXT_CAN_REMOVE" val="n"/>
  <p:tag name="KSO_WM_UNIT_TYPE" val="n_h_h_i"/>
  <p:tag name="KSO_WM_UNIT_INDEX" val="1_2_4_3"/>
  <p:tag name="KSO_WM_DIAGRAM_MAX_ITEMCNT" val="6"/>
  <p:tag name="KSO_WM_DIAGRAM_MIN_ITEMCNT" val="2"/>
  <p:tag name="KSO_WM_DIAGRAM_VIRTUALLY_FRAME" val="{&quot;height&quot;:296.1,&quot;left&quot;:10.33796274230499,&quot;top&quot;:191.4,&quot;width&quot;:511.3240745153904}"/>
  <p:tag name="KSO_WM_DIAGRAM_COLOR_MATCH_VALUE" val="{&quot;shape&quot;:{&quot;fill&quot;:{&quot;type&quot;:0},&quot;glow&quot;:{&quot;colorType&quot;:0},&quot;line&quot;:{&quot;solidLine&quot;:{&quot;brightness&quot;:0.3499999940395355,&quot;colorType&quot;:1,&quot;foreColorIndex&quot;:13,&quot;transparency&quot;:0.75},&quot;type&quot;:1},&quot;shadow&quot;:{&quot;colorType&quot;:0},&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LINE_FORE_SCHEMECOLOR_INDEX" val="13"/>
  <p:tag name="KSO_WM_DIAGRAM_USE_COLOR_VALUE" val="{&quot;color_scheme&quot;:1,&quot;color_type&quot;:1,&quot;theme_color_indexes&quot;:[5,6,5,6,5,6]}"/>
</p:tagLst>
</file>

<file path=ppt/tags/tag201.xml><?xml version="1.0" encoding="utf-8"?>
<p:tagLst xmlns:p="http://schemas.openxmlformats.org/presentationml/2006/main">
  <p:tag name="KSO_WM_BEAUTIFY_FLAG" val="#wm#"/>
  <p:tag name="KSO_WM_UNIT_HIGHLIGHT" val="0"/>
  <p:tag name="KSO_WM_UNIT_COMPATIBLE" val="0"/>
  <p:tag name="KSO_WM_UNIT_DIAGRAM_ISNUMVISUAL" val="0"/>
  <p:tag name="KSO_WM_UNIT_DIAGRAM_ISREFERUNIT" val="0"/>
  <p:tag name="KSO_WM_DIAGRAM_GROUP_CODE" val="n1-1"/>
  <p:tag name="KSO_WM_UNIT_ID" val="diagram20230961_4*n_h_h_i*1_2_2_2"/>
  <p:tag name="KSO_WM_TEMPLATE_CATEGORY" val="diagram"/>
  <p:tag name="KSO_WM_TEMPLATE_INDEX" val="20230961"/>
  <p:tag name="KSO_WM_UNIT_LAYERLEVEL" val="1_1_1_1"/>
  <p:tag name="KSO_WM_TAG_VERSION" val="3.0"/>
  <p:tag name="KSO_WM_DIAGRAM_VERSION" val="3"/>
  <p:tag name="KSO_WM_DIAGRAM_COLOR_TRICK" val="1"/>
  <p:tag name="KSO_WM_DIAGRAM_COLOR_TEXT_CAN_REMOVE" val="n"/>
  <p:tag name="KSO_WM_UNIT_TYPE" val="n_h_h_i"/>
  <p:tag name="KSO_WM_UNIT_INDEX" val="1_2_2_2"/>
  <p:tag name="KSO_WM_UNIT_FILL_TYPE" val="1"/>
  <p:tag name="KSO_WM_UNIT_FILL_FORE_SCHEMECOLOR_INDEX" val="14"/>
  <p:tag name="KSO_WM_UNIT_FILL_FORE_SCHEMECOLOR_INDEX_BRIGHTNESS" val="0"/>
  <p:tag name="KSO_WM_DIAGRAM_MAX_ITEMCNT" val="6"/>
  <p:tag name="KSO_WM_DIAGRAM_MIN_ITEMCNT" val="2"/>
  <p:tag name="KSO_WM_DIAGRAM_VIRTUALLY_FRAME" val="{&quot;height&quot;:296.1,&quot;left&quot;:10.33796274230499,&quot;top&quot;:191.4,&quot;width&quot;:511.3240745153904}"/>
  <p:tag name="KSO_WM_DIAGRAM_COLOR_MATCH_VALUE" val="{&quot;shape&quot;:{&quot;fill&quot;:{&quot;type&quot;:0},&quot;glow&quot;:{&quot;colorType&quot;:0},&quot;line&quot;:{&quot;solidLine&quot;:{&quot;brightness&quot;:0.3499999940395355,&quot;colorType&quot;:1,&quot;foreColorIndex&quot;:13,&quot;transparency&quot;:0.75},&quot;type&quot;:1},&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LINE_FORE_SCHEMECOLOR_INDEX" val="13"/>
  <p:tag name="KSO_WM_DIAGRAM_USE_COLOR_VALUE" val="{&quot;color_scheme&quot;:1,&quot;color_type&quot;:1,&quot;theme_color_indexes&quot;:[5,6,5,6,5,6]}"/>
</p:tagLst>
</file>

<file path=ppt/tags/tag202.xml><?xml version="1.0" encoding="utf-8"?>
<p:tagLst xmlns:p="http://schemas.openxmlformats.org/presentationml/2006/main">
  <p:tag name="KSO_WM_BEAUTIFY_FLAG" val="#wm#"/>
  <p:tag name="KSO_WM_UNIT_HIGHLIGHT" val="0"/>
  <p:tag name="KSO_WM_UNIT_COMPATIBLE" val="0"/>
  <p:tag name="KSO_WM_UNIT_DIAGRAM_ISNUMVISUAL" val="0"/>
  <p:tag name="KSO_WM_UNIT_DIAGRAM_ISREFERUNIT" val="0"/>
  <p:tag name="KSO_WM_DIAGRAM_GROUP_CODE" val="n1-1"/>
  <p:tag name="KSO_WM_UNIT_ID" val="diagram20230961_4*n_h_h_i*1_2_2_1"/>
  <p:tag name="KSO_WM_TEMPLATE_CATEGORY" val="diagram"/>
  <p:tag name="KSO_WM_TEMPLATE_INDEX" val="20230961"/>
  <p:tag name="KSO_WM_UNIT_LAYERLEVEL" val="1_1_1_1"/>
  <p:tag name="KSO_WM_TAG_VERSION" val="3.0"/>
  <p:tag name="KSO_WM_DIAGRAM_VERSION" val="3"/>
  <p:tag name="KSO_WM_DIAGRAM_COLOR_TRICK" val="1"/>
  <p:tag name="KSO_WM_DIAGRAM_COLOR_TEXT_CAN_REMOVE" val="n"/>
  <p:tag name="KSO_WM_UNIT_TYPE" val="n_h_h_i"/>
  <p:tag name="KSO_WM_UNIT_INDEX" val="1_2_2_1"/>
  <p:tag name="KSO_WM_DIAGRAM_MAX_ITEMCNT" val="6"/>
  <p:tag name="KSO_WM_DIAGRAM_MIN_ITEMCNT" val="2"/>
  <p:tag name="KSO_WM_DIAGRAM_VIRTUALLY_FRAME" val="{&quot;height&quot;:296.1,&quot;left&quot;:10.33796274230499,&quot;top&quot;:191.4,&quot;width&quot;:511.3240745153904}"/>
  <p:tag name="KSO_WM_DIAGRAM_COLOR_MATCH_VALUE" val="{&quot;shape&quot;:{&quot;fill&quot;:{&quot;gradient&quot;:[{&quot;brightness&quot;:0.4000000059604645,&quot;colorType&quot;:1,&quot;foreColorIndex&quot;:5,&quot;pos&quot;:0,&quot;transparency&quot;:0},{&quot;brightness&quot;:0,&quot;colorType&quot;:1,&quot;foreColorIndex&quot;:5,&quot;pos&quot;:0.7099999785423279,&quot;transparency&quot;:0}],&quot;type&quot;:3},&quot;glow&quot;:{&quot;colorType&quot;:0},&quot;line&quot;:{&quot;type&quot;:0},&quot;shadow&quot;:{&quot;brightness&quot;:0,&quot;colorType&quot;:1,&quot;foreColorIndex&quot;:5,&quot;transparency&quot;:0.800000011920929},&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3"/>
  <p:tag name="KSO_WM_DIAGRAM_USE_COLOR_VALUE" val="{&quot;color_scheme&quot;:1,&quot;color_type&quot;:1,&quot;theme_color_indexes&quot;:[5,6,5,6,5,6]}"/>
</p:tagLst>
</file>

<file path=ppt/tags/tag203.xml><?xml version="1.0" encoding="utf-8"?>
<p:tagLst xmlns:p="http://schemas.openxmlformats.org/presentationml/2006/main">
  <p:tag name="KSO_WM_BEAUTIFY_FLAG" val="#wm#"/>
  <p:tag name="KSO_WM_UNIT_HIGHLIGHT" val="0"/>
  <p:tag name="KSO_WM_UNIT_COMPATIBLE" val="0"/>
  <p:tag name="KSO_WM_UNIT_DIAGRAM_ISNUMVISUAL" val="0"/>
  <p:tag name="KSO_WM_UNIT_DIAGRAM_ISREFERUNIT" val="0"/>
  <p:tag name="KSO_WM_DIAGRAM_GROUP_CODE" val="n1-1"/>
  <p:tag name="KSO_WM_UNIT_ID" val="diagram20230961_4*n_h_h_i*1_2_3_2"/>
  <p:tag name="KSO_WM_TEMPLATE_CATEGORY" val="diagram"/>
  <p:tag name="KSO_WM_TEMPLATE_INDEX" val="20230961"/>
  <p:tag name="KSO_WM_UNIT_LAYERLEVEL" val="1_1_1_1"/>
  <p:tag name="KSO_WM_TAG_VERSION" val="3.0"/>
  <p:tag name="KSO_WM_DIAGRAM_VERSION" val="3"/>
  <p:tag name="KSO_WM_DIAGRAM_COLOR_TRICK" val="1"/>
  <p:tag name="KSO_WM_DIAGRAM_COLOR_TEXT_CAN_REMOVE" val="n"/>
  <p:tag name="KSO_WM_UNIT_TYPE" val="n_h_h_i"/>
  <p:tag name="KSO_WM_UNIT_INDEX" val="1_2_3_2"/>
  <p:tag name="KSO_WM_UNIT_FILL_TYPE" val="1"/>
  <p:tag name="KSO_WM_UNIT_FILL_FORE_SCHEMECOLOR_INDEX" val="14"/>
  <p:tag name="KSO_WM_UNIT_FILL_FORE_SCHEMECOLOR_INDEX_BRIGHTNESS" val="0"/>
  <p:tag name="KSO_WM_DIAGRAM_MAX_ITEMCNT" val="6"/>
  <p:tag name="KSO_WM_DIAGRAM_MIN_ITEMCNT" val="2"/>
  <p:tag name="KSO_WM_DIAGRAM_VIRTUALLY_FRAME" val="{&quot;height&quot;:296.1,&quot;left&quot;:10.33796274230499,&quot;top&quot;:191.4,&quot;width&quot;:511.3240745153904}"/>
  <p:tag name="KSO_WM_DIAGRAM_COLOR_MATCH_VALUE" val="{&quot;shape&quot;:{&quot;fill&quot;:{&quot;type&quot;:0},&quot;glow&quot;:{&quot;colorType&quot;:0},&quot;line&quot;:{&quot;solidLine&quot;:{&quot;brightness&quot;:0.3499999940395355,&quot;colorType&quot;:1,&quot;foreColorIndex&quot;:13,&quot;transparency&quot;:0.75},&quot;type&quot;:1},&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LINE_FORE_SCHEMECOLOR_INDEX" val="13"/>
  <p:tag name="KSO_WM_DIAGRAM_USE_COLOR_VALUE" val="{&quot;color_scheme&quot;:1,&quot;color_type&quot;:1,&quot;theme_color_indexes&quot;:[5,6,5,6,5,6]}"/>
</p:tagLst>
</file>

<file path=ppt/tags/tag204.xml><?xml version="1.0" encoding="utf-8"?>
<p:tagLst xmlns:p="http://schemas.openxmlformats.org/presentationml/2006/main">
  <p:tag name="KSO_WM_BEAUTIFY_FLAG" val="#wm#"/>
  <p:tag name="KSO_WM_UNIT_HIGHLIGHT" val="0"/>
  <p:tag name="KSO_WM_UNIT_COMPATIBLE" val="0"/>
  <p:tag name="KSO_WM_UNIT_DIAGRAM_ISNUMVISUAL" val="0"/>
  <p:tag name="KSO_WM_UNIT_DIAGRAM_ISREFERUNIT" val="0"/>
  <p:tag name="KSO_WM_DIAGRAM_GROUP_CODE" val="n1-1"/>
  <p:tag name="KSO_WM_UNIT_ID" val="diagram20230961_4*n_h_h_i*1_2_3_1"/>
  <p:tag name="KSO_WM_TEMPLATE_CATEGORY" val="diagram"/>
  <p:tag name="KSO_WM_TEMPLATE_INDEX" val="20230961"/>
  <p:tag name="KSO_WM_UNIT_LAYERLEVEL" val="1_1_1_1"/>
  <p:tag name="KSO_WM_TAG_VERSION" val="3.0"/>
  <p:tag name="KSO_WM_DIAGRAM_VERSION" val="3"/>
  <p:tag name="KSO_WM_DIAGRAM_COLOR_TRICK" val="1"/>
  <p:tag name="KSO_WM_DIAGRAM_COLOR_TEXT_CAN_REMOVE" val="n"/>
  <p:tag name="KSO_WM_UNIT_TYPE" val="n_h_h_i"/>
  <p:tag name="KSO_WM_UNIT_INDEX" val="1_2_3_1"/>
  <p:tag name="KSO_WM_DIAGRAM_MAX_ITEMCNT" val="6"/>
  <p:tag name="KSO_WM_DIAGRAM_MIN_ITEMCNT" val="2"/>
  <p:tag name="KSO_WM_DIAGRAM_VIRTUALLY_FRAME" val="{&quot;height&quot;:296.1,&quot;left&quot;:10.33796274230499,&quot;top&quot;:191.4,&quot;width&quot;:511.3240745153904}"/>
  <p:tag name="KSO_WM_DIAGRAM_COLOR_MATCH_VALUE" val="{&quot;shape&quot;:{&quot;fill&quot;:{&quot;gradient&quot;:[{&quot;brightness&quot;:0.4000000059604645,&quot;colorType&quot;:1,&quot;foreColorIndex&quot;:5,&quot;pos&quot;:0,&quot;transparency&quot;:0},{&quot;brightness&quot;:0,&quot;colorType&quot;:1,&quot;foreColorIndex&quot;:5,&quot;pos&quot;:0.7099999785423279,&quot;transparency&quot;:0}],&quot;type&quot;:3},&quot;glow&quot;:{&quot;colorType&quot;:0},&quot;line&quot;:{&quot;type&quot;:0},&quot;shadow&quot;:{&quot;brightness&quot;:0,&quot;colorType&quot;:1,&quot;foreColorIndex&quot;:5,&quot;transparency&quot;:0.800000011920929},&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3"/>
  <p:tag name="KSO_WM_DIAGRAM_USE_COLOR_VALUE" val="{&quot;color_scheme&quot;:1,&quot;color_type&quot;:1,&quot;theme_color_indexes&quot;:[5,6,5,6,5,6]}"/>
</p:tagLst>
</file>

<file path=ppt/tags/tag205.xml><?xml version="1.0" encoding="utf-8"?>
<p:tagLst xmlns:p="http://schemas.openxmlformats.org/presentationml/2006/main">
  <p:tag name="KSO_WM_BEAUTIFY_FLAG" val="#wm#"/>
  <p:tag name="KSO_WM_UNIT_HIGHLIGHT" val="0"/>
  <p:tag name="KSO_WM_UNIT_COMPATIBLE" val="0"/>
  <p:tag name="KSO_WM_UNIT_DIAGRAM_ISNUMVISUAL" val="0"/>
  <p:tag name="KSO_WM_UNIT_DIAGRAM_ISREFERUNIT" val="0"/>
  <p:tag name="KSO_WM_DIAGRAM_GROUP_CODE" val="n1-1"/>
  <p:tag name="KSO_WM_UNIT_ID" val="diagram20230961_4*n_h_a*1_1_1"/>
  <p:tag name="KSO_WM_TEMPLATE_CATEGORY" val="diagram"/>
  <p:tag name="KSO_WM_TEMPLATE_INDEX" val="20230961"/>
  <p:tag name="KSO_WM_UNIT_LAYERLEVEL" val="1_1_1"/>
  <p:tag name="KSO_WM_TAG_VERSION" val="3.0"/>
  <p:tag name="KSO_WM_DIAGRAM_VERSION" val="3"/>
  <p:tag name="KSO_WM_DIAGRAM_COLOR_TRICK" val="1"/>
  <p:tag name="KSO_WM_DIAGRAM_COLOR_TEXT_CAN_REMOVE" val="n"/>
  <p:tag name="KSO_WM_UNIT_ISCONTENTSTITLE" val="0"/>
  <p:tag name="KSO_WM_UNIT_ISNUMDGMTITLE" val="0"/>
  <p:tag name="KSO_WM_UNIT_NOCLEAR" val="0"/>
  <p:tag name="KSO_WM_UNIT_VALUE" val="20"/>
  <p:tag name="KSO_WM_UNIT_TYPE" val="n_h_a"/>
  <p:tag name="KSO_WM_UNIT_INDEX" val="1_1_1"/>
  <p:tag name="KSO_WM_DIAGRAM_MAX_ITEMCNT" val="6"/>
  <p:tag name="KSO_WM_DIAGRAM_MIN_ITEMCNT" val="2"/>
  <p:tag name="KSO_WM_DIAGRAM_VIRTUALLY_FRAME" val="{&quot;height&quot;:296.1,&quot;left&quot;:10.33796274230499,&quot;top&quot;:191.4,&quot;width&quot;:511.3240745153904}"/>
  <p:tag name="KSO_WM_DIAGRAM_COLOR_MATCH_VALUE" val="{&quot;shape&quot;:{&quot;fill&quot;:{&quot;gradient&quot;:[{&quot;brightness&quot;:0.4000000059604645,&quot;colorType&quot;:1,&quot;foreColorIndex&quot;:5,&quot;pos&quot;:0,&quot;transparency&quot;:0},{&quot;brightness&quot;:0,&quot;colorType&quot;:1,&quot;foreColorIndex&quot;:5,&quot;pos&quot;:0.7099999785423279,&quot;transparency&quot;:0}],&quot;type&quot;:3},&quot;glow&quot;:{&quot;colorType&quot;:0},&quot;line&quot;:{&quot;type&quot;:0},&quot;shadow&quot;:{&quot;brightness&quot;:0,&quot;colorType&quot;:1,&quot;foreColorIndex&quot;:5,&quot;transparency&quot;:0.800000011920929},&quot;threeD&quot;:{&quot;curvedSurface&quot;:{&quot;brightness&quot;:0,&quot;colorType&quot;:2,&quot;rgb&quot;:&quot;#000000&quot;},&quot;depth&quot;:{&quot;colorType&quot;:0}}},&quot;text&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
  <p:tag name="KSO_WM_UNIT_PRESET_TEXT" val="添加&#10;项标题"/>
  <p:tag name="KSO_WM_UNIT_FILL_TYPE" val="3"/>
  <p:tag name="KSO_WM_UNIT_TEXT_TYPE" val="1"/>
  <p:tag name="KSO_WM_DIAGRAM_USE_COLOR_VALUE" val="{&quot;color_scheme&quot;:1,&quot;color_type&quot;:1,&quot;theme_color_indexes&quot;:[5,6,5,6,5,6]}"/>
</p:tagLst>
</file>

<file path=ppt/tags/tag206.xml><?xml version="1.0" encoding="utf-8"?>
<p:tagLst xmlns:p="http://schemas.openxmlformats.org/presentationml/2006/main">
  <p:tag name="KSO_WM_UNIT_SUBTYPE" val="a"/>
  <p:tag name="KSO_WM_UNIT_NOCLEAR" val="0"/>
  <p:tag name="KSO_WM_UNIT_HIGHLIGHT" val="0"/>
  <p:tag name="KSO_WM_UNIT_COMPATIBLE" val="0"/>
  <p:tag name="KSO_WM_UNIT_DIAGRAM_ISNUMVISUAL" val="0"/>
  <p:tag name="KSO_WM_UNIT_DIAGRAM_ISREFERUNIT" val="0"/>
  <p:tag name="KSO_WM_DIAGRAM_GROUP_CODE" val="n1-1"/>
  <p:tag name="KSO_WM_UNIT_TYPE" val="n_h_h_f"/>
  <p:tag name="KSO_WM_UNIT_INDEX" val="1_2_2_1"/>
  <p:tag name="KSO_WM_UNIT_ID" val="diagram20230961_4*n_h_h_f*1_2_2_1"/>
  <p:tag name="KSO_WM_TEMPLATE_CATEGORY" val="diagram"/>
  <p:tag name="KSO_WM_TEMPLATE_INDEX" val="20230961"/>
  <p:tag name="KSO_WM_UNIT_LAYERLEVEL" val="1_1_1_1"/>
  <p:tag name="KSO_WM_TAG_VERSION" val="3.0"/>
  <p:tag name="KSO_WM_BEAUTIFY_FLAG" val="#wm#"/>
  <p:tag name="KSO_WM_UNIT_PLACING_PICTURE_USER_VIEWPORT" val="{&quot;height&quot;:1417,&quot;width&quot;:4423}"/>
  <p:tag name="KSO_WM_DIAGRAM_VERSION" val="3"/>
  <p:tag name="KSO_WM_DIAGRAM_COLOR_TRICK" val="1"/>
  <p:tag name="KSO_WM_DIAGRAM_COLOR_TEXT_CAN_REMOVE" val="n"/>
  <p:tag name="KSO_WM_UNIT_VALUE" val="54"/>
  <p:tag name="KSO_WM_DIAGRAM_MAX_ITEMCNT" val="6"/>
  <p:tag name="KSO_WM_DIAGRAM_MIN_ITEMCNT" val="2"/>
  <p:tag name="KSO_WM_DIAGRAM_VIRTUALLY_FRAME" val="{&quot;height&quot;:296.1,&quot;left&quot;:10.33796274230499,&quot;top&quot;:191.4,&quot;width&quot;:511.3240745153904}"/>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3499999940395355,&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PRESET_TEXT" val="单击此处输入你的智能图形项正文 文字是您思想的提炼"/>
  <p:tag name="KSO_WM_UNIT_TEXT_FILL_FORE_SCHEMECOLOR_INDEX" val="1"/>
  <p:tag name="KSO_WM_UNIT_TEXT_FILL_TYPE" val="1"/>
  <p:tag name="KSO_WM_UNIT_TEXT_TYPE" val="1"/>
  <p:tag name="KSO_WM_DIAGRAM_USE_COLOR_VALUE" val="{&quot;color_scheme&quot;:1,&quot;color_type&quot;:1,&quot;theme_color_indexes&quot;:[5,6,5,6,5,6]}"/>
</p:tagLst>
</file>

<file path=ppt/tags/tag207.xml><?xml version="1.0" encoding="utf-8"?>
<p:tagLst xmlns:p="http://schemas.openxmlformats.org/presentationml/2006/main">
  <p:tag name="KSO_WM_UNIT_SUBTYPE" val="a"/>
  <p:tag name="KSO_WM_UNIT_NOCLEAR" val="0"/>
  <p:tag name="KSO_WM_UNIT_HIGHLIGHT" val="0"/>
  <p:tag name="KSO_WM_UNIT_COMPATIBLE" val="0"/>
  <p:tag name="KSO_WM_UNIT_DIAGRAM_ISNUMVISUAL" val="0"/>
  <p:tag name="KSO_WM_UNIT_DIAGRAM_ISREFERUNIT" val="0"/>
  <p:tag name="KSO_WM_DIAGRAM_GROUP_CODE" val="n1-1"/>
  <p:tag name="KSO_WM_UNIT_TYPE" val="n_h_h_f"/>
  <p:tag name="KSO_WM_UNIT_INDEX" val="1_2_3_1"/>
  <p:tag name="KSO_WM_UNIT_ID" val="diagram20230961_4*n_h_h_f*1_2_3_1"/>
  <p:tag name="KSO_WM_TEMPLATE_CATEGORY" val="diagram"/>
  <p:tag name="KSO_WM_TEMPLATE_INDEX" val="20230961"/>
  <p:tag name="KSO_WM_UNIT_LAYERLEVEL" val="1_1_1_1"/>
  <p:tag name="KSO_WM_TAG_VERSION" val="3.0"/>
  <p:tag name="KSO_WM_BEAUTIFY_FLAG" val="#wm#"/>
  <p:tag name="KSO_WM_UNIT_PLACING_PICTURE_USER_VIEWPORT" val="{&quot;height&quot;:1417,&quot;width&quot;:4423}"/>
  <p:tag name="KSO_WM_DIAGRAM_VERSION" val="3"/>
  <p:tag name="KSO_WM_DIAGRAM_COLOR_TRICK" val="1"/>
  <p:tag name="KSO_WM_DIAGRAM_COLOR_TEXT_CAN_REMOVE" val="n"/>
  <p:tag name="KSO_WM_UNIT_VALUE" val="54"/>
  <p:tag name="KSO_WM_DIAGRAM_MAX_ITEMCNT" val="6"/>
  <p:tag name="KSO_WM_DIAGRAM_MIN_ITEMCNT" val="2"/>
  <p:tag name="KSO_WM_DIAGRAM_VIRTUALLY_FRAME" val="{&quot;height&quot;:296.1,&quot;left&quot;:10.33796274230499,&quot;top&quot;:191.4,&quot;width&quot;:511.3240745153904}"/>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3499999940395355,&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PRESET_TEXT" val="单击此处输入你的智能图形项正文 文字是您思想的提炼"/>
  <p:tag name="KSO_WM_UNIT_TEXT_FILL_FORE_SCHEMECOLOR_INDEX" val="1"/>
  <p:tag name="KSO_WM_UNIT_TEXT_FILL_TYPE" val="1"/>
  <p:tag name="KSO_WM_UNIT_TEXT_TYPE" val="1"/>
  <p:tag name="KSO_WM_DIAGRAM_USE_COLOR_VALUE" val="{&quot;color_scheme&quot;:1,&quot;color_type&quot;:1,&quot;theme_color_indexes&quot;:[5,6,5,6,5,6]}"/>
</p:tagLst>
</file>

<file path=ppt/tags/tag208.xml><?xml version="1.0" encoding="utf-8"?>
<p:tagLst xmlns:p="http://schemas.openxmlformats.org/presentationml/2006/main">
  <p:tag name="KSO_WM_UNIT_SUBTYPE" val="a"/>
  <p:tag name="KSO_WM_UNIT_NOCLEAR" val="0"/>
  <p:tag name="KSO_WM_UNIT_HIGHLIGHT" val="0"/>
  <p:tag name="KSO_WM_UNIT_COMPATIBLE" val="0"/>
  <p:tag name="KSO_WM_UNIT_DIAGRAM_ISNUMVISUAL" val="0"/>
  <p:tag name="KSO_WM_UNIT_DIAGRAM_ISREFERUNIT" val="0"/>
  <p:tag name="KSO_WM_DIAGRAM_GROUP_CODE" val="n1-1"/>
  <p:tag name="KSO_WM_UNIT_TYPE" val="n_h_h_f"/>
  <p:tag name="KSO_WM_UNIT_INDEX" val="1_2_5_1"/>
  <p:tag name="KSO_WM_UNIT_ID" val="diagram20230961_4*n_h_h_f*1_2_5_1"/>
  <p:tag name="KSO_WM_TEMPLATE_CATEGORY" val="diagram"/>
  <p:tag name="KSO_WM_TEMPLATE_INDEX" val="20230961"/>
  <p:tag name="KSO_WM_UNIT_LAYERLEVEL" val="1_1_1_1"/>
  <p:tag name="KSO_WM_TAG_VERSION" val="3.0"/>
  <p:tag name="KSO_WM_BEAUTIFY_FLAG" val="#wm#"/>
  <p:tag name="KSO_WM_UNIT_PLACING_PICTURE_USER_VIEWPORT" val="{&quot;height&quot;:1417,&quot;width&quot;:4423}"/>
  <p:tag name="KSO_WM_DIAGRAM_VERSION" val="3"/>
  <p:tag name="KSO_WM_DIAGRAM_COLOR_TRICK" val="1"/>
  <p:tag name="KSO_WM_DIAGRAM_COLOR_TEXT_CAN_REMOVE" val="n"/>
  <p:tag name="KSO_WM_UNIT_VALUE" val="54"/>
  <p:tag name="KSO_WM_DIAGRAM_MAX_ITEMCNT" val="6"/>
  <p:tag name="KSO_WM_DIAGRAM_MIN_ITEMCNT" val="2"/>
  <p:tag name="KSO_WM_DIAGRAM_VIRTUALLY_FRAME" val="{&quot;height&quot;:296.1,&quot;left&quot;:10.33796274230499,&quot;top&quot;:191.4,&quot;width&quot;:511.3240745153904}"/>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3499999940395355,&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PRESET_TEXT" val="单击此处输入你的智能图形项正文 文字是您思想的提炼"/>
  <p:tag name="KSO_WM_UNIT_TEXT_FILL_FORE_SCHEMECOLOR_INDEX" val="1"/>
  <p:tag name="KSO_WM_UNIT_TEXT_FILL_TYPE" val="1"/>
  <p:tag name="KSO_WM_UNIT_TEXT_TYPE" val="1"/>
  <p:tag name="KSO_WM_DIAGRAM_USE_COLOR_VALUE" val="{&quot;color_scheme&quot;:1,&quot;color_type&quot;:1,&quot;theme_color_indexes&quot;:[5,6,5,6,5,6]}"/>
</p:tagLst>
</file>

<file path=ppt/tags/tag209.xml><?xml version="1.0" encoding="utf-8"?>
<p:tagLst xmlns:p="http://schemas.openxmlformats.org/presentationml/2006/main">
  <p:tag name="KSO_WM_UNIT_SUBTYPE" val="a"/>
  <p:tag name="KSO_WM_UNIT_NOCLEAR" val="0"/>
  <p:tag name="KSO_WM_UNIT_HIGHLIGHT" val="0"/>
  <p:tag name="KSO_WM_UNIT_COMPATIBLE" val="0"/>
  <p:tag name="KSO_WM_UNIT_DIAGRAM_ISNUMVISUAL" val="0"/>
  <p:tag name="KSO_WM_UNIT_DIAGRAM_ISREFERUNIT" val="0"/>
  <p:tag name="KSO_WM_DIAGRAM_GROUP_CODE" val="n1-1"/>
  <p:tag name="KSO_WM_UNIT_TYPE" val="n_h_h_f"/>
  <p:tag name="KSO_WM_UNIT_INDEX" val="1_2_4_1"/>
  <p:tag name="KSO_WM_UNIT_ID" val="diagram20230961_4*n_h_h_f*1_2_4_1"/>
  <p:tag name="KSO_WM_TEMPLATE_CATEGORY" val="diagram"/>
  <p:tag name="KSO_WM_TEMPLATE_INDEX" val="20230961"/>
  <p:tag name="KSO_WM_UNIT_LAYERLEVEL" val="1_1_1_1"/>
  <p:tag name="KSO_WM_TAG_VERSION" val="3.0"/>
  <p:tag name="KSO_WM_BEAUTIFY_FLAG" val="#wm#"/>
  <p:tag name="KSO_WM_UNIT_PLACING_PICTURE_USER_VIEWPORT" val="{&quot;height&quot;:1417,&quot;width&quot;:4423}"/>
  <p:tag name="KSO_WM_DIAGRAM_VERSION" val="3"/>
  <p:tag name="KSO_WM_DIAGRAM_COLOR_TRICK" val="1"/>
  <p:tag name="KSO_WM_DIAGRAM_COLOR_TEXT_CAN_REMOVE" val="n"/>
  <p:tag name="KSO_WM_UNIT_VALUE" val="54"/>
  <p:tag name="KSO_WM_DIAGRAM_MAX_ITEMCNT" val="6"/>
  <p:tag name="KSO_WM_DIAGRAM_MIN_ITEMCNT" val="2"/>
  <p:tag name="KSO_WM_DIAGRAM_VIRTUALLY_FRAME" val="{&quot;height&quot;:296.1,&quot;left&quot;:10.33796274230499,&quot;top&quot;:191.4,&quot;width&quot;:511.3240745153904}"/>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3499999940395355,&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PRESET_TEXT" val="单击此处输入你的智能图形项正文 文字是您思想的提炼"/>
  <p:tag name="KSO_WM_UNIT_TEXT_FILL_FORE_SCHEMECOLOR_INDEX" val="1"/>
  <p:tag name="KSO_WM_UNIT_TEXT_FILL_TYPE" val="1"/>
  <p:tag name="KSO_WM_UNIT_TEXT_TYPE" val="1"/>
  <p:tag name="KSO_WM_DIAGRAM_USE_COLOR_VALUE" val="{&quot;color_scheme&quot;:1,&quot;color_type&quot;:1,&quot;theme_color_indexes&quot;:[5,6,5,6,5,6]}"/>
</p:tagLst>
</file>

<file path=ppt/tags/tag210.xml><?xml version="1.0" encoding="utf-8"?>
<p:tagLst xmlns:p="http://schemas.openxmlformats.org/presentationml/2006/main">
  <p:tag name="KSO_WM_BEAUTIFY_FLAG" val="#wm#"/>
  <p:tag name="KSO_WM_UNIT_HIGHLIGHT" val="0"/>
  <p:tag name="KSO_WM_UNIT_COMPATIBLE" val="0"/>
  <p:tag name="KSO_WM_UNIT_DIAGRAM_ISNUMVISUAL" val="0"/>
  <p:tag name="KSO_WM_UNIT_DIAGRAM_ISREFERUNIT" val="0"/>
  <p:tag name="KSO_WM_DIAGRAM_GROUP_CODE" val="n1-1"/>
  <p:tag name="KSO_WM_UNIT_ID" val="diagram20230961_4*n_h_h_i*1_2_4_2"/>
  <p:tag name="KSO_WM_TEMPLATE_CATEGORY" val="diagram"/>
  <p:tag name="KSO_WM_TEMPLATE_INDEX" val="20230961"/>
  <p:tag name="KSO_WM_UNIT_LAYERLEVEL" val="1_1_1_1"/>
  <p:tag name="KSO_WM_TAG_VERSION" val="3.0"/>
  <p:tag name="KSO_WM_DIAGRAM_VERSION" val="3"/>
  <p:tag name="KSO_WM_DIAGRAM_COLOR_TRICK" val="1"/>
  <p:tag name="KSO_WM_DIAGRAM_COLOR_TEXT_CAN_REMOVE" val="n"/>
  <p:tag name="KSO_WM_UNIT_TYPE" val="n_h_h_i"/>
  <p:tag name="KSO_WM_UNIT_INDEX" val="1_2_4_2"/>
  <p:tag name="KSO_WM_UNIT_FILL_TYPE" val="1"/>
  <p:tag name="KSO_WM_UNIT_FILL_FORE_SCHEMECOLOR_INDEX" val="14"/>
  <p:tag name="KSO_WM_UNIT_FILL_FORE_SCHEMECOLOR_INDEX_BRIGHTNESS" val="0"/>
  <p:tag name="KSO_WM_DIAGRAM_MAX_ITEMCNT" val="6"/>
  <p:tag name="KSO_WM_DIAGRAM_MIN_ITEMCNT" val="2"/>
  <p:tag name="KSO_WM_DIAGRAM_VIRTUALLY_FRAME" val="{&quot;height&quot;:296.1,&quot;left&quot;:10.33796274230499,&quot;top&quot;:191.4,&quot;width&quot;:511.3240745153904}"/>
  <p:tag name="KSO_WM_DIAGRAM_COLOR_MATCH_VALUE" val="{&quot;shape&quot;:{&quot;fill&quot;:{&quot;type&quot;:0},&quot;glow&quot;:{&quot;colorType&quot;:0},&quot;line&quot;:{&quot;solidLine&quot;:{&quot;brightness&quot;:0.3499999940395355,&quot;colorType&quot;:1,&quot;foreColorIndex&quot;:13,&quot;transparency&quot;:0.75},&quot;type&quot;:1},&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LINE_FORE_SCHEMECOLOR_INDEX" val="13"/>
  <p:tag name="KSO_WM_DIAGRAM_USE_COLOR_VALUE" val="{&quot;color_scheme&quot;:1,&quot;color_type&quot;:1,&quot;theme_color_indexes&quot;:[5,6,5,6,5,6]}"/>
</p:tagLst>
</file>

<file path=ppt/tags/tag211.xml><?xml version="1.0" encoding="utf-8"?>
<p:tagLst xmlns:p="http://schemas.openxmlformats.org/presentationml/2006/main">
  <p:tag name="KSO_WM_BEAUTIFY_FLAG" val="#wm#"/>
  <p:tag name="KSO_WM_UNIT_HIGHLIGHT" val="0"/>
  <p:tag name="KSO_WM_UNIT_COMPATIBLE" val="0"/>
  <p:tag name="KSO_WM_UNIT_DIAGRAM_ISNUMVISUAL" val="0"/>
  <p:tag name="KSO_WM_UNIT_DIAGRAM_ISREFERUNIT" val="0"/>
  <p:tag name="KSO_WM_DIAGRAM_GROUP_CODE" val="n1-1"/>
  <p:tag name="KSO_WM_UNIT_ID" val="diagram20230961_4*n_h_h_i*1_2_4_1"/>
  <p:tag name="KSO_WM_TEMPLATE_CATEGORY" val="diagram"/>
  <p:tag name="KSO_WM_TEMPLATE_INDEX" val="20230961"/>
  <p:tag name="KSO_WM_UNIT_LAYERLEVEL" val="1_1_1_1"/>
  <p:tag name="KSO_WM_TAG_VERSION" val="3.0"/>
  <p:tag name="KSO_WM_DIAGRAM_VERSION" val="3"/>
  <p:tag name="KSO_WM_DIAGRAM_COLOR_TRICK" val="1"/>
  <p:tag name="KSO_WM_DIAGRAM_COLOR_TEXT_CAN_REMOVE" val="n"/>
  <p:tag name="KSO_WM_UNIT_TYPE" val="n_h_h_i"/>
  <p:tag name="KSO_WM_UNIT_INDEX" val="1_2_4_1"/>
  <p:tag name="KSO_WM_DIAGRAM_MAX_ITEMCNT" val="6"/>
  <p:tag name="KSO_WM_DIAGRAM_MIN_ITEMCNT" val="2"/>
  <p:tag name="KSO_WM_DIAGRAM_VIRTUALLY_FRAME" val="{&quot;height&quot;:296.1,&quot;left&quot;:10.33796274230499,&quot;top&quot;:191.4,&quot;width&quot;:511.3240745153904}"/>
  <p:tag name="KSO_WM_DIAGRAM_COLOR_MATCH_VALUE" val="{&quot;shape&quot;:{&quot;fill&quot;:{&quot;gradient&quot;:[{&quot;brightness&quot;:0.4000000059604645,&quot;colorType&quot;:1,&quot;foreColorIndex&quot;:5,&quot;pos&quot;:0,&quot;transparency&quot;:0},{&quot;brightness&quot;:0,&quot;colorType&quot;:1,&quot;foreColorIndex&quot;:5,&quot;pos&quot;:0.7099999785423279,&quot;transparency&quot;:0}],&quot;type&quot;:3},&quot;glow&quot;:{&quot;colorType&quot;:0},&quot;line&quot;:{&quot;type&quot;:0},&quot;shadow&quot;:{&quot;brightness&quot;:0,&quot;colorType&quot;:1,&quot;foreColorIndex&quot;:5,&quot;transparency&quot;:0.800000011920929},&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3"/>
  <p:tag name="KSO_WM_DIAGRAM_USE_COLOR_VALUE" val="{&quot;color_scheme&quot;:1,&quot;color_type&quot;:1,&quot;theme_color_indexes&quot;:[5,6,5,6,5,6]}"/>
</p:tagLst>
</file>

<file path=ppt/tags/tag212.xml><?xml version="1.0" encoding="utf-8"?>
<p:tagLst xmlns:p="http://schemas.openxmlformats.org/presentationml/2006/main">
  <p:tag name="KSO_WM_BEAUTIFY_FLAG" val="#wm#"/>
  <p:tag name="KSO_WM_UNIT_HIGHLIGHT" val="0"/>
  <p:tag name="KSO_WM_UNIT_COMPATIBLE" val="0"/>
  <p:tag name="KSO_WM_UNIT_DIAGRAM_ISNUMVISUAL" val="0"/>
  <p:tag name="KSO_WM_UNIT_DIAGRAM_ISREFERUNIT" val="0"/>
  <p:tag name="KSO_WM_DIAGRAM_GROUP_CODE" val="n1-1"/>
  <p:tag name="KSO_WM_UNIT_ID" val="diagram20230961_4*n_h_h_i*1_2_1_2"/>
  <p:tag name="KSO_WM_TEMPLATE_CATEGORY" val="diagram"/>
  <p:tag name="KSO_WM_TEMPLATE_INDEX" val="20230961"/>
  <p:tag name="KSO_WM_UNIT_LAYERLEVEL" val="1_1_1_1"/>
  <p:tag name="KSO_WM_TAG_VERSION" val="3.0"/>
  <p:tag name="KSO_WM_DIAGRAM_VERSION" val="3"/>
  <p:tag name="KSO_WM_DIAGRAM_COLOR_TRICK" val="1"/>
  <p:tag name="KSO_WM_DIAGRAM_COLOR_TEXT_CAN_REMOVE" val="n"/>
  <p:tag name="KSO_WM_UNIT_TYPE" val="n_h_h_i"/>
  <p:tag name="KSO_WM_UNIT_INDEX" val="1_2_1_2"/>
  <p:tag name="KSO_WM_UNIT_FILL_TYPE" val="1"/>
  <p:tag name="KSO_WM_UNIT_FILL_FORE_SCHEMECOLOR_INDEX" val="14"/>
  <p:tag name="KSO_WM_UNIT_FILL_FORE_SCHEMECOLOR_INDEX_BRIGHTNESS" val="0"/>
  <p:tag name="KSO_WM_DIAGRAM_MAX_ITEMCNT" val="6"/>
  <p:tag name="KSO_WM_DIAGRAM_MIN_ITEMCNT" val="2"/>
  <p:tag name="KSO_WM_DIAGRAM_VIRTUALLY_FRAME" val="{&quot;height&quot;:296.1,&quot;left&quot;:10.33796274230499,&quot;top&quot;:191.4,&quot;width&quot;:511.3240745153904}"/>
  <p:tag name="KSO_WM_DIAGRAM_COLOR_MATCH_VALUE" val="{&quot;shape&quot;:{&quot;fill&quot;:{&quot;type&quot;:0},&quot;glow&quot;:{&quot;colorType&quot;:0},&quot;line&quot;:{&quot;solidLine&quot;:{&quot;brightness&quot;:0.3499999940395355,&quot;colorType&quot;:1,&quot;foreColorIndex&quot;:13,&quot;transparency&quot;:0.75},&quot;type&quot;:1},&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LINE_FORE_SCHEMECOLOR_INDEX" val="13"/>
  <p:tag name="KSO_WM_DIAGRAM_USE_COLOR_VALUE" val="{&quot;color_scheme&quot;:1,&quot;color_type&quot;:1,&quot;theme_color_indexes&quot;:[5,6,5,6,5,6]}"/>
</p:tagLst>
</file>

<file path=ppt/tags/tag213.xml><?xml version="1.0" encoding="utf-8"?>
<p:tagLst xmlns:p="http://schemas.openxmlformats.org/presentationml/2006/main">
  <p:tag name="KSO_WM_BEAUTIFY_FLAG" val="#wm#"/>
  <p:tag name="KSO_WM_UNIT_HIGHLIGHT" val="0"/>
  <p:tag name="KSO_WM_UNIT_COMPATIBLE" val="0"/>
  <p:tag name="KSO_WM_UNIT_DIAGRAM_ISNUMVISUAL" val="0"/>
  <p:tag name="KSO_WM_UNIT_DIAGRAM_ISREFERUNIT" val="0"/>
  <p:tag name="KSO_WM_DIAGRAM_GROUP_CODE" val="n1-1"/>
  <p:tag name="KSO_WM_UNIT_ID" val="diagram20230961_4*n_h_h_i*1_2_1_1"/>
  <p:tag name="KSO_WM_TEMPLATE_CATEGORY" val="diagram"/>
  <p:tag name="KSO_WM_TEMPLATE_INDEX" val="20230961"/>
  <p:tag name="KSO_WM_UNIT_LAYERLEVEL" val="1_1_1_1"/>
  <p:tag name="KSO_WM_TAG_VERSION" val="3.0"/>
  <p:tag name="KSO_WM_DIAGRAM_VERSION" val="3"/>
  <p:tag name="KSO_WM_DIAGRAM_COLOR_TRICK" val="1"/>
  <p:tag name="KSO_WM_DIAGRAM_COLOR_TEXT_CAN_REMOVE" val="n"/>
  <p:tag name="KSO_WM_UNIT_TYPE" val="n_h_h_i"/>
  <p:tag name="KSO_WM_UNIT_INDEX" val="1_2_1_1"/>
  <p:tag name="KSO_WM_DIAGRAM_MAX_ITEMCNT" val="6"/>
  <p:tag name="KSO_WM_DIAGRAM_MIN_ITEMCNT" val="2"/>
  <p:tag name="KSO_WM_DIAGRAM_VIRTUALLY_FRAME" val="{&quot;height&quot;:296.1,&quot;left&quot;:10.33796274230499,&quot;top&quot;:191.4,&quot;width&quot;:511.3240745153904}"/>
  <p:tag name="KSO_WM_DIAGRAM_COLOR_MATCH_VALUE" val="{&quot;shape&quot;:{&quot;fill&quot;:{&quot;gradient&quot;:[{&quot;brightness&quot;:0.4000000059604645,&quot;colorType&quot;:1,&quot;foreColorIndex&quot;:5,&quot;pos&quot;:0,&quot;transparency&quot;:0},{&quot;brightness&quot;:0,&quot;colorType&quot;:1,&quot;foreColorIndex&quot;:5,&quot;pos&quot;:0.7099999785423279,&quot;transparency&quot;:0}],&quot;type&quot;:3},&quot;glow&quot;:{&quot;colorType&quot;:0},&quot;line&quot;:{&quot;type&quot;:0},&quot;shadow&quot;:{&quot;brightness&quot;:0,&quot;colorType&quot;:1,&quot;foreColorIndex&quot;:5,&quot;transparency&quot;:0.800000011920929},&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3"/>
  <p:tag name="KSO_WM_DIAGRAM_USE_COLOR_VALUE" val="{&quot;color_scheme&quot;:1,&quot;color_type&quot;:1,&quot;theme_color_indexes&quot;:[5,6,5,6,5,6]}"/>
</p:tagLst>
</file>

<file path=ppt/tags/tag214.xml><?xml version="1.0" encoding="utf-8"?>
<p:tagLst xmlns:p="http://schemas.openxmlformats.org/presentationml/2006/main">
  <p:tag name="KSO_WM_BEAUTIFY_FLAG" val="#wm#"/>
  <p:tag name="KSO_WM_UNIT_HIGHLIGHT" val="0"/>
  <p:tag name="KSO_WM_UNIT_COMPATIBLE" val="0"/>
  <p:tag name="KSO_WM_UNIT_DIAGRAM_ISNUMVISUAL" val="0"/>
  <p:tag name="KSO_WM_UNIT_DIAGRAM_ISREFERUNIT" val="0"/>
  <p:tag name="KSO_WM_DIAGRAM_GROUP_CODE" val="n1-1"/>
  <p:tag name="KSO_WM_UNIT_ID" val="diagram20230961_4*n_h_h_i*1_2_5_3"/>
  <p:tag name="KSO_WM_TEMPLATE_CATEGORY" val="diagram"/>
  <p:tag name="KSO_WM_TEMPLATE_INDEX" val="20230961"/>
  <p:tag name="KSO_WM_UNIT_LAYERLEVEL" val="1_1_1_1"/>
  <p:tag name="KSO_WM_TAG_VERSION" val="3.0"/>
  <p:tag name="KSO_WM_DIAGRAM_VERSION" val="3"/>
  <p:tag name="KSO_WM_DIAGRAM_COLOR_TRICK" val="1"/>
  <p:tag name="KSO_WM_DIAGRAM_COLOR_TEXT_CAN_REMOVE" val="n"/>
  <p:tag name="KSO_WM_UNIT_TYPE" val="n_h_h_i"/>
  <p:tag name="KSO_WM_UNIT_INDEX" val="1_2_5_3"/>
  <p:tag name="KSO_WM_DIAGRAM_MAX_ITEMCNT" val="6"/>
  <p:tag name="KSO_WM_DIAGRAM_MIN_ITEMCNT" val="2"/>
  <p:tag name="KSO_WM_DIAGRAM_VIRTUALLY_FRAME" val="{&quot;height&quot;:296.1,&quot;left&quot;:10.33796274230499,&quot;top&quot;:191.4,&quot;width&quot;:511.3240745153904}"/>
  <p:tag name="KSO_WM_DIAGRAM_COLOR_MATCH_VALUE" val="{&quot;shape&quot;:{&quot;fill&quot;:{&quot;type&quot;:0},&quot;glow&quot;:{&quot;colorType&quot;:0},&quot;line&quot;:{&quot;solidLine&quot;:{&quot;brightness&quot;:0.3499999940395355,&quot;colorType&quot;:1,&quot;foreColorIndex&quot;:13,&quot;transparency&quot;:0.75},&quot;type&quot;:1},&quot;shadow&quot;:{&quot;colorType&quot;:0},&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LINE_FORE_SCHEMECOLOR_INDEX" val="13"/>
  <p:tag name="KSO_WM_DIAGRAM_USE_COLOR_VALUE" val="{&quot;color_scheme&quot;:1,&quot;color_type&quot;:1,&quot;theme_color_indexes&quot;:[5,6,5,6,5,6]}"/>
</p:tagLst>
</file>

<file path=ppt/tags/tag215.xml><?xml version="1.0" encoding="utf-8"?>
<p:tagLst xmlns:p="http://schemas.openxmlformats.org/presentationml/2006/main">
  <p:tag name="KSO_WM_BEAUTIFY_FLAG" val="#wm#"/>
  <p:tag name="KSO_WM_UNIT_HIGHLIGHT" val="0"/>
  <p:tag name="KSO_WM_UNIT_COMPATIBLE" val="0"/>
  <p:tag name="KSO_WM_UNIT_DIAGRAM_ISNUMVISUAL" val="0"/>
  <p:tag name="KSO_WM_UNIT_DIAGRAM_ISREFERUNIT" val="0"/>
  <p:tag name="KSO_WM_DIAGRAM_GROUP_CODE" val="n1-1"/>
  <p:tag name="KSO_WM_UNIT_ID" val="diagram20230961_4*n_h_h_i*1_2_5_2"/>
  <p:tag name="KSO_WM_TEMPLATE_CATEGORY" val="diagram"/>
  <p:tag name="KSO_WM_TEMPLATE_INDEX" val="20230961"/>
  <p:tag name="KSO_WM_UNIT_LAYERLEVEL" val="1_1_1_1"/>
  <p:tag name="KSO_WM_TAG_VERSION" val="3.0"/>
  <p:tag name="KSO_WM_DIAGRAM_VERSION" val="3"/>
  <p:tag name="KSO_WM_DIAGRAM_COLOR_TRICK" val="1"/>
  <p:tag name="KSO_WM_DIAGRAM_COLOR_TEXT_CAN_REMOVE" val="n"/>
  <p:tag name="KSO_WM_UNIT_TYPE" val="n_h_h_i"/>
  <p:tag name="KSO_WM_UNIT_INDEX" val="1_2_5_2"/>
  <p:tag name="KSO_WM_UNIT_FILL_TYPE" val="1"/>
  <p:tag name="KSO_WM_UNIT_FILL_FORE_SCHEMECOLOR_INDEX" val="14"/>
  <p:tag name="KSO_WM_UNIT_FILL_FORE_SCHEMECOLOR_INDEX_BRIGHTNESS" val="0"/>
  <p:tag name="KSO_WM_DIAGRAM_MAX_ITEMCNT" val="6"/>
  <p:tag name="KSO_WM_DIAGRAM_MIN_ITEMCNT" val="2"/>
  <p:tag name="KSO_WM_DIAGRAM_VIRTUALLY_FRAME" val="{&quot;height&quot;:296.1,&quot;left&quot;:10.33796274230499,&quot;top&quot;:191.4,&quot;width&quot;:511.3240745153904}"/>
  <p:tag name="KSO_WM_DIAGRAM_COLOR_MATCH_VALUE" val="{&quot;shape&quot;:{&quot;fill&quot;:{&quot;type&quot;:0},&quot;glow&quot;:{&quot;colorType&quot;:0},&quot;line&quot;:{&quot;solidLine&quot;:{&quot;brightness&quot;:0.3499999940395355,&quot;colorType&quot;:1,&quot;foreColorIndex&quot;:13,&quot;transparency&quot;:0.75},&quot;type&quot;:1},&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LINE_FORE_SCHEMECOLOR_INDEX" val="13"/>
  <p:tag name="KSO_WM_DIAGRAM_USE_COLOR_VALUE" val="{&quot;color_scheme&quot;:1,&quot;color_type&quot;:1,&quot;theme_color_indexes&quot;:[5,6,5,6,5,6]}"/>
</p:tagLst>
</file>

<file path=ppt/tags/tag216.xml><?xml version="1.0" encoding="utf-8"?>
<p:tagLst xmlns:p="http://schemas.openxmlformats.org/presentationml/2006/main">
  <p:tag name="KSO_WM_BEAUTIFY_FLAG" val="#wm#"/>
  <p:tag name="KSO_WM_UNIT_HIGHLIGHT" val="0"/>
  <p:tag name="KSO_WM_UNIT_COMPATIBLE" val="0"/>
  <p:tag name="KSO_WM_UNIT_DIAGRAM_ISNUMVISUAL" val="0"/>
  <p:tag name="KSO_WM_UNIT_DIAGRAM_ISREFERUNIT" val="0"/>
  <p:tag name="KSO_WM_DIAGRAM_GROUP_CODE" val="n1-1"/>
  <p:tag name="KSO_WM_UNIT_ID" val="diagram20230961_4*n_h_h_i*1_2_5_1"/>
  <p:tag name="KSO_WM_TEMPLATE_CATEGORY" val="diagram"/>
  <p:tag name="KSO_WM_TEMPLATE_INDEX" val="20230961"/>
  <p:tag name="KSO_WM_UNIT_LAYERLEVEL" val="1_1_1_1"/>
  <p:tag name="KSO_WM_TAG_VERSION" val="3.0"/>
  <p:tag name="KSO_WM_DIAGRAM_VERSION" val="3"/>
  <p:tag name="KSO_WM_DIAGRAM_COLOR_TRICK" val="1"/>
  <p:tag name="KSO_WM_DIAGRAM_COLOR_TEXT_CAN_REMOVE" val="n"/>
  <p:tag name="KSO_WM_UNIT_TYPE" val="n_h_h_i"/>
  <p:tag name="KSO_WM_UNIT_INDEX" val="1_2_5_1"/>
  <p:tag name="KSO_WM_DIAGRAM_MAX_ITEMCNT" val="6"/>
  <p:tag name="KSO_WM_DIAGRAM_MIN_ITEMCNT" val="2"/>
  <p:tag name="KSO_WM_DIAGRAM_VIRTUALLY_FRAME" val="{&quot;height&quot;:296.1,&quot;left&quot;:10.33796274230499,&quot;top&quot;:191.4,&quot;width&quot;:511.3240745153904}"/>
  <p:tag name="KSO_WM_DIAGRAM_COLOR_MATCH_VALUE" val="{&quot;shape&quot;:{&quot;fill&quot;:{&quot;gradient&quot;:[{&quot;brightness&quot;:0.4000000059604645,&quot;colorType&quot;:1,&quot;foreColorIndex&quot;:5,&quot;pos&quot;:0,&quot;transparency&quot;:0},{&quot;brightness&quot;:0,&quot;colorType&quot;:1,&quot;foreColorIndex&quot;:5,&quot;pos&quot;:0.7099999785423279,&quot;transparency&quot;:0}],&quot;type&quot;:3},&quot;glow&quot;:{&quot;colorType&quot;:0},&quot;line&quot;:{&quot;type&quot;:0},&quot;shadow&quot;:{&quot;brightness&quot;:0,&quot;colorType&quot;:1,&quot;foreColorIndex&quot;:5,&quot;transparency&quot;:0.800000011920929},&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3"/>
  <p:tag name="KSO_WM_DIAGRAM_USE_COLOR_VALUE" val="{&quot;color_scheme&quot;:1,&quot;color_type&quot;:1,&quot;theme_color_indexes&quot;:[5,6,5,6,5,6]}"/>
</p:tagLst>
</file>

<file path=ppt/tags/tag217.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n1-1"/>
  <p:tag name="KSO_WM_UNIT_ID" val="diagram20230961_4*n_h_h_x*1_2_1_1"/>
  <p:tag name="KSO_WM_TEMPLATE_CATEGORY" val="diagram"/>
  <p:tag name="KSO_WM_TEMPLATE_INDEX" val="20230961"/>
  <p:tag name="KSO_WM_UNIT_LAYERLEVEL" val="1_1_1_1"/>
  <p:tag name="KSO_WM_TAG_VERSION" val="3.0"/>
  <p:tag name="KSO_WM_BEAUTIFY_FLAG" val="#wm#"/>
  <p:tag name="KSO_WM_DIAGRAM_VERSION" val="3"/>
  <p:tag name="KSO_WM_DIAGRAM_COLOR_TRICK" val="1"/>
  <p:tag name="KSO_WM_DIAGRAM_COLOR_TEXT_CAN_REMOVE" val="n"/>
  <p:tag name="KSO_WM_UNIT_VALUE" val="85*79"/>
  <p:tag name="KSO_WM_UNIT_TYPE" val="n_h_h_x"/>
  <p:tag name="KSO_WM_UNIT_INDEX" val="1_2_1_1"/>
  <p:tag name="KSO_WM_DIAGRAM_MAX_ITEMCNT" val="6"/>
  <p:tag name="KSO_WM_DIAGRAM_MIN_ITEMCNT" val="2"/>
  <p:tag name="KSO_WM_DIAGRAM_VIRTUALLY_FRAME" val="{&quot;height&quot;:296.1,&quot;left&quot;:10.33796274230499,&quot;top&quot;:191.4,&quot;width&quot;:511.3240745153904}"/>
  <p:tag name="KSO_WM_DIAGRAM_COLOR_MATCH_VALUE" val="{&quot;shape&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quot;text&quot;:{&quot;fill&quot;:{},&quot;glow&quot;:{},&quot;line&quot;:{},&quot;shadow&quot;:{},&quot;threeD&quot;:{}}}"/>
  <p:tag name="KSO_WM_UNIT_FILL_TYPE" val="1"/>
  <p:tag name="KSO_WM_UNIT_FILL_FORE_SCHEMECOLOR_INDEX" val="14"/>
  <p:tag name="KSO_WM_UNIT_FILL_FORE_SCHEMECOLOR_INDEX_BRIGHTNESS" val="0"/>
  <p:tag name="KSO_WM_DIAGRAM_USE_COLOR_VALUE" val="{&quot;color_scheme&quot;:1,&quot;color_type&quot;:1,&quot;theme_color_indexes&quot;:[5,6,5,6,5,6]}"/>
</p:tagLst>
</file>

<file path=ppt/tags/tag218.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n1-1"/>
  <p:tag name="KSO_WM_UNIT_ID" val="diagram20230961_4*n_h_h_x*1_2_5_1"/>
  <p:tag name="KSO_WM_TEMPLATE_CATEGORY" val="diagram"/>
  <p:tag name="KSO_WM_TEMPLATE_INDEX" val="20230961"/>
  <p:tag name="KSO_WM_UNIT_LAYERLEVEL" val="1_1_1_1"/>
  <p:tag name="KSO_WM_TAG_VERSION" val="3.0"/>
  <p:tag name="KSO_WM_BEAUTIFY_FLAG" val="#wm#"/>
  <p:tag name="KSO_WM_DIAGRAM_VERSION" val="3"/>
  <p:tag name="KSO_WM_DIAGRAM_COLOR_TRICK" val="1"/>
  <p:tag name="KSO_WM_DIAGRAM_COLOR_TEXT_CAN_REMOVE" val="n"/>
  <p:tag name="KSO_WM_UNIT_VALUE" val="85*85"/>
  <p:tag name="KSO_WM_UNIT_TYPE" val="n_h_h_x"/>
  <p:tag name="KSO_WM_UNIT_INDEX" val="1_2_5_1"/>
  <p:tag name="KSO_WM_DIAGRAM_MAX_ITEMCNT" val="6"/>
  <p:tag name="KSO_WM_DIAGRAM_MIN_ITEMCNT" val="2"/>
  <p:tag name="KSO_WM_DIAGRAM_VIRTUALLY_FRAME" val="{&quot;height&quot;:296.1,&quot;left&quot;:10.33796274230499,&quot;top&quot;:191.4,&quot;width&quot;:511.3240745153904}"/>
  <p:tag name="KSO_WM_DIAGRAM_COLOR_MATCH_VALUE" val="{&quot;shape&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quot;text&quot;:{&quot;fill&quot;:{},&quot;glow&quot;:{},&quot;line&quot;:{},&quot;shadow&quot;:{},&quot;threeD&quot;:{}}}"/>
  <p:tag name="KSO_WM_UNIT_FILL_TYPE" val="1"/>
  <p:tag name="KSO_WM_UNIT_FILL_FORE_SCHEMECOLOR_INDEX" val="14"/>
  <p:tag name="KSO_WM_UNIT_FILL_FORE_SCHEMECOLOR_INDEX_BRIGHTNESS" val="0"/>
  <p:tag name="KSO_WM_DIAGRAM_USE_COLOR_VALUE" val="{&quot;color_scheme&quot;:1,&quot;color_type&quot;:1,&quot;theme_color_indexes&quot;:[5,6,5,6,5,6]}"/>
</p:tagLst>
</file>

<file path=ppt/tags/tag219.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n1-1"/>
  <p:tag name="KSO_WM_UNIT_ID" val="diagram20230961_4*n_h_h_x*1_2_4_1"/>
  <p:tag name="KSO_WM_TEMPLATE_CATEGORY" val="diagram"/>
  <p:tag name="KSO_WM_TEMPLATE_INDEX" val="20230961"/>
  <p:tag name="KSO_WM_UNIT_LAYERLEVEL" val="1_1_1_1"/>
  <p:tag name="KSO_WM_TAG_VERSION" val="3.0"/>
  <p:tag name="KSO_WM_BEAUTIFY_FLAG" val="#wm#"/>
  <p:tag name="KSO_WM_DIAGRAM_VERSION" val="3"/>
  <p:tag name="KSO_WM_DIAGRAM_COLOR_TRICK" val="1"/>
  <p:tag name="KSO_WM_DIAGRAM_COLOR_TEXT_CAN_REMOVE" val="n"/>
  <p:tag name="KSO_WM_UNIT_VALUE" val="85*85"/>
  <p:tag name="KSO_WM_UNIT_TYPE" val="n_h_h_x"/>
  <p:tag name="KSO_WM_UNIT_INDEX" val="1_2_4_1"/>
  <p:tag name="KSO_WM_DIAGRAM_MAX_ITEMCNT" val="6"/>
  <p:tag name="KSO_WM_DIAGRAM_MIN_ITEMCNT" val="2"/>
  <p:tag name="KSO_WM_DIAGRAM_VIRTUALLY_FRAME" val="{&quot;height&quot;:296.1,&quot;left&quot;:10.33796274230499,&quot;top&quot;:191.4,&quot;width&quot;:511.3240745153904}"/>
  <p:tag name="KSO_WM_DIAGRAM_COLOR_MATCH_VALUE" val="{&quot;shape&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quot;text&quot;:{&quot;fill&quot;:{},&quot;glow&quot;:{},&quot;line&quot;:{},&quot;shadow&quot;:{},&quot;threeD&quot;:{}}}"/>
  <p:tag name="KSO_WM_UNIT_FILL_TYPE" val="1"/>
  <p:tag name="KSO_WM_UNIT_FILL_FORE_SCHEMECOLOR_INDEX" val="14"/>
  <p:tag name="KSO_WM_UNIT_FILL_FORE_SCHEMECOLOR_INDEX_BRIGHTNESS" val="0"/>
  <p:tag name="KSO_WM_DIAGRAM_USE_COLOR_VALUE" val="{&quot;color_scheme&quot;:1,&quot;color_type&quot;:1,&quot;theme_color_indexes&quot;:[5,6,5,6,5,6]}"/>
</p:tagLst>
</file>

<file path=ppt/tags/tag220.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n1-1"/>
  <p:tag name="KSO_WM_UNIT_ID" val="diagram20230961_4*n_h_h_x*1_2_3_1"/>
  <p:tag name="KSO_WM_TEMPLATE_CATEGORY" val="diagram"/>
  <p:tag name="KSO_WM_TEMPLATE_INDEX" val="20230961"/>
  <p:tag name="KSO_WM_UNIT_LAYERLEVEL" val="1_1_1_1"/>
  <p:tag name="KSO_WM_TAG_VERSION" val="3.0"/>
  <p:tag name="KSO_WM_BEAUTIFY_FLAG" val="#wm#"/>
  <p:tag name="KSO_WM_DIAGRAM_VERSION" val="3"/>
  <p:tag name="KSO_WM_DIAGRAM_COLOR_TRICK" val="1"/>
  <p:tag name="KSO_WM_DIAGRAM_COLOR_TEXT_CAN_REMOVE" val="n"/>
  <p:tag name="KSO_WM_UNIT_VALUE" val="85*72"/>
  <p:tag name="KSO_WM_UNIT_TYPE" val="n_h_h_x"/>
  <p:tag name="KSO_WM_UNIT_INDEX" val="1_2_3_1"/>
  <p:tag name="KSO_WM_DIAGRAM_MAX_ITEMCNT" val="6"/>
  <p:tag name="KSO_WM_DIAGRAM_MIN_ITEMCNT" val="2"/>
  <p:tag name="KSO_WM_DIAGRAM_VIRTUALLY_FRAME" val="{&quot;height&quot;:296.1,&quot;left&quot;:10.33796274230499,&quot;top&quot;:191.4,&quot;width&quot;:511.3240745153904}"/>
  <p:tag name="KSO_WM_DIAGRAM_COLOR_MATCH_VALUE" val="{&quot;shape&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quot;text&quot;:{&quot;fill&quot;:{},&quot;glow&quot;:{},&quot;line&quot;:{},&quot;shadow&quot;:{},&quot;threeD&quot;:{}}}"/>
  <p:tag name="KSO_WM_UNIT_FILL_TYPE" val="1"/>
  <p:tag name="KSO_WM_UNIT_FILL_FORE_SCHEMECOLOR_INDEX" val="14"/>
  <p:tag name="KSO_WM_UNIT_FILL_FORE_SCHEMECOLOR_INDEX_BRIGHTNESS" val="0"/>
  <p:tag name="KSO_WM_DIAGRAM_USE_COLOR_VALUE" val="{&quot;color_scheme&quot;:1,&quot;color_type&quot;:1,&quot;theme_color_indexes&quot;:[5,6,5,6,5,6]}"/>
</p:tagLst>
</file>

<file path=ppt/tags/tag221.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n1-1"/>
  <p:tag name="KSO_WM_UNIT_ID" val="diagram20230961_4*n_h_h_x*1_2_2_1"/>
  <p:tag name="KSO_WM_TEMPLATE_CATEGORY" val="diagram"/>
  <p:tag name="KSO_WM_TEMPLATE_INDEX" val="20230961"/>
  <p:tag name="KSO_WM_UNIT_LAYERLEVEL" val="1_1_1_1"/>
  <p:tag name="KSO_WM_TAG_VERSION" val="3.0"/>
  <p:tag name="KSO_WM_BEAUTIFY_FLAG" val="#wm#"/>
  <p:tag name="KSO_WM_DIAGRAM_VERSION" val="3"/>
  <p:tag name="KSO_WM_DIAGRAM_COLOR_TRICK" val="1"/>
  <p:tag name="KSO_WM_DIAGRAM_COLOR_TEXT_CAN_REMOVE" val="n"/>
  <p:tag name="KSO_WM_UNIT_VALUE" val="85*72"/>
  <p:tag name="KSO_WM_UNIT_TYPE" val="n_h_h_x"/>
  <p:tag name="KSO_WM_UNIT_INDEX" val="1_2_2_1"/>
  <p:tag name="KSO_WM_DIAGRAM_MAX_ITEMCNT" val="6"/>
  <p:tag name="KSO_WM_DIAGRAM_MIN_ITEMCNT" val="2"/>
  <p:tag name="KSO_WM_DIAGRAM_VIRTUALLY_FRAME" val="{&quot;height&quot;:296.1,&quot;left&quot;:10.33796274230499,&quot;top&quot;:191.4,&quot;width&quot;:511.3240745153904}"/>
  <p:tag name="KSO_WM_DIAGRAM_COLOR_MATCH_VALUE" val="{&quot;shape&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quot;text&quot;:{&quot;fill&quot;:{},&quot;glow&quot;:{},&quot;line&quot;:{},&quot;shadow&quot;:{},&quot;threeD&quot;:{}}}"/>
  <p:tag name="KSO_WM_UNIT_FILL_TYPE" val="1"/>
  <p:tag name="KSO_WM_UNIT_FILL_FORE_SCHEMECOLOR_INDEX" val="14"/>
  <p:tag name="KSO_WM_UNIT_FILL_FORE_SCHEMECOLOR_INDEX_BRIGHTNESS" val="0"/>
  <p:tag name="KSO_WM_DIAGRAM_USE_COLOR_VALUE" val="{&quot;color_scheme&quot;:1,&quot;color_type&quot;:1,&quot;theme_color_indexes&quot;:[5,6,5,6,5,6]}"/>
</p:tagLst>
</file>

<file path=ppt/tags/tag222.xml><?xml version="1.0" encoding="utf-8"?>
<p:tagLst xmlns:p="http://schemas.openxmlformats.org/presentationml/2006/main">
  <p:tag name="KSO_WM_UNIT_SUBTYPE" val="a"/>
  <p:tag name="KSO_WM_UNIT_NOCLEAR" val="0"/>
  <p:tag name="KSO_WM_UNIT_HIGHLIGHT" val="0"/>
  <p:tag name="KSO_WM_UNIT_COMPATIBLE" val="0"/>
  <p:tag name="KSO_WM_UNIT_DIAGRAM_ISNUMVISUAL" val="0"/>
  <p:tag name="KSO_WM_UNIT_DIAGRAM_ISREFERUNIT" val="0"/>
  <p:tag name="KSO_WM_DIAGRAM_GROUP_CODE" val="n1-1"/>
  <p:tag name="KSO_WM_UNIT_TYPE" val="n_h_h_f"/>
  <p:tag name="KSO_WM_UNIT_INDEX" val="1_2_1_1"/>
  <p:tag name="KSO_WM_UNIT_ID" val="diagram20230961_4*n_h_h_f*1_2_1_1"/>
  <p:tag name="KSO_WM_TEMPLATE_CATEGORY" val="diagram"/>
  <p:tag name="KSO_WM_TEMPLATE_INDEX" val="20230961"/>
  <p:tag name="KSO_WM_UNIT_LAYERLEVEL" val="1_1_1_1"/>
  <p:tag name="KSO_WM_TAG_VERSION" val="3.0"/>
  <p:tag name="KSO_WM_BEAUTIFY_FLAG" val="#wm#"/>
  <p:tag name="KSO_WM_UNIT_PLACING_PICTURE_USER_VIEWPORT" val="{&quot;height&quot;:1417,&quot;width&quot;:4423}"/>
  <p:tag name="KSO_WM_DIAGRAM_VERSION" val="3"/>
  <p:tag name="KSO_WM_DIAGRAM_COLOR_TRICK" val="1"/>
  <p:tag name="KSO_WM_DIAGRAM_COLOR_TEXT_CAN_REMOVE" val="n"/>
  <p:tag name="KSO_WM_UNIT_VALUE" val="54"/>
  <p:tag name="KSO_WM_DIAGRAM_MAX_ITEMCNT" val="6"/>
  <p:tag name="KSO_WM_DIAGRAM_MIN_ITEMCNT" val="2"/>
  <p:tag name="KSO_WM_DIAGRAM_VIRTUALLY_FRAME" val="{&quot;height&quot;:296.1,&quot;left&quot;:10.33796274230499,&quot;top&quot;:191.4,&quot;width&quot;:511.3240745153904}"/>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3499999940395355,&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PRESET_TEXT" val="单击此处输入你的智能图形项正文 文字是您思想的提炼"/>
  <p:tag name="KSO_WM_UNIT_TEXT_FILL_FORE_SCHEMECOLOR_INDEX" val="1"/>
  <p:tag name="KSO_WM_UNIT_TEXT_FILL_TYPE" val="1"/>
  <p:tag name="KSO_WM_UNIT_TEXT_TYPE" val="1"/>
  <p:tag name="KSO_WM_DIAGRAM_USE_COLOR_VALUE" val="{&quot;color_scheme&quot;:1,&quot;color_type&quot;:1,&quot;theme_color_indexes&quot;:[5,6,5,6,5,6]}"/>
</p:tagLst>
</file>

<file path=ppt/tags/tag223.xml><?xml version="1.0" encoding="utf-8"?>
<p:tagLst xmlns:p="http://schemas.openxmlformats.org/presentationml/2006/main">
  <p:tag name="KSO_WM_BEAUTIFY_FLAG" val="#wm#"/>
  <p:tag name="KSO_WM_UNIT_HIGHLIGHT" val="0"/>
  <p:tag name="KSO_WM_UNIT_COMPATIBLE" val="0"/>
  <p:tag name="KSO_WM_UNIT_DIAGRAM_ISNUMVISUAL" val="0"/>
  <p:tag name="KSO_WM_UNIT_DIAGRAM_ISREFERUNIT" val="0"/>
  <p:tag name="KSO_WM_DIAGRAM_GROUP_CODE" val="n1-1"/>
  <p:tag name="KSO_WM_UNIT_ID" val="diagram20230961_4*n_h_i*2_1_3"/>
  <p:tag name="KSO_WM_TEMPLATE_CATEGORY" val="diagram"/>
  <p:tag name="KSO_WM_TEMPLATE_INDEX" val="20230961"/>
  <p:tag name="KSO_WM_UNIT_LAYERLEVEL" val="1_1_1"/>
  <p:tag name="KSO_WM_TAG_VERSION" val="3.0"/>
  <p:tag name="KSO_WM_DIAGRAM_VERSION" val="3"/>
  <p:tag name="KSO_WM_DIAGRAM_COLOR_TRICK" val="1"/>
  <p:tag name="KSO_WM_DIAGRAM_COLOR_TEXT_CAN_REMOVE" val="n"/>
  <p:tag name="KSO_WM_UNIT_TYPE" val="n_h_i"/>
  <p:tag name="KSO_WM_UNIT_INDEX" val="2_1_3"/>
  <p:tag name="KSO_WM_UNIT_FILL_TYPE" val="1"/>
  <p:tag name="KSO_WM_UNIT_FILL_FORE_SCHEMECOLOR_INDEX" val="14"/>
  <p:tag name="KSO_WM_UNIT_FILL_FORE_SCHEMECOLOR_INDEX_BRIGHTNESS" val="0"/>
  <p:tag name="KSO_WM_DIAGRAM_MAX_ITEMCNT" val="6"/>
  <p:tag name="KSO_WM_DIAGRAM_MIN_ITEMCNT" val="2"/>
  <p:tag name="KSO_WM_DIAGRAM_VIRTUALLY_FRAME" val="{&quot;height&quot;:295.75,&quot;left&quot;:431.987962742305,&quot;top&quot;:189.9,&quot;width&quot;:511.3240745153904}"/>
  <p:tag name="KSO_WM_DIAGRAM_COLOR_MATCH_VALUE" val="{&quot;shape&quot;:{&quot;fill&quot;:{&quot;type&quot;:0},&quot;glow&quot;:{&quot;colorType&quot;:0},&quot;line&quot;:{&quot;solidLine&quot;:{&quot;brightness&quot;:0.3499999940395355,&quot;colorType&quot;:1,&quot;foreColorIndex&quot;:13,&quot;transparency&quot;:0.75},&quot;type&quot;:1},&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LINE_FORE_SCHEMECOLOR_INDEX" val="13"/>
  <p:tag name="KSO_WM_DIAGRAM_USE_COLOR_VALUE" val="{&quot;color_scheme&quot;:1,&quot;color_type&quot;:1,&quot;theme_color_indexes&quot;:[5,6,5,6,5,6]}"/>
</p:tagLst>
</file>

<file path=ppt/tags/tag224.xml><?xml version="1.0" encoding="utf-8"?>
<p:tagLst xmlns:p="http://schemas.openxmlformats.org/presentationml/2006/main">
  <p:tag name="KSO_WM_BEAUTIFY_FLAG" val="#wm#"/>
  <p:tag name="KSO_WM_UNIT_HIGHLIGHT" val="0"/>
  <p:tag name="KSO_WM_UNIT_COMPATIBLE" val="0"/>
  <p:tag name="KSO_WM_UNIT_DIAGRAM_ISNUMVISUAL" val="0"/>
  <p:tag name="KSO_WM_UNIT_DIAGRAM_ISREFERUNIT" val="0"/>
  <p:tag name="KSO_WM_DIAGRAM_GROUP_CODE" val="n1-1"/>
  <p:tag name="KSO_WM_UNIT_ID" val="diagram20230961_4*n_h_h_i*2_2_1_3"/>
  <p:tag name="KSO_WM_TEMPLATE_CATEGORY" val="diagram"/>
  <p:tag name="KSO_WM_TEMPLATE_INDEX" val="20230961"/>
  <p:tag name="KSO_WM_UNIT_LAYERLEVEL" val="1_1_1_1"/>
  <p:tag name="KSO_WM_TAG_VERSION" val="3.0"/>
  <p:tag name="KSO_WM_DIAGRAM_VERSION" val="3"/>
  <p:tag name="KSO_WM_DIAGRAM_COLOR_TRICK" val="1"/>
  <p:tag name="KSO_WM_DIAGRAM_COLOR_TEXT_CAN_REMOVE" val="n"/>
  <p:tag name="KSO_WM_UNIT_TYPE" val="n_h_h_i"/>
  <p:tag name="KSO_WM_UNIT_INDEX" val="2_2_1_3"/>
  <p:tag name="KSO_WM_DIAGRAM_MAX_ITEMCNT" val="6"/>
  <p:tag name="KSO_WM_DIAGRAM_MIN_ITEMCNT" val="2"/>
  <p:tag name="KSO_WM_DIAGRAM_VIRTUALLY_FRAME" val="{&quot;height&quot;:295.75,&quot;left&quot;:431.987962742305,&quot;top&quot;:189.9,&quot;width&quot;:511.3240745153904}"/>
  <p:tag name="KSO_WM_DIAGRAM_COLOR_MATCH_VALUE" val="{&quot;shape&quot;:{&quot;fill&quot;:{&quot;type&quot;:0},&quot;glow&quot;:{&quot;colorType&quot;:0},&quot;line&quot;:{&quot;solidLine&quot;:{&quot;brightness&quot;:0.3499999940395355,&quot;colorType&quot;:1,&quot;foreColorIndex&quot;:13,&quot;transparency&quot;:0.75},&quot;type&quot;:1},&quot;shadow&quot;:{&quot;colorType&quot;:0},&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LINE_FORE_SCHEMECOLOR_INDEX" val="13"/>
  <p:tag name="KSO_WM_DIAGRAM_USE_COLOR_VALUE" val="{&quot;color_scheme&quot;:1,&quot;color_type&quot;:1,&quot;theme_color_indexes&quot;:[5,6,5,6,5,6]}"/>
</p:tagLst>
</file>

<file path=ppt/tags/tag225.xml><?xml version="1.0" encoding="utf-8"?>
<p:tagLst xmlns:p="http://schemas.openxmlformats.org/presentationml/2006/main">
  <p:tag name="KSO_WM_BEAUTIFY_FLAG" val="#wm#"/>
  <p:tag name="KSO_WM_UNIT_HIGHLIGHT" val="0"/>
  <p:tag name="KSO_WM_UNIT_COMPATIBLE" val="0"/>
  <p:tag name="KSO_WM_UNIT_DIAGRAM_ISNUMVISUAL" val="0"/>
  <p:tag name="KSO_WM_UNIT_DIAGRAM_ISREFERUNIT" val="0"/>
  <p:tag name="KSO_WM_DIAGRAM_GROUP_CODE" val="n1-1"/>
  <p:tag name="KSO_WM_UNIT_ID" val="diagram20230961_4*n_h_h_i*2_2_2_3"/>
  <p:tag name="KSO_WM_TEMPLATE_CATEGORY" val="diagram"/>
  <p:tag name="KSO_WM_TEMPLATE_INDEX" val="20230961"/>
  <p:tag name="KSO_WM_UNIT_LAYERLEVEL" val="1_1_1_1"/>
  <p:tag name="KSO_WM_TAG_VERSION" val="3.0"/>
  <p:tag name="KSO_WM_DIAGRAM_VERSION" val="3"/>
  <p:tag name="KSO_WM_DIAGRAM_COLOR_TRICK" val="1"/>
  <p:tag name="KSO_WM_DIAGRAM_COLOR_TEXT_CAN_REMOVE" val="n"/>
  <p:tag name="KSO_WM_UNIT_TYPE" val="n_h_h_i"/>
  <p:tag name="KSO_WM_UNIT_INDEX" val="2_2_2_3"/>
  <p:tag name="KSO_WM_DIAGRAM_MAX_ITEMCNT" val="6"/>
  <p:tag name="KSO_WM_DIAGRAM_MIN_ITEMCNT" val="2"/>
  <p:tag name="KSO_WM_DIAGRAM_VIRTUALLY_FRAME" val="{&quot;height&quot;:295.75,&quot;left&quot;:431.987962742305,&quot;top&quot;:189.9,&quot;width&quot;:511.3240745153904}"/>
  <p:tag name="KSO_WM_DIAGRAM_COLOR_MATCH_VALUE" val="{&quot;shape&quot;:{&quot;fill&quot;:{&quot;type&quot;:0},&quot;glow&quot;:{&quot;colorType&quot;:0},&quot;line&quot;:{&quot;solidLine&quot;:{&quot;brightness&quot;:0.3499999940395355,&quot;colorType&quot;:1,&quot;foreColorIndex&quot;:13,&quot;transparency&quot;:0.75},&quot;type&quot;:1},&quot;shadow&quot;:{&quot;colorType&quot;:0},&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LINE_FORE_SCHEMECOLOR_INDEX" val="13"/>
  <p:tag name="KSO_WM_DIAGRAM_USE_COLOR_VALUE" val="{&quot;color_scheme&quot;:1,&quot;color_type&quot;:1,&quot;theme_color_indexes&quot;:[5,6,5,6,5,6]}"/>
</p:tagLst>
</file>

<file path=ppt/tags/tag226.xml><?xml version="1.0" encoding="utf-8"?>
<p:tagLst xmlns:p="http://schemas.openxmlformats.org/presentationml/2006/main">
  <p:tag name="KSO_WM_BEAUTIFY_FLAG" val="#wm#"/>
  <p:tag name="KSO_WM_UNIT_HIGHLIGHT" val="0"/>
  <p:tag name="KSO_WM_UNIT_COMPATIBLE" val="0"/>
  <p:tag name="KSO_WM_UNIT_DIAGRAM_ISNUMVISUAL" val="0"/>
  <p:tag name="KSO_WM_UNIT_DIAGRAM_ISREFERUNIT" val="0"/>
  <p:tag name="KSO_WM_DIAGRAM_GROUP_CODE" val="n1-1"/>
  <p:tag name="KSO_WM_UNIT_ID" val="diagram20230961_4*n_h_h_i*2_2_3_3"/>
  <p:tag name="KSO_WM_TEMPLATE_CATEGORY" val="diagram"/>
  <p:tag name="KSO_WM_TEMPLATE_INDEX" val="20230961"/>
  <p:tag name="KSO_WM_UNIT_LAYERLEVEL" val="1_1_1_1"/>
  <p:tag name="KSO_WM_TAG_VERSION" val="3.0"/>
  <p:tag name="KSO_WM_DIAGRAM_VERSION" val="3"/>
  <p:tag name="KSO_WM_DIAGRAM_COLOR_TRICK" val="1"/>
  <p:tag name="KSO_WM_DIAGRAM_COLOR_TEXT_CAN_REMOVE" val="n"/>
  <p:tag name="KSO_WM_UNIT_TYPE" val="n_h_h_i"/>
  <p:tag name="KSO_WM_UNIT_INDEX" val="2_2_3_3"/>
  <p:tag name="KSO_WM_DIAGRAM_MAX_ITEMCNT" val="6"/>
  <p:tag name="KSO_WM_DIAGRAM_MIN_ITEMCNT" val="2"/>
  <p:tag name="KSO_WM_DIAGRAM_VIRTUALLY_FRAME" val="{&quot;height&quot;:295.75,&quot;left&quot;:431.987962742305,&quot;top&quot;:189.9,&quot;width&quot;:511.3240745153904}"/>
  <p:tag name="KSO_WM_DIAGRAM_COLOR_MATCH_VALUE" val="{&quot;shape&quot;:{&quot;fill&quot;:{&quot;type&quot;:0},&quot;glow&quot;:{&quot;colorType&quot;:0},&quot;line&quot;:{&quot;solidLine&quot;:{&quot;brightness&quot;:0.3499999940395355,&quot;colorType&quot;:1,&quot;foreColorIndex&quot;:13,&quot;transparency&quot;:0.75},&quot;type&quot;:1},&quot;shadow&quot;:{&quot;colorType&quot;:0},&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LINE_FORE_SCHEMECOLOR_INDEX" val="13"/>
  <p:tag name="KSO_WM_DIAGRAM_USE_COLOR_VALUE" val="{&quot;color_scheme&quot;:1,&quot;color_type&quot;:1,&quot;theme_color_indexes&quot;:[5,6,5,6,5,6]}"/>
</p:tagLst>
</file>

<file path=ppt/tags/tag227.xml><?xml version="1.0" encoding="utf-8"?>
<p:tagLst xmlns:p="http://schemas.openxmlformats.org/presentationml/2006/main">
  <p:tag name="KSO_WM_BEAUTIFY_FLAG" val="#wm#"/>
  <p:tag name="KSO_WM_UNIT_HIGHLIGHT" val="0"/>
  <p:tag name="KSO_WM_UNIT_COMPATIBLE" val="0"/>
  <p:tag name="KSO_WM_UNIT_DIAGRAM_ISNUMVISUAL" val="0"/>
  <p:tag name="KSO_WM_UNIT_DIAGRAM_ISREFERUNIT" val="0"/>
  <p:tag name="KSO_WM_DIAGRAM_GROUP_CODE" val="n1-1"/>
  <p:tag name="KSO_WM_UNIT_ID" val="diagram20230961_4*n_h_h_i*2_2_4_3"/>
  <p:tag name="KSO_WM_TEMPLATE_CATEGORY" val="diagram"/>
  <p:tag name="KSO_WM_TEMPLATE_INDEX" val="20230961"/>
  <p:tag name="KSO_WM_UNIT_LAYERLEVEL" val="1_1_1_1"/>
  <p:tag name="KSO_WM_TAG_VERSION" val="3.0"/>
  <p:tag name="KSO_WM_DIAGRAM_VERSION" val="3"/>
  <p:tag name="KSO_WM_DIAGRAM_COLOR_TRICK" val="1"/>
  <p:tag name="KSO_WM_DIAGRAM_COLOR_TEXT_CAN_REMOVE" val="n"/>
  <p:tag name="KSO_WM_UNIT_TYPE" val="n_h_h_i"/>
  <p:tag name="KSO_WM_UNIT_INDEX" val="2_2_4_3"/>
  <p:tag name="KSO_WM_DIAGRAM_MAX_ITEMCNT" val="6"/>
  <p:tag name="KSO_WM_DIAGRAM_MIN_ITEMCNT" val="2"/>
  <p:tag name="KSO_WM_DIAGRAM_VIRTUALLY_FRAME" val="{&quot;height&quot;:295.75,&quot;left&quot;:431.987962742305,&quot;top&quot;:189.9,&quot;width&quot;:511.3240745153904}"/>
  <p:tag name="KSO_WM_DIAGRAM_COLOR_MATCH_VALUE" val="{&quot;shape&quot;:{&quot;fill&quot;:{&quot;type&quot;:0},&quot;glow&quot;:{&quot;colorType&quot;:0},&quot;line&quot;:{&quot;solidLine&quot;:{&quot;brightness&quot;:0.3499999940395355,&quot;colorType&quot;:1,&quot;foreColorIndex&quot;:13,&quot;transparency&quot;:0.75},&quot;type&quot;:1},&quot;shadow&quot;:{&quot;colorType&quot;:0},&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LINE_FORE_SCHEMECOLOR_INDEX" val="13"/>
  <p:tag name="KSO_WM_DIAGRAM_USE_COLOR_VALUE" val="{&quot;color_scheme&quot;:1,&quot;color_type&quot;:1,&quot;theme_color_indexes&quot;:[5,6,5,6,5,6]}"/>
</p:tagLst>
</file>

<file path=ppt/tags/tag228.xml><?xml version="1.0" encoding="utf-8"?>
<p:tagLst xmlns:p="http://schemas.openxmlformats.org/presentationml/2006/main">
  <p:tag name="KSO_WM_BEAUTIFY_FLAG" val="#wm#"/>
  <p:tag name="KSO_WM_UNIT_HIGHLIGHT" val="0"/>
  <p:tag name="KSO_WM_UNIT_COMPATIBLE" val="0"/>
  <p:tag name="KSO_WM_UNIT_DIAGRAM_ISNUMVISUAL" val="0"/>
  <p:tag name="KSO_WM_UNIT_DIAGRAM_ISREFERUNIT" val="0"/>
  <p:tag name="KSO_WM_DIAGRAM_GROUP_CODE" val="n1-1"/>
  <p:tag name="KSO_WM_UNIT_ID" val="diagram20230961_4*n_h_h_i*2_2_2_2"/>
  <p:tag name="KSO_WM_TEMPLATE_CATEGORY" val="diagram"/>
  <p:tag name="KSO_WM_TEMPLATE_INDEX" val="20230961"/>
  <p:tag name="KSO_WM_UNIT_LAYERLEVEL" val="1_1_1_1"/>
  <p:tag name="KSO_WM_TAG_VERSION" val="3.0"/>
  <p:tag name="KSO_WM_DIAGRAM_VERSION" val="3"/>
  <p:tag name="KSO_WM_DIAGRAM_COLOR_TRICK" val="1"/>
  <p:tag name="KSO_WM_DIAGRAM_COLOR_TEXT_CAN_REMOVE" val="n"/>
  <p:tag name="KSO_WM_UNIT_TYPE" val="n_h_h_i"/>
  <p:tag name="KSO_WM_UNIT_INDEX" val="2_2_2_2"/>
  <p:tag name="KSO_WM_UNIT_FILL_TYPE" val="1"/>
  <p:tag name="KSO_WM_UNIT_FILL_FORE_SCHEMECOLOR_INDEX" val="14"/>
  <p:tag name="KSO_WM_UNIT_FILL_FORE_SCHEMECOLOR_INDEX_BRIGHTNESS" val="0"/>
  <p:tag name="KSO_WM_DIAGRAM_MAX_ITEMCNT" val="6"/>
  <p:tag name="KSO_WM_DIAGRAM_MIN_ITEMCNT" val="2"/>
  <p:tag name="KSO_WM_DIAGRAM_VIRTUALLY_FRAME" val="{&quot;height&quot;:295.75,&quot;left&quot;:431.987962742305,&quot;top&quot;:189.9,&quot;width&quot;:511.3240745153904}"/>
  <p:tag name="KSO_WM_DIAGRAM_COLOR_MATCH_VALUE" val="{&quot;shape&quot;:{&quot;fill&quot;:{&quot;type&quot;:0},&quot;glow&quot;:{&quot;colorType&quot;:0},&quot;line&quot;:{&quot;solidLine&quot;:{&quot;brightness&quot;:0.3499999940395355,&quot;colorType&quot;:1,&quot;foreColorIndex&quot;:13,&quot;transparency&quot;:0.75},&quot;type&quot;:1},&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LINE_FORE_SCHEMECOLOR_INDEX" val="13"/>
  <p:tag name="KSO_WM_DIAGRAM_USE_COLOR_VALUE" val="{&quot;color_scheme&quot;:1,&quot;color_type&quot;:1,&quot;theme_color_indexes&quot;:[5,6,5,6,5,6]}"/>
</p:tagLst>
</file>

<file path=ppt/tags/tag229.xml><?xml version="1.0" encoding="utf-8"?>
<p:tagLst xmlns:p="http://schemas.openxmlformats.org/presentationml/2006/main">
  <p:tag name="KSO_WM_BEAUTIFY_FLAG" val="#wm#"/>
  <p:tag name="KSO_WM_UNIT_HIGHLIGHT" val="0"/>
  <p:tag name="KSO_WM_UNIT_COMPATIBLE" val="0"/>
  <p:tag name="KSO_WM_UNIT_DIAGRAM_ISNUMVISUAL" val="0"/>
  <p:tag name="KSO_WM_UNIT_DIAGRAM_ISREFERUNIT" val="0"/>
  <p:tag name="KSO_WM_DIAGRAM_GROUP_CODE" val="n1-1"/>
  <p:tag name="KSO_WM_UNIT_ID" val="diagram20230961_4*n_h_h_i*2_2_2_1"/>
  <p:tag name="KSO_WM_TEMPLATE_CATEGORY" val="diagram"/>
  <p:tag name="KSO_WM_TEMPLATE_INDEX" val="20230961"/>
  <p:tag name="KSO_WM_UNIT_LAYERLEVEL" val="1_1_1_1"/>
  <p:tag name="KSO_WM_TAG_VERSION" val="3.0"/>
  <p:tag name="KSO_WM_DIAGRAM_VERSION" val="3"/>
  <p:tag name="KSO_WM_DIAGRAM_COLOR_TRICK" val="1"/>
  <p:tag name="KSO_WM_DIAGRAM_COLOR_TEXT_CAN_REMOVE" val="n"/>
  <p:tag name="KSO_WM_UNIT_TYPE" val="n_h_h_i"/>
  <p:tag name="KSO_WM_UNIT_INDEX" val="2_2_2_1"/>
  <p:tag name="KSO_WM_DIAGRAM_MAX_ITEMCNT" val="6"/>
  <p:tag name="KSO_WM_DIAGRAM_MIN_ITEMCNT" val="2"/>
  <p:tag name="KSO_WM_DIAGRAM_VIRTUALLY_FRAME" val="{&quot;height&quot;:295.75,&quot;left&quot;:431.987962742305,&quot;top&quot;:189.9,&quot;width&quot;:511.3240745153904}"/>
  <p:tag name="KSO_WM_DIAGRAM_COLOR_MATCH_VALUE" val="{&quot;shape&quot;:{&quot;fill&quot;:{&quot;gradient&quot;:[{&quot;brightness&quot;:0.4000000059604645,&quot;colorType&quot;:1,&quot;foreColorIndex&quot;:5,&quot;pos&quot;:0,&quot;transparency&quot;:0},{&quot;brightness&quot;:0,&quot;colorType&quot;:1,&quot;foreColorIndex&quot;:5,&quot;pos&quot;:0.7099999785423279,&quot;transparency&quot;:0}],&quot;type&quot;:3},&quot;glow&quot;:{&quot;colorType&quot;:0},&quot;line&quot;:{&quot;type&quot;:0},&quot;shadow&quot;:{&quot;brightness&quot;:0,&quot;colorType&quot;:1,&quot;foreColorIndex&quot;:5,&quot;transparency&quot;:0.800000011920929},&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3"/>
  <p:tag name="KSO_WM_DIAGRAM_USE_COLOR_VALUE" val="{&quot;color_scheme&quot;:1,&quot;color_type&quot;:1,&quot;theme_color_indexes&quot;:[5,6,5,6,5,6]}"/>
</p:tagLst>
</file>

<file path=ppt/tags/tag230.xml><?xml version="1.0" encoding="utf-8"?>
<p:tagLst xmlns:p="http://schemas.openxmlformats.org/presentationml/2006/main">
  <p:tag name="KSO_WM_BEAUTIFY_FLAG" val="#wm#"/>
  <p:tag name="KSO_WM_UNIT_HIGHLIGHT" val="0"/>
  <p:tag name="KSO_WM_UNIT_COMPATIBLE" val="0"/>
  <p:tag name="KSO_WM_UNIT_DIAGRAM_ISNUMVISUAL" val="0"/>
  <p:tag name="KSO_WM_UNIT_DIAGRAM_ISREFERUNIT" val="0"/>
  <p:tag name="KSO_WM_DIAGRAM_GROUP_CODE" val="n1-1"/>
  <p:tag name="KSO_WM_UNIT_ID" val="diagram20230961_4*n_h_h_i*2_2_3_2"/>
  <p:tag name="KSO_WM_TEMPLATE_CATEGORY" val="diagram"/>
  <p:tag name="KSO_WM_TEMPLATE_INDEX" val="20230961"/>
  <p:tag name="KSO_WM_UNIT_LAYERLEVEL" val="1_1_1_1"/>
  <p:tag name="KSO_WM_TAG_VERSION" val="3.0"/>
  <p:tag name="KSO_WM_DIAGRAM_VERSION" val="3"/>
  <p:tag name="KSO_WM_DIAGRAM_COLOR_TRICK" val="1"/>
  <p:tag name="KSO_WM_DIAGRAM_COLOR_TEXT_CAN_REMOVE" val="n"/>
  <p:tag name="KSO_WM_UNIT_TYPE" val="n_h_h_i"/>
  <p:tag name="KSO_WM_UNIT_INDEX" val="2_2_3_2"/>
  <p:tag name="KSO_WM_UNIT_FILL_TYPE" val="1"/>
  <p:tag name="KSO_WM_UNIT_FILL_FORE_SCHEMECOLOR_INDEX" val="14"/>
  <p:tag name="KSO_WM_UNIT_FILL_FORE_SCHEMECOLOR_INDEX_BRIGHTNESS" val="0"/>
  <p:tag name="KSO_WM_DIAGRAM_MAX_ITEMCNT" val="6"/>
  <p:tag name="KSO_WM_DIAGRAM_MIN_ITEMCNT" val="2"/>
  <p:tag name="KSO_WM_DIAGRAM_VIRTUALLY_FRAME" val="{&quot;height&quot;:295.75,&quot;left&quot;:431.987962742305,&quot;top&quot;:189.9,&quot;width&quot;:511.3240745153904}"/>
  <p:tag name="KSO_WM_DIAGRAM_COLOR_MATCH_VALUE" val="{&quot;shape&quot;:{&quot;fill&quot;:{&quot;type&quot;:0},&quot;glow&quot;:{&quot;colorType&quot;:0},&quot;line&quot;:{&quot;solidLine&quot;:{&quot;brightness&quot;:0.3499999940395355,&quot;colorType&quot;:1,&quot;foreColorIndex&quot;:13,&quot;transparency&quot;:0.75},&quot;type&quot;:1},&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LINE_FORE_SCHEMECOLOR_INDEX" val="13"/>
  <p:tag name="KSO_WM_DIAGRAM_USE_COLOR_VALUE" val="{&quot;color_scheme&quot;:1,&quot;color_type&quot;:1,&quot;theme_color_indexes&quot;:[5,6,5,6,5,6]}"/>
</p:tagLst>
</file>

<file path=ppt/tags/tag231.xml><?xml version="1.0" encoding="utf-8"?>
<p:tagLst xmlns:p="http://schemas.openxmlformats.org/presentationml/2006/main">
  <p:tag name="KSO_WM_BEAUTIFY_FLAG" val="#wm#"/>
  <p:tag name="KSO_WM_UNIT_HIGHLIGHT" val="0"/>
  <p:tag name="KSO_WM_UNIT_COMPATIBLE" val="0"/>
  <p:tag name="KSO_WM_UNIT_DIAGRAM_ISNUMVISUAL" val="0"/>
  <p:tag name="KSO_WM_UNIT_DIAGRAM_ISREFERUNIT" val="0"/>
  <p:tag name="KSO_WM_DIAGRAM_GROUP_CODE" val="n1-1"/>
  <p:tag name="KSO_WM_UNIT_ID" val="diagram20230961_4*n_h_h_i*2_2_3_1"/>
  <p:tag name="KSO_WM_TEMPLATE_CATEGORY" val="diagram"/>
  <p:tag name="KSO_WM_TEMPLATE_INDEX" val="20230961"/>
  <p:tag name="KSO_WM_UNIT_LAYERLEVEL" val="1_1_1_1"/>
  <p:tag name="KSO_WM_TAG_VERSION" val="3.0"/>
  <p:tag name="KSO_WM_DIAGRAM_VERSION" val="3"/>
  <p:tag name="KSO_WM_DIAGRAM_COLOR_TRICK" val="1"/>
  <p:tag name="KSO_WM_DIAGRAM_COLOR_TEXT_CAN_REMOVE" val="n"/>
  <p:tag name="KSO_WM_UNIT_TYPE" val="n_h_h_i"/>
  <p:tag name="KSO_WM_UNIT_INDEX" val="2_2_3_1"/>
  <p:tag name="KSO_WM_DIAGRAM_MAX_ITEMCNT" val="6"/>
  <p:tag name="KSO_WM_DIAGRAM_MIN_ITEMCNT" val="2"/>
  <p:tag name="KSO_WM_DIAGRAM_VIRTUALLY_FRAME" val="{&quot;height&quot;:295.75,&quot;left&quot;:431.987962742305,&quot;top&quot;:189.9,&quot;width&quot;:511.3240745153904}"/>
  <p:tag name="KSO_WM_DIAGRAM_COLOR_MATCH_VALUE" val="{&quot;shape&quot;:{&quot;fill&quot;:{&quot;gradient&quot;:[{&quot;brightness&quot;:0.4000000059604645,&quot;colorType&quot;:1,&quot;foreColorIndex&quot;:5,&quot;pos&quot;:0,&quot;transparency&quot;:0},{&quot;brightness&quot;:0,&quot;colorType&quot;:1,&quot;foreColorIndex&quot;:5,&quot;pos&quot;:0.7099999785423279,&quot;transparency&quot;:0}],&quot;type&quot;:3},&quot;glow&quot;:{&quot;colorType&quot;:0},&quot;line&quot;:{&quot;type&quot;:0},&quot;shadow&quot;:{&quot;brightness&quot;:0,&quot;colorType&quot;:1,&quot;foreColorIndex&quot;:5,&quot;transparency&quot;:0.800000011920929},&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3"/>
  <p:tag name="KSO_WM_DIAGRAM_USE_COLOR_VALUE" val="{&quot;color_scheme&quot;:1,&quot;color_type&quot;:1,&quot;theme_color_indexes&quot;:[5,6,5,6,5,6]}"/>
</p:tagLst>
</file>

<file path=ppt/tags/tag232.xml><?xml version="1.0" encoding="utf-8"?>
<p:tagLst xmlns:p="http://schemas.openxmlformats.org/presentationml/2006/main">
  <p:tag name="KSO_WM_BEAUTIFY_FLAG" val="#wm#"/>
  <p:tag name="KSO_WM_UNIT_HIGHLIGHT" val="0"/>
  <p:tag name="KSO_WM_UNIT_COMPATIBLE" val="0"/>
  <p:tag name="KSO_WM_UNIT_DIAGRAM_ISNUMVISUAL" val="0"/>
  <p:tag name="KSO_WM_UNIT_DIAGRAM_ISREFERUNIT" val="0"/>
  <p:tag name="KSO_WM_DIAGRAM_GROUP_CODE" val="n1-1"/>
  <p:tag name="KSO_WM_UNIT_ID" val="diagram20230961_4*n_h_a*2_1_1"/>
  <p:tag name="KSO_WM_TEMPLATE_CATEGORY" val="diagram"/>
  <p:tag name="KSO_WM_TEMPLATE_INDEX" val="20230961"/>
  <p:tag name="KSO_WM_UNIT_LAYERLEVEL" val="1_1_1"/>
  <p:tag name="KSO_WM_TAG_VERSION" val="3.0"/>
  <p:tag name="KSO_WM_DIAGRAM_VERSION" val="3"/>
  <p:tag name="KSO_WM_DIAGRAM_COLOR_TRICK" val="1"/>
  <p:tag name="KSO_WM_DIAGRAM_COLOR_TEXT_CAN_REMOVE" val="n"/>
  <p:tag name="KSO_WM_UNIT_ISCONTENTSTITLE" val="0"/>
  <p:tag name="KSO_WM_UNIT_ISNUMDGMTITLE" val="0"/>
  <p:tag name="KSO_WM_UNIT_NOCLEAR" val="0"/>
  <p:tag name="KSO_WM_UNIT_VALUE" val="20"/>
  <p:tag name="KSO_WM_UNIT_TYPE" val="n_h_a"/>
  <p:tag name="KSO_WM_UNIT_INDEX" val="2_1_1"/>
  <p:tag name="KSO_WM_DIAGRAM_MAX_ITEMCNT" val="6"/>
  <p:tag name="KSO_WM_DIAGRAM_MIN_ITEMCNT" val="2"/>
  <p:tag name="KSO_WM_DIAGRAM_VIRTUALLY_FRAME" val="{&quot;height&quot;:295.75,&quot;left&quot;:431.987962742305,&quot;top&quot;:189.9,&quot;width&quot;:511.3240745153904}"/>
  <p:tag name="KSO_WM_DIAGRAM_COLOR_MATCH_VALUE" val="{&quot;shape&quot;:{&quot;fill&quot;:{&quot;gradient&quot;:[{&quot;brightness&quot;:0.4000000059604645,&quot;colorType&quot;:1,&quot;foreColorIndex&quot;:5,&quot;pos&quot;:0,&quot;transparency&quot;:0},{&quot;brightness&quot;:0,&quot;colorType&quot;:1,&quot;foreColorIndex&quot;:5,&quot;pos&quot;:0.7099999785423279,&quot;transparency&quot;:0}],&quot;type&quot;:3},&quot;glow&quot;:{&quot;colorType&quot;:0},&quot;line&quot;:{&quot;type&quot;:0},&quot;shadow&quot;:{&quot;brightness&quot;:0,&quot;colorType&quot;:1,&quot;foreColorIndex&quot;:5,&quot;transparency&quot;:0.800000011920929},&quot;threeD&quot;:{&quot;curvedSurface&quot;:{&quot;brightness&quot;:0,&quot;colorType&quot;:2,&quot;rgb&quot;:&quot;#000000&quot;},&quot;depth&quot;:{&quot;colorType&quot;:0}}},&quot;text&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
  <p:tag name="KSO_WM_UNIT_PRESET_TEXT" val="添加&#10;项标题"/>
  <p:tag name="KSO_WM_UNIT_FILL_TYPE" val="3"/>
  <p:tag name="KSO_WM_UNIT_TEXT_TYPE" val="1"/>
  <p:tag name="KSO_WM_DIAGRAM_USE_COLOR_VALUE" val="{&quot;color_scheme&quot;:1,&quot;color_type&quot;:1,&quot;theme_color_indexes&quot;:[5,6,5,6,5,6]}"/>
</p:tagLst>
</file>

<file path=ppt/tags/tag233.xml><?xml version="1.0" encoding="utf-8"?>
<p:tagLst xmlns:p="http://schemas.openxmlformats.org/presentationml/2006/main">
  <p:tag name="KSO_WM_UNIT_SUBTYPE" val="a"/>
  <p:tag name="KSO_WM_UNIT_NOCLEAR" val="0"/>
  <p:tag name="KSO_WM_UNIT_HIGHLIGHT" val="0"/>
  <p:tag name="KSO_WM_UNIT_COMPATIBLE" val="0"/>
  <p:tag name="KSO_WM_UNIT_DIAGRAM_ISNUMVISUAL" val="0"/>
  <p:tag name="KSO_WM_UNIT_DIAGRAM_ISREFERUNIT" val="0"/>
  <p:tag name="KSO_WM_DIAGRAM_GROUP_CODE" val="n1-1"/>
  <p:tag name="KSO_WM_UNIT_TYPE" val="n_h_h_f"/>
  <p:tag name="KSO_WM_UNIT_INDEX" val="2_2_2_1"/>
  <p:tag name="KSO_WM_UNIT_ID" val="diagram20230961_4*n_h_h_f*2_2_2_1"/>
  <p:tag name="KSO_WM_TEMPLATE_CATEGORY" val="diagram"/>
  <p:tag name="KSO_WM_TEMPLATE_INDEX" val="20230961"/>
  <p:tag name="KSO_WM_UNIT_LAYERLEVEL" val="1_1_1_1"/>
  <p:tag name="KSO_WM_TAG_VERSION" val="3.0"/>
  <p:tag name="KSO_WM_BEAUTIFY_FLAG" val="#wm#"/>
  <p:tag name="KSO_WM_UNIT_PLACING_PICTURE_USER_VIEWPORT" val="{&quot;height&quot;:1417,&quot;width&quot;:4423}"/>
  <p:tag name="KSO_WM_DIAGRAM_VERSION" val="3"/>
  <p:tag name="KSO_WM_DIAGRAM_COLOR_TRICK" val="1"/>
  <p:tag name="KSO_WM_DIAGRAM_COLOR_TEXT_CAN_REMOVE" val="n"/>
  <p:tag name="KSO_WM_UNIT_VALUE" val="54"/>
  <p:tag name="KSO_WM_DIAGRAM_MAX_ITEMCNT" val="6"/>
  <p:tag name="KSO_WM_DIAGRAM_MIN_ITEMCNT" val="2"/>
  <p:tag name="KSO_WM_DIAGRAM_VIRTUALLY_FRAME" val="{&quot;height&quot;:295.75,&quot;left&quot;:431.987962742305,&quot;top&quot;:189.9,&quot;width&quot;:511.3240745153904}"/>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3499999940395355,&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PRESET_TEXT" val="单击此处输入你的智能图形项正文 文字是您思想的提炼"/>
  <p:tag name="KSO_WM_UNIT_TEXT_FILL_FORE_SCHEMECOLOR_INDEX" val="1"/>
  <p:tag name="KSO_WM_UNIT_TEXT_FILL_TYPE" val="1"/>
  <p:tag name="KSO_WM_UNIT_TEXT_TYPE" val="1"/>
  <p:tag name="KSO_WM_DIAGRAM_USE_COLOR_VALUE" val="{&quot;color_scheme&quot;:1,&quot;color_type&quot;:1,&quot;theme_color_indexes&quot;:[5,6,5,6,5,6]}"/>
</p:tagLst>
</file>

<file path=ppt/tags/tag234.xml><?xml version="1.0" encoding="utf-8"?>
<p:tagLst xmlns:p="http://schemas.openxmlformats.org/presentationml/2006/main">
  <p:tag name="KSO_WM_UNIT_SUBTYPE" val="a"/>
  <p:tag name="KSO_WM_UNIT_NOCLEAR" val="0"/>
  <p:tag name="KSO_WM_UNIT_HIGHLIGHT" val="0"/>
  <p:tag name="KSO_WM_UNIT_COMPATIBLE" val="0"/>
  <p:tag name="KSO_WM_UNIT_DIAGRAM_ISNUMVISUAL" val="0"/>
  <p:tag name="KSO_WM_UNIT_DIAGRAM_ISREFERUNIT" val="0"/>
  <p:tag name="KSO_WM_DIAGRAM_GROUP_CODE" val="n1-1"/>
  <p:tag name="KSO_WM_UNIT_TYPE" val="n_h_h_f"/>
  <p:tag name="KSO_WM_UNIT_INDEX" val="2_2_3_1"/>
  <p:tag name="KSO_WM_UNIT_ID" val="diagram20230961_4*n_h_h_f*2_2_3_1"/>
  <p:tag name="KSO_WM_TEMPLATE_CATEGORY" val="diagram"/>
  <p:tag name="KSO_WM_TEMPLATE_INDEX" val="20230961"/>
  <p:tag name="KSO_WM_UNIT_LAYERLEVEL" val="1_1_1_1"/>
  <p:tag name="KSO_WM_TAG_VERSION" val="3.0"/>
  <p:tag name="KSO_WM_BEAUTIFY_FLAG" val="#wm#"/>
  <p:tag name="KSO_WM_UNIT_PLACING_PICTURE_USER_VIEWPORT" val="{&quot;height&quot;:1417,&quot;width&quot;:4423}"/>
  <p:tag name="KSO_WM_DIAGRAM_VERSION" val="3"/>
  <p:tag name="KSO_WM_DIAGRAM_COLOR_TRICK" val="1"/>
  <p:tag name="KSO_WM_DIAGRAM_COLOR_TEXT_CAN_REMOVE" val="n"/>
  <p:tag name="KSO_WM_UNIT_VALUE" val="54"/>
  <p:tag name="KSO_WM_DIAGRAM_MAX_ITEMCNT" val="6"/>
  <p:tag name="KSO_WM_DIAGRAM_MIN_ITEMCNT" val="2"/>
  <p:tag name="KSO_WM_DIAGRAM_VIRTUALLY_FRAME" val="{&quot;height&quot;:295.75,&quot;left&quot;:431.987962742305,&quot;top&quot;:189.9,&quot;width&quot;:511.3240745153904}"/>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3499999940395355,&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PRESET_TEXT" val="单击此处输入你的智能图形项正文 文字是您思想的提炼"/>
  <p:tag name="KSO_WM_UNIT_TEXT_FILL_FORE_SCHEMECOLOR_INDEX" val="1"/>
  <p:tag name="KSO_WM_UNIT_TEXT_FILL_TYPE" val="1"/>
  <p:tag name="KSO_WM_UNIT_TEXT_TYPE" val="1"/>
  <p:tag name="KSO_WM_DIAGRAM_USE_COLOR_VALUE" val="{&quot;color_scheme&quot;:1,&quot;color_type&quot;:1,&quot;theme_color_indexes&quot;:[5,6,5,6,5,6]}"/>
</p:tagLst>
</file>

<file path=ppt/tags/tag235.xml><?xml version="1.0" encoding="utf-8"?>
<p:tagLst xmlns:p="http://schemas.openxmlformats.org/presentationml/2006/main">
  <p:tag name="KSO_WM_UNIT_SUBTYPE" val="a"/>
  <p:tag name="KSO_WM_UNIT_NOCLEAR" val="0"/>
  <p:tag name="KSO_WM_UNIT_HIGHLIGHT" val="0"/>
  <p:tag name="KSO_WM_UNIT_COMPATIBLE" val="0"/>
  <p:tag name="KSO_WM_UNIT_DIAGRAM_ISNUMVISUAL" val="0"/>
  <p:tag name="KSO_WM_UNIT_DIAGRAM_ISREFERUNIT" val="0"/>
  <p:tag name="KSO_WM_DIAGRAM_GROUP_CODE" val="n1-1"/>
  <p:tag name="KSO_WM_UNIT_TYPE" val="n_h_h_f"/>
  <p:tag name="KSO_WM_UNIT_INDEX" val="2_2_5_1"/>
  <p:tag name="KSO_WM_UNIT_ID" val="diagram20230961_4*n_h_h_f*2_2_5_1"/>
  <p:tag name="KSO_WM_TEMPLATE_CATEGORY" val="diagram"/>
  <p:tag name="KSO_WM_TEMPLATE_INDEX" val="20230961"/>
  <p:tag name="KSO_WM_UNIT_LAYERLEVEL" val="1_1_1_1"/>
  <p:tag name="KSO_WM_TAG_VERSION" val="3.0"/>
  <p:tag name="KSO_WM_BEAUTIFY_FLAG" val="#wm#"/>
  <p:tag name="KSO_WM_UNIT_PLACING_PICTURE_USER_VIEWPORT" val="{&quot;height&quot;:1417,&quot;width&quot;:4423}"/>
  <p:tag name="KSO_WM_DIAGRAM_VERSION" val="3"/>
  <p:tag name="KSO_WM_DIAGRAM_COLOR_TRICK" val="1"/>
  <p:tag name="KSO_WM_DIAGRAM_COLOR_TEXT_CAN_REMOVE" val="n"/>
  <p:tag name="KSO_WM_UNIT_VALUE" val="54"/>
  <p:tag name="KSO_WM_DIAGRAM_MAX_ITEMCNT" val="6"/>
  <p:tag name="KSO_WM_DIAGRAM_MIN_ITEMCNT" val="2"/>
  <p:tag name="KSO_WM_DIAGRAM_VIRTUALLY_FRAME" val="{&quot;height&quot;:295.75,&quot;left&quot;:431.987962742305,&quot;top&quot;:189.9,&quot;width&quot;:511.3240745153904}"/>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3499999940395355,&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PRESET_TEXT" val="单击此处输入你的智能图形项正文 文字是您思想的提炼"/>
  <p:tag name="KSO_WM_UNIT_TEXT_FILL_FORE_SCHEMECOLOR_INDEX" val="1"/>
  <p:tag name="KSO_WM_UNIT_TEXT_FILL_TYPE" val="1"/>
  <p:tag name="KSO_WM_UNIT_TEXT_TYPE" val="1"/>
  <p:tag name="KSO_WM_DIAGRAM_USE_COLOR_VALUE" val="{&quot;color_scheme&quot;:1,&quot;color_type&quot;:1,&quot;theme_color_indexes&quot;:[5,6,5,6,5,6]}"/>
</p:tagLst>
</file>

<file path=ppt/tags/tag236.xml><?xml version="1.0" encoding="utf-8"?>
<p:tagLst xmlns:p="http://schemas.openxmlformats.org/presentationml/2006/main">
  <p:tag name="KSO_WM_UNIT_SUBTYPE" val="a"/>
  <p:tag name="KSO_WM_UNIT_NOCLEAR" val="0"/>
  <p:tag name="KSO_WM_UNIT_HIGHLIGHT" val="0"/>
  <p:tag name="KSO_WM_UNIT_COMPATIBLE" val="0"/>
  <p:tag name="KSO_WM_UNIT_DIAGRAM_ISNUMVISUAL" val="0"/>
  <p:tag name="KSO_WM_UNIT_DIAGRAM_ISREFERUNIT" val="0"/>
  <p:tag name="KSO_WM_DIAGRAM_GROUP_CODE" val="n1-1"/>
  <p:tag name="KSO_WM_UNIT_TYPE" val="n_h_h_f"/>
  <p:tag name="KSO_WM_UNIT_INDEX" val="2_2_4_1"/>
  <p:tag name="KSO_WM_UNIT_ID" val="diagram20230961_4*n_h_h_f*2_2_4_1"/>
  <p:tag name="KSO_WM_TEMPLATE_CATEGORY" val="diagram"/>
  <p:tag name="KSO_WM_TEMPLATE_INDEX" val="20230961"/>
  <p:tag name="KSO_WM_UNIT_LAYERLEVEL" val="1_1_1_1"/>
  <p:tag name="KSO_WM_TAG_VERSION" val="3.0"/>
  <p:tag name="KSO_WM_BEAUTIFY_FLAG" val="#wm#"/>
  <p:tag name="KSO_WM_UNIT_PLACING_PICTURE_USER_VIEWPORT" val="{&quot;height&quot;:1417,&quot;width&quot;:4423}"/>
  <p:tag name="KSO_WM_DIAGRAM_VERSION" val="3"/>
  <p:tag name="KSO_WM_DIAGRAM_COLOR_TRICK" val="1"/>
  <p:tag name="KSO_WM_DIAGRAM_COLOR_TEXT_CAN_REMOVE" val="n"/>
  <p:tag name="KSO_WM_UNIT_VALUE" val="54"/>
  <p:tag name="KSO_WM_DIAGRAM_MAX_ITEMCNT" val="6"/>
  <p:tag name="KSO_WM_DIAGRAM_MIN_ITEMCNT" val="2"/>
  <p:tag name="KSO_WM_DIAGRAM_VIRTUALLY_FRAME" val="{&quot;height&quot;:295.75,&quot;left&quot;:431.987962742305,&quot;top&quot;:189.9,&quot;width&quot;:511.3240745153904}"/>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3499999940395355,&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PRESET_TEXT" val="单击此处输入你的智能图形项正文 文字是您思想的提炼"/>
  <p:tag name="KSO_WM_UNIT_TEXT_FILL_FORE_SCHEMECOLOR_INDEX" val="1"/>
  <p:tag name="KSO_WM_UNIT_TEXT_FILL_TYPE" val="1"/>
  <p:tag name="KSO_WM_UNIT_TEXT_TYPE" val="1"/>
  <p:tag name="KSO_WM_DIAGRAM_USE_COLOR_VALUE" val="{&quot;color_scheme&quot;:1,&quot;color_type&quot;:1,&quot;theme_color_indexes&quot;:[5,6,5,6,5,6]}"/>
</p:tagLst>
</file>

<file path=ppt/tags/tag237.xml><?xml version="1.0" encoding="utf-8"?>
<p:tagLst xmlns:p="http://schemas.openxmlformats.org/presentationml/2006/main">
  <p:tag name="KSO_WM_BEAUTIFY_FLAG" val="#wm#"/>
  <p:tag name="KSO_WM_UNIT_HIGHLIGHT" val="0"/>
  <p:tag name="KSO_WM_UNIT_COMPATIBLE" val="0"/>
  <p:tag name="KSO_WM_UNIT_DIAGRAM_ISNUMVISUAL" val="0"/>
  <p:tag name="KSO_WM_UNIT_DIAGRAM_ISREFERUNIT" val="0"/>
  <p:tag name="KSO_WM_DIAGRAM_GROUP_CODE" val="n1-1"/>
  <p:tag name="KSO_WM_UNIT_ID" val="diagram20230961_4*n_h_h_i*2_2_4_2"/>
  <p:tag name="KSO_WM_TEMPLATE_CATEGORY" val="diagram"/>
  <p:tag name="KSO_WM_TEMPLATE_INDEX" val="20230961"/>
  <p:tag name="KSO_WM_UNIT_LAYERLEVEL" val="1_1_1_1"/>
  <p:tag name="KSO_WM_TAG_VERSION" val="3.0"/>
  <p:tag name="KSO_WM_DIAGRAM_VERSION" val="3"/>
  <p:tag name="KSO_WM_DIAGRAM_COLOR_TRICK" val="1"/>
  <p:tag name="KSO_WM_DIAGRAM_COLOR_TEXT_CAN_REMOVE" val="n"/>
  <p:tag name="KSO_WM_UNIT_TYPE" val="n_h_h_i"/>
  <p:tag name="KSO_WM_UNIT_INDEX" val="2_2_4_2"/>
  <p:tag name="KSO_WM_UNIT_FILL_TYPE" val="1"/>
  <p:tag name="KSO_WM_UNIT_FILL_FORE_SCHEMECOLOR_INDEX" val="14"/>
  <p:tag name="KSO_WM_UNIT_FILL_FORE_SCHEMECOLOR_INDEX_BRIGHTNESS" val="0"/>
  <p:tag name="KSO_WM_DIAGRAM_MAX_ITEMCNT" val="6"/>
  <p:tag name="KSO_WM_DIAGRAM_MIN_ITEMCNT" val="2"/>
  <p:tag name="KSO_WM_DIAGRAM_VIRTUALLY_FRAME" val="{&quot;height&quot;:295.75,&quot;left&quot;:431.987962742305,&quot;top&quot;:189.9,&quot;width&quot;:511.3240745153904}"/>
  <p:tag name="KSO_WM_DIAGRAM_COLOR_MATCH_VALUE" val="{&quot;shape&quot;:{&quot;fill&quot;:{&quot;type&quot;:0},&quot;glow&quot;:{&quot;colorType&quot;:0},&quot;line&quot;:{&quot;solidLine&quot;:{&quot;brightness&quot;:0.3499999940395355,&quot;colorType&quot;:1,&quot;foreColorIndex&quot;:13,&quot;transparency&quot;:0.75},&quot;type&quot;:1},&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LINE_FORE_SCHEMECOLOR_INDEX" val="13"/>
  <p:tag name="KSO_WM_DIAGRAM_USE_COLOR_VALUE" val="{&quot;color_scheme&quot;:1,&quot;color_type&quot;:1,&quot;theme_color_indexes&quot;:[5,6,5,6,5,6]}"/>
</p:tagLst>
</file>

<file path=ppt/tags/tag238.xml><?xml version="1.0" encoding="utf-8"?>
<p:tagLst xmlns:p="http://schemas.openxmlformats.org/presentationml/2006/main">
  <p:tag name="KSO_WM_BEAUTIFY_FLAG" val="#wm#"/>
  <p:tag name="KSO_WM_UNIT_HIGHLIGHT" val="0"/>
  <p:tag name="KSO_WM_UNIT_COMPATIBLE" val="0"/>
  <p:tag name="KSO_WM_UNIT_DIAGRAM_ISNUMVISUAL" val="0"/>
  <p:tag name="KSO_WM_UNIT_DIAGRAM_ISREFERUNIT" val="0"/>
  <p:tag name="KSO_WM_DIAGRAM_GROUP_CODE" val="n1-1"/>
  <p:tag name="KSO_WM_UNIT_ID" val="diagram20230961_4*n_h_h_i*2_2_4_1"/>
  <p:tag name="KSO_WM_TEMPLATE_CATEGORY" val="diagram"/>
  <p:tag name="KSO_WM_TEMPLATE_INDEX" val="20230961"/>
  <p:tag name="KSO_WM_UNIT_LAYERLEVEL" val="1_1_1_1"/>
  <p:tag name="KSO_WM_TAG_VERSION" val="3.0"/>
  <p:tag name="KSO_WM_DIAGRAM_VERSION" val="3"/>
  <p:tag name="KSO_WM_DIAGRAM_COLOR_TRICK" val="1"/>
  <p:tag name="KSO_WM_DIAGRAM_COLOR_TEXT_CAN_REMOVE" val="n"/>
  <p:tag name="KSO_WM_UNIT_TYPE" val="n_h_h_i"/>
  <p:tag name="KSO_WM_UNIT_INDEX" val="2_2_4_1"/>
  <p:tag name="KSO_WM_DIAGRAM_MAX_ITEMCNT" val="6"/>
  <p:tag name="KSO_WM_DIAGRAM_MIN_ITEMCNT" val="2"/>
  <p:tag name="KSO_WM_DIAGRAM_VIRTUALLY_FRAME" val="{&quot;height&quot;:295.75,&quot;left&quot;:431.987962742305,&quot;top&quot;:189.9,&quot;width&quot;:511.3240745153904}"/>
  <p:tag name="KSO_WM_DIAGRAM_COLOR_MATCH_VALUE" val="{&quot;shape&quot;:{&quot;fill&quot;:{&quot;gradient&quot;:[{&quot;brightness&quot;:0.4000000059604645,&quot;colorType&quot;:1,&quot;foreColorIndex&quot;:5,&quot;pos&quot;:0,&quot;transparency&quot;:0},{&quot;brightness&quot;:0,&quot;colorType&quot;:1,&quot;foreColorIndex&quot;:5,&quot;pos&quot;:0.7099999785423279,&quot;transparency&quot;:0}],&quot;type&quot;:3},&quot;glow&quot;:{&quot;colorType&quot;:0},&quot;line&quot;:{&quot;type&quot;:0},&quot;shadow&quot;:{&quot;brightness&quot;:0,&quot;colorType&quot;:1,&quot;foreColorIndex&quot;:5,&quot;transparency&quot;:0.800000011920929},&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3"/>
  <p:tag name="KSO_WM_DIAGRAM_USE_COLOR_VALUE" val="{&quot;color_scheme&quot;:1,&quot;color_type&quot;:1,&quot;theme_color_indexes&quot;:[5,6,5,6,5,6]}"/>
</p:tagLst>
</file>

<file path=ppt/tags/tag239.xml><?xml version="1.0" encoding="utf-8"?>
<p:tagLst xmlns:p="http://schemas.openxmlformats.org/presentationml/2006/main">
  <p:tag name="KSO_WM_BEAUTIFY_FLAG" val="#wm#"/>
  <p:tag name="KSO_WM_UNIT_HIGHLIGHT" val="0"/>
  <p:tag name="KSO_WM_UNIT_COMPATIBLE" val="0"/>
  <p:tag name="KSO_WM_UNIT_DIAGRAM_ISNUMVISUAL" val="0"/>
  <p:tag name="KSO_WM_UNIT_DIAGRAM_ISREFERUNIT" val="0"/>
  <p:tag name="KSO_WM_DIAGRAM_GROUP_CODE" val="n1-1"/>
  <p:tag name="KSO_WM_UNIT_ID" val="diagram20230961_4*n_h_h_i*2_2_1_2"/>
  <p:tag name="KSO_WM_TEMPLATE_CATEGORY" val="diagram"/>
  <p:tag name="KSO_WM_TEMPLATE_INDEX" val="20230961"/>
  <p:tag name="KSO_WM_UNIT_LAYERLEVEL" val="1_1_1_1"/>
  <p:tag name="KSO_WM_TAG_VERSION" val="3.0"/>
  <p:tag name="KSO_WM_DIAGRAM_VERSION" val="3"/>
  <p:tag name="KSO_WM_DIAGRAM_COLOR_TRICK" val="1"/>
  <p:tag name="KSO_WM_DIAGRAM_COLOR_TEXT_CAN_REMOVE" val="n"/>
  <p:tag name="KSO_WM_UNIT_TYPE" val="n_h_h_i"/>
  <p:tag name="KSO_WM_UNIT_INDEX" val="2_2_1_2"/>
  <p:tag name="KSO_WM_UNIT_FILL_TYPE" val="1"/>
  <p:tag name="KSO_WM_UNIT_FILL_FORE_SCHEMECOLOR_INDEX" val="14"/>
  <p:tag name="KSO_WM_UNIT_FILL_FORE_SCHEMECOLOR_INDEX_BRIGHTNESS" val="0"/>
  <p:tag name="KSO_WM_DIAGRAM_MAX_ITEMCNT" val="6"/>
  <p:tag name="KSO_WM_DIAGRAM_MIN_ITEMCNT" val="2"/>
  <p:tag name="KSO_WM_DIAGRAM_VIRTUALLY_FRAME" val="{&quot;height&quot;:295.75,&quot;left&quot;:431.987962742305,&quot;top&quot;:189.9,&quot;width&quot;:511.3240745153904}"/>
  <p:tag name="KSO_WM_DIAGRAM_COLOR_MATCH_VALUE" val="{&quot;shape&quot;:{&quot;fill&quot;:{&quot;type&quot;:0},&quot;glow&quot;:{&quot;colorType&quot;:0},&quot;line&quot;:{&quot;solidLine&quot;:{&quot;brightness&quot;:0.3499999940395355,&quot;colorType&quot;:1,&quot;foreColorIndex&quot;:13,&quot;transparency&quot;:0.75},&quot;type&quot;:1},&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LINE_FORE_SCHEMECOLOR_INDEX" val="13"/>
  <p:tag name="KSO_WM_DIAGRAM_USE_COLOR_VALUE" val="{&quot;color_scheme&quot;:1,&quot;color_type&quot;:1,&quot;theme_color_indexes&quot;:[5,6,5,6,5,6]}"/>
</p:tagLst>
</file>

<file path=ppt/tags/tag240.xml><?xml version="1.0" encoding="utf-8"?>
<p:tagLst xmlns:p="http://schemas.openxmlformats.org/presentationml/2006/main">
  <p:tag name="KSO_WM_BEAUTIFY_FLAG" val="#wm#"/>
  <p:tag name="KSO_WM_UNIT_HIGHLIGHT" val="0"/>
  <p:tag name="KSO_WM_UNIT_COMPATIBLE" val="0"/>
  <p:tag name="KSO_WM_UNIT_DIAGRAM_ISNUMVISUAL" val="0"/>
  <p:tag name="KSO_WM_UNIT_DIAGRAM_ISREFERUNIT" val="0"/>
  <p:tag name="KSO_WM_DIAGRAM_GROUP_CODE" val="n1-1"/>
  <p:tag name="KSO_WM_UNIT_ID" val="diagram20230961_4*n_h_h_i*2_2_1_1"/>
  <p:tag name="KSO_WM_TEMPLATE_CATEGORY" val="diagram"/>
  <p:tag name="KSO_WM_TEMPLATE_INDEX" val="20230961"/>
  <p:tag name="KSO_WM_UNIT_LAYERLEVEL" val="1_1_1_1"/>
  <p:tag name="KSO_WM_TAG_VERSION" val="3.0"/>
  <p:tag name="KSO_WM_DIAGRAM_VERSION" val="3"/>
  <p:tag name="KSO_WM_DIAGRAM_COLOR_TRICK" val="1"/>
  <p:tag name="KSO_WM_DIAGRAM_COLOR_TEXT_CAN_REMOVE" val="n"/>
  <p:tag name="KSO_WM_UNIT_TYPE" val="n_h_h_i"/>
  <p:tag name="KSO_WM_UNIT_INDEX" val="2_2_1_1"/>
  <p:tag name="KSO_WM_DIAGRAM_MAX_ITEMCNT" val="6"/>
  <p:tag name="KSO_WM_DIAGRAM_MIN_ITEMCNT" val="2"/>
  <p:tag name="KSO_WM_DIAGRAM_VIRTUALLY_FRAME" val="{&quot;height&quot;:295.75,&quot;left&quot;:431.987962742305,&quot;top&quot;:189.9,&quot;width&quot;:511.3240745153904}"/>
  <p:tag name="KSO_WM_DIAGRAM_COLOR_MATCH_VALUE" val="{&quot;shape&quot;:{&quot;fill&quot;:{&quot;gradient&quot;:[{&quot;brightness&quot;:0.4000000059604645,&quot;colorType&quot;:1,&quot;foreColorIndex&quot;:5,&quot;pos&quot;:0,&quot;transparency&quot;:0},{&quot;brightness&quot;:0,&quot;colorType&quot;:1,&quot;foreColorIndex&quot;:5,&quot;pos&quot;:0.7099999785423279,&quot;transparency&quot;:0}],&quot;type&quot;:3},&quot;glow&quot;:{&quot;colorType&quot;:0},&quot;line&quot;:{&quot;type&quot;:0},&quot;shadow&quot;:{&quot;brightness&quot;:0,&quot;colorType&quot;:1,&quot;foreColorIndex&quot;:5,&quot;transparency&quot;:0.800000011920929},&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3"/>
  <p:tag name="KSO_WM_DIAGRAM_USE_COLOR_VALUE" val="{&quot;color_scheme&quot;:1,&quot;color_type&quot;:1,&quot;theme_color_indexes&quot;:[5,6,5,6,5,6]}"/>
</p:tagLst>
</file>

<file path=ppt/tags/tag241.xml><?xml version="1.0" encoding="utf-8"?>
<p:tagLst xmlns:p="http://schemas.openxmlformats.org/presentationml/2006/main">
  <p:tag name="KSO_WM_BEAUTIFY_FLAG" val="#wm#"/>
  <p:tag name="KSO_WM_UNIT_HIGHLIGHT" val="0"/>
  <p:tag name="KSO_WM_UNIT_COMPATIBLE" val="0"/>
  <p:tag name="KSO_WM_UNIT_DIAGRAM_ISNUMVISUAL" val="0"/>
  <p:tag name="KSO_WM_UNIT_DIAGRAM_ISREFERUNIT" val="0"/>
  <p:tag name="KSO_WM_DIAGRAM_GROUP_CODE" val="n1-1"/>
  <p:tag name="KSO_WM_UNIT_ID" val="diagram20230961_4*n_h_h_i*2_2_5_3"/>
  <p:tag name="KSO_WM_TEMPLATE_CATEGORY" val="diagram"/>
  <p:tag name="KSO_WM_TEMPLATE_INDEX" val="20230961"/>
  <p:tag name="KSO_WM_UNIT_LAYERLEVEL" val="1_1_1_1"/>
  <p:tag name="KSO_WM_TAG_VERSION" val="3.0"/>
  <p:tag name="KSO_WM_DIAGRAM_VERSION" val="3"/>
  <p:tag name="KSO_WM_DIAGRAM_COLOR_TRICK" val="1"/>
  <p:tag name="KSO_WM_DIAGRAM_COLOR_TEXT_CAN_REMOVE" val="n"/>
  <p:tag name="KSO_WM_UNIT_TYPE" val="n_h_h_i"/>
  <p:tag name="KSO_WM_UNIT_INDEX" val="2_2_5_3"/>
  <p:tag name="KSO_WM_DIAGRAM_MAX_ITEMCNT" val="6"/>
  <p:tag name="KSO_WM_DIAGRAM_MIN_ITEMCNT" val="2"/>
  <p:tag name="KSO_WM_DIAGRAM_VIRTUALLY_FRAME" val="{&quot;height&quot;:295.75,&quot;left&quot;:431.987962742305,&quot;top&quot;:189.9,&quot;width&quot;:511.3240745153904}"/>
  <p:tag name="KSO_WM_DIAGRAM_COLOR_MATCH_VALUE" val="{&quot;shape&quot;:{&quot;fill&quot;:{&quot;type&quot;:0},&quot;glow&quot;:{&quot;colorType&quot;:0},&quot;line&quot;:{&quot;solidLine&quot;:{&quot;brightness&quot;:0.3499999940395355,&quot;colorType&quot;:1,&quot;foreColorIndex&quot;:13,&quot;transparency&quot;:0.75},&quot;type&quot;:1},&quot;shadow&quot;:{&quot;colorType&quot;:0},&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LINE_FORE_SCHEMECOLOR_INDEX" val="13"/>
  <p:tag name="KSO_WM_DIAGRAM_USE_COLOR_VALUE" val="{&quot;color_scheme&quot;:1,&quot;color_type&quot;:1,&quot;theme_color_indexes&quot;:[5,6,5,6,5,6]}"/>
</p:tagLst>
</file>

<file path=ppt/tags/tag242.xml><?xml version="1.0" encoding="utf-8"?>
<p:tagLst xmlns:p="http://schemas.openxmlformats.org/presentationml/2006/main">
  <p:tag name="KSO_WM_BEAUTIFY_FLAG" val="#wm#"/>
  <p:tag name="KSO_WM_UNIT_HIGHLIGHT" val="0"/>
  <p:tag name="KSO_WM_UNIT_COMPATIBLE" val="0"/>
  <p:tag name="KSO_WM_UNIT_DIAGRAM_ISNUMVISUAL" val="0"/>
  <p:tag name="KSO_WM_UNIT_DIAGRAM_ISREFERUNIT" val="0"/>
  <p:tag name="KSO_WM_DIAGRAM_GROUP_CODE" val="n1-1"/>
  <p:tag name="KSO_WM_UNIT_ID" val="diagram20230961_4*n_h_h_i*2_2_5_2"/>
  <p:tag name="KSO_WM_TEMPLATE_CATEGORY" val="diagram"/>
  <p:tag name="KSO_WM_TEMPLATE_INDEX" val="20230961"/>
  <p:tag name="KSO_WM_UNIT_LAYERLEVEL" val="1_1_1_1"/>
  <p:tag name="KSO_WM_TAG_VERSION" val="3.0"/>
  <p:tag name="KSO_WM_DIAGRAM_VERSION" val="3"/>
  <p:tag name="KSO_WM_DIAGRAM_COLOR_TRICK" val="1"/>
  <p:tag name="KSO_WM_DIAGRAM_COLOR_TEXT_CAN_REMOVE" val="n"/>
  <p:tag name="KSO_WM_UNIT_TYPE" val="n_h_h_i"/>
  <p:tag name="KSO_WM_UNIT_INDEX" val="2_2_5_2"/>
  <p:tag name="KSO_WM_UNIT_FILL_TYPE" val="1"/>
  <p:tag name="KSO_WM_UNIT_FILL_FORE_SCHEMECOLOR_INDEX" val="14"/>
  <p:tag name="KSO_WM_UNIT_FILL_FORE_SCHEMECOLOR_INDEX_BRIGHTNESS" val="0"/>
  <p:tag name="KSO_WM_DIAGRAM_MAX_ITEMCNT" val="6"/>
  <p:tag name="KSO_WM_DIAGRAM_MIN_ITEMCNT" val="2"/>
  <p:tag name="KSO_WM_DIAGRAM_VIRTUALLY_FRAME" val="{&quot;height&quot;:295.75,&quot;left&quot;:431.987962742305,&quot;top&quot;:189.9,&quot;width&quot;:511.3240745153904}"/>
  <p:tag name="KSO_WM_DIAGRAM_COLOR_MATCH_VALUE" val="{&quot;shape&quot;:{&quot;fill&quot;:{&quot;type&quot;:0},&quot;glow&quot;:{&quot;colorType&quot;:0},&quot;line&quot;:{&quot;solidLine&quot;:{&quot;brightness&quot;:0.3499999940395355,&quot;colorType&quot;:1,&quot;foreColorIndex&quot;:13,&quot;transparency&quot;:0.75},&quot;type&quot;:1},&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LINE_FORE_SCHEMECOLOR_INDEX" val="13"/>
  <p:tag name="KSO_WM_DIAGRAM_USE_COLOR_VALUE" val="{&quot;color_scheme&quot;:1,&quot;color_type&quot;:1,&quot;theme_color_indexes&quot;:[5,6,5,6,5,6]}"/>
</p:tagLst>
</file>

<file path=ppt/tags/tag243.xml><?xml version="1.0" encoding="utf-8"?>
<p:tagLst xmlns:p="http://schemas.openxmlformats.org/presentationml/2006/main">
  <p:tag name="KSO_WM_BEAUTIFY_FLAG" val="#wm#"/>
  <p:tag name="KSO_WM_UNIT_HIGHLIGHT" val="0"/>
  <p:tag name="KSO_WM_UNIT_COMPATIBLE" val="0"/>
  <p:tag name="KSO_WM_UNIT_DIAGRAM_ISNUMVISUAL" val="0"/>
  <p:tag name="KSO_WM_UNIT_DIAGRAM_ISREFERUNIT" val="0"/>
  <p:tag name="KSO_WM_DIAGRAM_GROUP_CODE" val="n1-1"/>
  <p:tag name="KSO_WM_UNIT_ID" val="diagram20230961_4*n_h_h_i*2_2_5_1"/>
  <p:tag name="KSO_WM_TEMPLATE_CATEGORY" val="diagram"/>
  <p:tag name="KSO_WM_TEMPLATE_INDEX" val="20230961"/>
  <p:tag name="KSO_WM_UNIT_LAYERLEVEL" val="1_1_1_1"/>
  <p:tag name="KSO_WM_TAG_VERSION" val="3.0"/>
  <p:tag name="KSO_WM_DIAGRAM_VERSION" val="3"/>
  <p:tag name="KSO_WM_DIAGRAM_COLOR_TRICK" val="1"/>
  <p:tag name="KSO_WM_DIAGRAM_COLOR_TEXT_CAN_REMOVE" val="n"/>
  <p:tag name="KSO_WM_UNIT_TYPE" val="n_h_h_i"/>
  <p:tag name="KSO_WM_UNIT_INDEX" val="2_2_5_1"/>
  <p:tag name="KSO_WM_DIAGRAM_MAX_ITEMCNT" val="6"/>
  <p:tag name="KSO_WM_DIAGRAM_MIN_ITEMCNT" val="2"/>
  <p:tag name="KSO_WM_DIAGRAM_VIRTUALLY_FRAME" val="{&quot;height&quot;:295.75,&quot;left&quot;:431.987962742305,&quot;top&quot;:189.9,&quot;width&quot;:511.3240745153904}"/>
  <p:tag name="KSO_WM_DIAGRAM_COLOR_MATCH_VALUE" val="{&quot;shape&quot;:{&quot;fill&quot;:{&quot;gradient&quot;:[{&quot;brightness&quot;:0.4000000059604645,&quot;colorType&quot;:1,&quot;foreColorIndex&quot;:5,&quot;pos&quot;:0,&quot;transparency&quot;:0},{&quot;brightness&quot;:0,&quot;colorType&quot;:1,&quot;foreColorIndex&quot;:5,&quot;pos&quot;:0.7099999785423279,&quot;transparency&quot;:0}],&quot;type&quot;:3},&quot;glow&quot;:{&quot;colorType&quot;:0},&quot;line&quot;:{&quot;type&quot;:0},&quot;shadow&quot;:{&quot;brightness&quot;:0,&quot;colorType&quot;:1,&quot;foreColorIndex&quot;:5,&quot;transparency&quot;:0.800000011920929},&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3"/>
  <p:tag name="KSO_WM_DIAGRAM_USE_COLOR_VALUE" val="{&quot;color_scheme&quot;:1,&quot;color_type&quot;:1,&quot;theme_color_indexes&quot;:[5,6,5,6,5,6]}"/>
</p:tagLst>
</file>

<file path=ppt/tags/tag244.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n1-1"/>
  <p:tag name="KSO_WM_UNIT_ID" val="diagram20230961_4*n_h_h_x*2_2_1_1"/>
  <p:tag name="KSO_WM_TEMPLATE_CATEGORY" val="diagram"/>
  <p:tag name="KSO_WM_TEMPLATE_INDEX" val="20230961"/>
  <p:tag name="KSO_WM_UNIT_LAYERLEVEL" val="1_1_1_1"/>
  <p:tag name="KSO_WM_TAG_VERSION" val="3.0"/>
  <p:tag name="KSO_WM_BEAUTIFY_FLAG" val="#wm#"/>
  <p:tag name="KSO_WM_DIAGRAM_VERSION" val="3"/>
  <p:tag name="KSO_WM_DIAGRAM_COLOR_TRICK" val="1"/>
  <p:tag name="KSO_WM_DIAGRAM_COLOR_TEXT_CAN_REMOVE" val="n"/>
  <p:tag name="KSO_WM_UNIT_VALUE" val="85*79"/>
  <p:tag name="KSO_WM_UNIT_TYPE" val="n_h_h_x"/>
  <p:tag name="KSO_WM_UNIT_INDEX" val="2_2_1_1"/>
  <p:tag name="KSO_WM_DIAGRAM_MAX_ITEMCNT" val="6"/>
  <p:tag name="KSO_WM_DIAGRAM_MIN_ITEMCNT" val="2"/>
  <p:tag name="KSO_WM_DIAGRAM_VIRTUALLY_FRAME" val="{&quot;height&quot;:295.75,&quot;left&quot;:431.987962742305,&quot;top&quot;:189.9,&quot;width&quot;:511.3240745153904}"/>
  <p:tag name="KSO_WM_DIAGRAM_COLOR_MATCH_VALUE" val="{&quot;shape&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quot;text&quot;:{&quot;fill&quot;:{},&quot;glow&quot;:{},&quot;line&quot;:{},&quot;shadow&quot;:{},&quot;threeD&quot;:{}}}"/>
  <p:tag name="KSO_WM_UNIT_FILL_TYPE" val="1"/>
  <p:tag name="KSO_WM_UNIT_FILL_FORE_SCHEMECOLOR_INDEX" val="14"/>
  <p:tag name="KSO_WM_UNIT_FILL_FORE_SCHEMECOLOR_INDEX_BRIGHTNESS" val="0"/>
  <p:tag name="KSO_WM_DIAGRAM_USE_COLOR_VALUE" val="{&quot;color_scheme&quot;:1,&quot;color_type&quot;:1,&quot;theme_color_indexes&quot;:[5,6,5,6,5,6]}"/>
</p:tagLst>
</file>

<file path=ppt/tags/tag245.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n1-1"/>
  <p:tag name="KSO_WM_UNIT_ID" val="diagram20230961_4*n_h_h_x*2_2_5_1"/>
  <p:tag name="KSO_WM_TEMPLATE_CATEGORY" val="diagram"/>
  <p:tag name="KSO_WM_TEMPLATE_INDEX" val="20230961"/>
  <p:tag name="KSO_WM_UNIT_LAYERLEVEL" val="1_1_1_1"/>
  <p:tag name="KSO_WM_TAG_VERSION" val="3.0"/>
  <p:tag name="KSO_WM_BEAUTIFY_FLAG" val="#wm#"/>
  <p:tag name="KSO_WM_DIAGRAM_VERSION" val="3"/>
  <p:tag name="KSO_WM_DIAGRAM_COLOR_TRICK" val="1"/>
  <p:tag name="KSO_WM_DIAGRAM_COLOR_TEXT_CAN_REMOVE" val="n"/>
  <p:tag name="KSO_WM_UNIT_VALUE" val="85*85"/>
  <p:tag name="KSO_WM_UNIT_TYPE" val="n_h_h_x"/>
  <p:tag name="KSO_WM_UNIT_INDEX" val="2_2_5_1"/>
  <p:tag name="KSO_WM_DIAGRAM_MAX_ITEMCNT" val="6"/>
  <p:tag name="KSO_WM_DIAGRAM_MIN_ITEMCNT" val="2"/>
  <p:tag name="KSO_WM_DIAGRAM_VIRTUALLY_FRAME" val="{&quot;height&quot;:295.75,&quot;left&quot;:431.987962742305,&quot;top&quot;:189.9,&quot;width&quot;:511.3240745153904}"/>
  <p:tag name="KSO_WM_DIAGRAM_COLOR_MATCH_VALUE" val="{&quot;shape&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quot;text&quot;:{&quot;fill&quot;:{},&quot;glow&quot;:{},&quot;line&quot;:{},&quot;shadow&quot;:{},&quot;threeD&quot;:{}}}"/>
  <p:tag name="KSO_WM_UNIT_FILL_TYPE" val="1"/>
  <p:tag name="KSO_WM_UNIT_FILL_FORE_SCHEMECOLOR_INDEX" val="14"/>
  <p:tag name="KSO_WM_UNIT_FILL_FORE_SCHEMECOLOR_INDEX_BRIGHTNESS" val="0"/>
  <p:tag name="KSO_WM_DIAGRAM_USE_COLOR_VALUE" val="{&quot;color_scheme&quot;:1,&quot;color_type&quot;:1,&quot;theme_color_indexes&quot;:[5,6,5,6,5,6]}"/>
</p:tagLst>
</file>

<file path=ppt/tags/tag246.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n1-1"/>
  <p:tag name="KSO_WM_UNIT_ID" val="diagram20230961_4*n_h_h_x*2_2_4_1"/>
  <p:tag name="KSO_WM_TEMPLATE_CATEGORY" val="diagram"/>
  <p:tag name="KSO_WM_TEMPLATE_INDEX" val="20230961"/>
  <p:tag name="KSO_WM_UNIT_LAYERLEVEL" val="1_1_1_1"/>
  <p:tag name="KSO_WM_TAG_VERSION" val="3.0"/>
  <p:tag name="KSO_WM_BEAUTIFY_FLAG" val="#wm#"/>
  <p:tag name="KSO_WM_DIAGRAM_VERSION" val="3"/>
  <p:tag name="KSO_WM_DIAGRAM_COLOR_TRICK" val="1"/>
  <p:tag name="KSO_WM_DIAGRAM_COLOR_TEXT_CAN_REMOVE" val="n"/>
  <p:tag name="KSO_WM_UNIT_VALUE" val="85*85"/>
  <p:tag name="KSO_WM_UNIT_TYPE" val="n_h_h_x"/>
  <p:tag name="KSO_WM_UNIT_INDEX" val="2_2_4_1"/>
  <p:tag name="KSO_WM_DIAGRAM_MAX_ITEMCNT" val="6"/>
  <p:tag name="KSO_WM_DIAGRAM_MIN_ITEMCNT" val="2"/>
  <p:tag name="KSO_WM_DIAGRAM_VIRTUALLY_FRAME" val="{&quot;height&quot;:295.75,&quot;left&quot;:431.987962742305,&quot;top&quot;:189.9,&quot;width&quot;:511.3240745153904}"/>
  <p:tag name="KSO_WM_DIAGRAM_COLOR_MATCH_VALUE" val="{&quot;shape&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quot;text&quot;:{&quot;fill&quot;:{},&quot;glow&quot;:{},&quot;line&quot;:{},&quot;shadow&quot;:{},&quot;threeD&quot;:{}}}"/>
  <p:tag name="KSO_WM_UNIT_FILL_TYPE" val="1"/>
  <p:tag name="KSO_WM_UNIT_FILL_FORE_SCHEMECOLOR_INDEX" val="14"/>
  <p:tag name="KSO_WM_UNIT_FILL_FORE_SCHEMECOLOR_INDEX_BRIGHTNESS" val="0"/>
  <p:tag name="KSO_WM_DIAGRAM_USE_COLOR_VALUE" val="{&quot;color_scheme&quot;:1,&quot;color_type&quot;:1,&quot;theme_color_indexes&quot;:[5,6,5,6,5,6]}"/>
</p:tagLst>
</file>

<file path=ppt/tags/tag247.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n1-1"/>
  <p:tag name="KSO_WM_UNIT_ID" val="diagram20230961_4*n_h_h_x*2_2_3_1"/>
  <p:tag name="KSO_WM_TEMPLATE_CATEGORY" val="diagram"/>
  <p:tag name="KSO_WM_TEMPLATE_INDEX" val="20230961"/>
  <p:tag name="KSO_WM_UNIT_LAYERLEVEL" val="1_1_1_1"/>
  <p:tag name="KSO_WM_TAG_VERSION" val="3.0"/>
  <p:tag name="KSO_WM_BEAUTIFY_FLAG" val="#wm#"/>
  <p:tag name="KSO_WM_DIAGRAM_VERSION" val="3"/>
  <p:tag name="KSO_WM_DIAGRAM_COLOR_TRICK" val="1"/>
  <p:tag name="KSO_WM_DIAGRAM_COLOR_TEXT_CAN_REMOVE" val="n"/>
  <p:tag name="KSO_WM_UNIT_VALUE" val="85*72"/>
  <p:tag name="KSO_WM_UNIT_TYPE" val="n_h_h_x"/>
  <p:tag name="KSO_WM_UNIT_INDEX" val="2_2_3_1"/>
  <p:tag name="KSO_WM_DIAGRAM_MAX_ITEMCNT" val="6"/>
  <p:tag name="KSO_WM_DIAGRAM_MIN_ITEMCNT" val="2"/>
  <p:tag name="KSO_WM_DIAGRAM_VIRTUALLY_FRAME" val="{&quot;height&quot;:295.75,&quot;left&quot;:431.987962742305,&quot;top&quot;:189.9,&quot;width&quot;:511.3240745153904}"/>
  <p:tag name="KSO_WM_DIAGRAM_COLOR_MATCH_VALUE" val="{&quot;shape&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quot;text&quot;:{&quot;fill&quot;:{},&quot;glow&quot;:{},&quot;line&quot;:{},&quot;shadow&quot;:{},&quot;threeD&quot;:{}}}"/>
  <p:tag name="KSO_WM_UNIT_FILL_TYPE" val="1"/>
  <p:tag name="KSO_WM_UNIT_FILL_FORE_SCHEMECOLOR_INDEX" val="14"/>
  <p:tag name="KSO_WM_UNIT_FILL_FORE_SCHEMECOLOR_INDEX_BRIGHTNESS" val="0"/>
  <p:tag name="KSO_WM_DIAGRAM_USE_COLOR_VALUE" val="{&quot;color_scheme&quot;:1,&quot;color_type&quot;:1,&quot;theme_color_indexes&quot;:[5,6,5,6,5,6]}"/>
</p:tagLst>
</file>

<file path=ppt/tags/tag248.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n1-1"/>
  <p:tag name="KSO_WM_UNIT_ID" val="diagram20230961_4*n_h_h_x*2_2_2_1"/>
  <p:tag name="KSO_WM_TEMPLATE_CATEGORY" val="diagram"/>
  <p:tag name="KSO_WM_TEMPLATE_INDEX" val="20230961"/>
  <p:tag name="KSO_WM_UNIT_LAYERLEVEL" val="1_1_1_1"/>
  <p:tag name="KSO_WM_TAG_VERSION" val="3.0"/>
  <p:tag name="KSO_WM_BEAUTIFY_FLAG" val="#wm#"/>
  <p:tag name="KSO_WM_DIAGRAM_VERSION" val="3"/>
  <p:tag name="KSO_WM_DIAGRAM_COLOR_TRICK" val="1"/>
  <p:tag name="KSO_WM_DIAGRAM_COLOR_TEXT_CAN_REMOVE" val="n"/>
  <p:tag name="KSO_WM_UNIT_VALUE" val="85*72"/>
  <p:tag name="KSO_WM_UNIT_TYPE" val="n_h_h_x"/>
  <p:tag name="KSO_WM_UNIT_INDEX" val="2_2_2_1"/>
  <p:tag name="KSO_WM_DIAGRAM_MAX_ITEMCNT" val="6"/>
  <p:tag name="KSO_WM_DIAGRAM_MIN_ITEMCNT" val="2"/>
  <p:tag name="KSO_WM_DIAGRAM_VIRTUALLY_FRAME" val="{&quot;height&quot;:295.75,&quot;left&quot;:431.987962742305,&quot;top&quot;:189.9,&quot;width&quot;:511.3240745153904}"/>
  <p:tag name="KSO_WM_DIAGRAM_COLOR_MATCH_VALUE" val="{&quot;shape&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quot;text&quot;:{&quot;fill&quot;:{},&quot;glow&quot;:{},&quot;line&quot;:{},&quot;shadow&quot;:{},&quot;threeD&quot;:{}}}"/>
  <p:tag name="KSO_WM_UNIT_FILL_TYPE" val="1"/>
  <p:tag name="KSO_WM_UNIT_FILL_FORE_SCHEMECOLOR_INDEX" val="14"/>
  <p:tag name="KSO_WM_UNIT_FILL_FORE_SCHEMECOLOR_INDEX_BRIGHTNESS" val="0"/>
  <p:tag name="KSO_WM_DIAGRAM_USE_COLOR_VALUE" val="{&quot;color_scheme&quot;:1,&quot;color_type&quot;:1,&quot;theme_color_indexes&quot;:[5,6,5,6,5,6]}"/>
</p:tagLst>
</file>

<file path=ppt/tags/tag249.xml><?xml version="1.0" encoding="utf-8"?>
<p:tagLst xmlns:p="http://schemas.openxmlformats.org/presentationml/2006/main">
  <p:tag name="KSO_WM_UNIT_SUBTYPE" val="a"/>
  <p:tag name="KSO_WM_UNIT_NOCLEAR" val="0"/>
  <p:tag name="KSO_WM_UNIT_HIGHLIGHT" val="0"/>
  <p:tag name="KSO_WM_UNIT_COMPATIBLE" val="0"/>
  <p:tag name="KSO_WM_UNIT_DIAGRAM_ISNUMVISUAL" val="0"/>
  <p:tag name="KSO_WM_UNIT_DIAGRAM_ISREFERUNIT" val="0"/>
  <p:tag name="KSO_WM_DIAGRAM_GROUP_CODE" val="n1-1"/>
  <p:tag name="KSO_WM_UNIT_TYPE" val="n_h_h_f"/>
  <p:tag name="KSO_WM_UNIT_INDEX" val="2_2_1_1"/>
  <p:tag name="KSO_WM_UNIT_ID" val="diagram20230961_4*n_h_h_f*2_2_1_1"/>
  <p:tag name="KSO_WM_TEMPLATE_CATEGORY" val="diagram"/>
  <p:tag name="KSO_WM_TEMPLATE_INDEX" val="20230961"/>
  <p:tag name="KSO_WM_UNIT_LAYERLEVEL" val="1_1_1_1"/>
  <p:tag name="KSO_WM_TAG_VERSION" val="3.0"/>
  <p:tag name="KSO_WM_BEAUTIFY_FLAG" val="#wm#"/>
  <p:tag name="KSO_WM_UNIT_PLACING_PICTURE_USER_VIEWPORT" val="{&quot;height&quot;:1417,&quot;width&quot;:4423}"/>
  <p:tag name="KSO_WM_DIAGRAM_VERSION" val="3"/>
  <p:tag name="KSO_WM_DIAGRAM_COLOR_TRICK" val="1"/>
  <p:tag name="KSO_WM_DIAGRAM_COLOR_TEXT_CAN_REMOVE" val="n"/>
  <p:tag name="KSO_WM_UNIT_VALUE" val="54"/>
  <p:tag name="KSO_WM_DIAGRAM_MAX_ITEMCNT" val="6"/>
  <p:tag name="KSO_WM_DIAGRAM_MIN_ITEMCNT" val="2"/>
  <p:tag name="KSO_WM_DIAGRAM_VIRTUALLY_FRAME" val="{&quot;height&quot;:295.75,&quot;left&quot;:431.987962742305,&quot;top&quot;:189.9,&quot;width&quot;:511.3240745153904}"/>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3499999940395355,&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PRESET_TEXT" val="单击此处输入你的智能图形项正文 文字是您思想的提炼"/>
  <p:tag name="KSO_WM_UNIT_TEXT_FILL_FORE_SCHEMECOLOR_INDEX" val="1"/>
  <p:tag name="KSO_WM_UNIT_TEXT_FILL_TYPE" val="1"/>
  <p:tag name="KSO_WM_UNIT_TEXT_TYPE" val="1"/>
  <p:tag name="KSO_WM_DIAGRAM_USE_COLOR_VALUE" val="{&quot;color_scheme&quot;:1,&quot;color_type&quot;:1,&quot;theme_color_indexes&quot;:[5,6,5,6,5,6]}"/>
</p:tagLst>
</file>

<file path=ppt/tags/tag250.xml><?xml version="1.0" encoding="utf-8"?>
<p:tagLst xmlns:p="http://schemas.openxmlformats.org/presentationml/2006/main">
  <p:tag name="KSO_WM_BEAUTIFY_FLAG" val=""/>
</p:tagLst>
</file>

<file path=ppt/tags/tag251.xml><?xml version="1.0" encoding="utf-8"?>
<p:tagLst xmlns:p="http://schemas.openxmlformats.org/presentationml/2006/main">
  <p:tag name="KSO_WM_BEAUTIFY_FLAG" val=""/>
</p:tagLst>
</file>

<file path=ppt/tags/tag252.xml><?xml version="1.0" encoding="utf-8"?>
<p:tagLst xmlns:p="http://schemas.openxmlformats.org/presentationml/2006/main">
  <p:tag name="KSO_WM_BEAUTIFY_FLAG" val="#wm#"/>
  <p:tag name="KSO_WM_TEMPLATE_CATEGORY" val="custom"/>
  <p:tag name="KSO_WM_TEMPLATE_INDEX" val="20205176"/>
  <p:tag name="resource_record_key" val="{&quot;65&quot;:[20205176],&quot;70&quot;:[3312563]}"/>
</p:tagLst>
</file>

<file path=ppt/tags/tag25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254.xml><?xml version="1.0" encoding="utf-8"?>
<p:tagLst xmlns:p="http://schemas.openxmlformats.org/presentationml/2006/main">
  <p:tag name="TABLE_ENDDRAG_ORIGIN_RECT" val="518*95"/>
  <p:tag name="TABLE_ENDDRAG_RECT" val="85*315*518*95"/>
</p:tagLst>
</file>

<file path=ppt/tags/tag255.xml><?xml version="1.0" encoding="utf-8"?>
<p:tagLst xmlns:p="http://schemas.openxmlformats.org/presentationml/2006/main">
  <p:tag name="KSO_WM_BEAUTIFY_FLAG" val=""/>
</p:tagLst>
</file>

<file path=ppt/tags/tag256.xml><?xml version="1.0" encoding="utf-8"?>
<p:tagLst xmlns:p="http://schemas.openxmlformats.org/presentationml/2006/main">
  <p:tag name="KSO_WM_BEAUTIFY_FLAG" val=""/>
</p:tagLst>
</file>

<file path=ppt/tags/tag257.xml><?xml version="1.0" encoding="utf-8"?>
<p:tagLst xmlns:p="http://schemas.openxmlformats.org/presentationml/2006/main">
  <p:tag name="KSO_WM_BEAUTIFY_FLAG" val=""/>
</p:tagLst>
</file>

<file path=ppt/tags/tag258.xml><?xml version="1.0" encoding="utf-8"?>
<p:tagLst xmlns:p="http://schemas.openxmlformats.org/presentationml/2006/main">
  <p:tag name="KSO_WM_BEAUTIFY_FLAG" val="#wm#"/>
  <p:tag name="KSO_WM_TEMPLATE_CATEGORY" val="custom"/>
  <p:tag name="KSO_WM_TEMPLATE_INDEX" val="20205176"/>
  <p:tag name="KSO_WM_SPECIAL_SOURCE" val="bdnull"/>
  <p:tag name="resource_record_key" val="{&quot;29&quot;:[50000077],&quot;65&quot;:[20205176],&quot;70&quot;:[3312561]}"/>
</p:tagLst>
</file>

<file path=ppt/tags/tag25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260.xml><?xml version="1.0" encoding="utf-8"?>
<p:tagLst xmlns:p="http://schemas.openxmlformats.org/presentationml/2006/main">
  <p:tag name="TABLE_ENDDRAG_ORIGIN_RECT" val="750*112"/>
  <p:tag name="TABLE_ENDDRAG_RECT" val="104*182*750*112"/>
</p:tagLst>
</file>

<file path=ppt/tags/tag261.xml><?xml version="1.0" encoding="utf-8"?>
<p:tagLst xmlns:p="http://schemas.openxmlformats.org/presentationml/2006/main">
  <p:tag name="KSO_WM_BEAUTIFY_FLAG" val=""/>
</p:tagLst>
</file>

<file path=ppt/tags/tag262.xml><?xml version="1.0" encoding="utf-8"?>
<p:tagLst xmlns:p="http://schemas.openxmlformats.org/presentationml/2006/main">
  <p:tag name="KSO_WM_BEAUTIFY_FLAG" val=""/>
</p:tagLst>
</file>

<file path=ppt/tags/tag263.xml><?xml version="1.0" encoding="utf-8"?>
<p:tagLst xmlns:p="http://schemas.openxmlformats.org/presentationml/2006/main">
  <p:tag name="KSO_WM_BEAUTIFY_FLAG" val=""/>
</p:tagLst>
</file>

<file path=ppt/tags/tag264.xml><?xml version="1.0" encoding="utf-8"?>
<p:tagLst xmlns:p="http://schemas.openxmlformats.org/presentationml/2006/main">
  <p:tag name="KSO_WM_BEAUTIFY_FLAG" val="#wm#"/>
  <p:tag name="KSO_WM_TEMPLATE_CATEGORY" val="custom"/>
  <p:tag name="KSO_WM_TEMPLATE_INDEX" val="20205176"/>
  <p:tag name="KSO_WM_SPECIAL_SOURCE" val="bdnull"/>
  <p:tag name="resource_record_key" val="{&quot;29&quot;:[50000077],&quot;65&quot;:[20205176]}"/>
</p:tagLst>
</file>

<file path=ppt/tags/tag26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26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1660_3*q_i*1_4"/>
  <p:tag name="KSO_WM_TEMPLATE_CATEGORY" val="diagram"/>
  <p:tag name="KSO_WM_TEMPLATE_INDEX" val="20231660"/>
  <p:tag name="KSO_WM_UNIT_LAYERLEVEL" val="1_1"/>
  <p:tag name="KSO_WM_TAG_VERSION" val="3.0"/>
  <p:tag name="KSO_WM_BEAUTIFY_FLAG" val="#wm#"/>
  <p:tag name="KSO_WM_UNIT_TYPE" val="q_i"/>
  <p:tag name="KSO_WM_UNIT_INDEX" val="1_4"/>
  <p:tag name="KSO_WM_DIAGRAM_GROUP_CODE" val="q1-1"/>
  <p:tag name="KSO_WM_DIAGRAM_MAX_ITEMCNT" val="6"/>
  <p:tag name="KSO_WM_DIAGRAM_MIN_ITEMCNT" val="2"/>
  <p:tag name="KSO_WM_DIAGRAM_VIRTUALLY_FRAME" val="{&quot;height&quot;:397.6,&quot;left&quot;:51.85,&quot;top&quot;:100.4,&quot;width&quot;:850.85}"/>
  <p:tag name="KSO_WM_DIAGRAM_COLOR_MATCH_VALUE" val="{&quot;shape&quot;:{&quot;fill&quot;:{&quot;gradient&quot;:[{&quot;brightness&quot;:0.4000000059604645,&quot;colorType&quot;:1,&quot;foreColorIndex&quot;:5,&quot;pos&quot;:0,&quot;transparency&quot;:0.6000000238418579},{&quot;brightness&quot;:0.4000000059604645,&quot;colorType&quot;:1,&quot;foreColorIndex&quot;:5,&quot;pos&quot;:1,&quot;transparency&quot;:1}],&quot;type&quot;:3},&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
  <p:tag name="KSO_WM_DIAGRAM_VERSION" val="3"/>
  <p:tag name="KSO_WM_DIAGRAM_COLOR_TRICK" val="1"/>
  <p:tag name="KSO_WM_DIAGRAM_COLOR_TEXT_CAN_REMOVE" val="n"/>
  <p:tag name="KSO_WM_UNIT_FILL_TYPE" val="3"/>
  <p:tag name="KSO_WM_UNIT_USESOURCEFORMAT_APPLY" val="1"/>
  <p:tag name="KSO_WM_DIAGRAM_USE_COLOR_VALUE" val="{&quot;color_scheme&quot;:1,&quot;color_type&quot;:1,&quot;theme_color_indexes&quot;:[5,5,5,5,5,5]}"/>
</p:tagLst>
</file>

<file path=ppt/tags/tag26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1660_3*q_i*1_3"/>
  <p:tag name="KSO_WM_TEMPLATE_CATEGORY" val="diagram"/>
  <p:tag name="KSO_WM_TEMPLATE_INDEX" val="20231660"/>
  <p:tag name="KSO_WM_UNIT_LAYERLEVEL" val="1_1"/>
  <p:tag name="KSO_WM_TAG_VERSION" val="3.0"/>
  <p:tag name="KSO_WM_BEAUTIFY_FLAG" val="#wm#"/>
  <p:tag name="KSO_WM_UNIT_TYPE" val="q_i"/>
  <p:tag name="KSO_WM_UNIT_INDEX" val="1_3"/>
  <p:tag name="KSO_WM_DIAGRAM_GROUP_CODE" val="q1-1"/>
  <p:tag name="KSO_WM_DIAGRAM_MAX_ITEMCNT" val="6"/>
  <p:tag name="KSO_WM_DIAGRAM_MIN_ITEMCNT" val="2"/>
  <p:tag name="KSO_WM_DIAGRAM_VIRTUALLY_FRAME" val="{&quot;height&quot;:397.6,&quot;left&quot;:51.85,&quot;top&quot;:100.4,&quot;width&quot;:850.85}"/>
  <p:tag name="KSO_WM_DIAGRAM_COLOR_MATCH_VALUE" val="{&quot;shape&quot;:{&quot;fill&quot;:{&quot;type&quot;:0},&quot;glow&quot;:{&quot;colorType&quot;:0},&quot;line&quot;:{&quot;gradient&quot;:[{&quot;brightness&quot;:0,&quot;colorType&quot;:1,&quot;foreColorIndex&quot;:5,&quot;pos&quot;:0.43799999356269836,&quot;transparency&quot;:0.30000001192092896},{&quot;brightness&quot;:0,&quot;colorType&quot;:1,&quot;foreColorIndex&quot;:5,&quot;pos&quot;:0,&quot;transparency&quot;:1},{&quot;brightness&quot;:0,&quot;colorType&quot;:1,&quot;foreColorIndex&quot;:5,&quot;pos&quot;:1,&quot;transparency&quot;:0}],&quot;type&quot;:2},&quot;shadow&quot;:{&quot;colorType&quot;:0},&quot;threeD&quot;:{&quot;curvedSurface&quot;:{&quot;brightness&quot;:0,&quot;colorType&quot;:2,&quot;rgb&quot;:&quot;#000000&quot;},&quot;depth&quot;:{&quot;colorType&quot;:0}}},&quot;text&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
  <p:tag name="KSO_WM_DIAGRAM_VERSION" val="3"/>
  <p:tag name="KSO_WM_DIAGRAM_COLOR_TRICK" val="1"/>
  <p:tag name="KSO_WM_DIAGRAM_COLOR_TEXT_CAN_REMOVE" val="n"/>
  <p:tag name="KSO_WM_UNIT_LINE_FORE_SCHEMECOLOR_INDEX_1_BRIGHTNESS" val="0"/>
  <p:tag name="KSO_WM_UNIT_LINE_FORE_SCHEMECOLOR_INDEX_1" val="5"/>
  <p:tag name="KSO_WM_UNIT_LINE_FORE_SCHEMECOLOR_INDEX_1_POS" val="0"/>
  <p:tag name="KSO_WM_UNIT_LINE_FORE_SCHEMECOLOR_INDEX_1_TRANS" val="1"/>
  <p:tag name="KSO_WM_UNIT_LINE_FORE_SCHEMECOLOR_INDEX_2_BRIGHTNESS" val="0"/>
  <p:tag name="KSO_WM_UNIT_LINE_FORE_SCHEMECOLOR_INDEX_2" val="5"/>
  <p:tag name="KSO_WM_UNIT_LINE_FORE_SCHEMECOLOR_INDEX_2_POS" val="0.438"/>
  <p:tag name="KSO_WM_UNIT_LINE_FORE_SCHEMECOLOR_INDEX_2_TRANS" val="0.3"/>
  <p:tag name="KSO_WM_UNIT_LINE_FORE_SCHEMECOLOR_INDEX_3_BRIGHTNESS" val="0"/>
  <p:tag name="KSO_WM_UNIT_LINE_FORE_SCHEMECOLOR_INDEX_3" val="5"/>
  <p:tag name="KSO_WM_UNIT_LINE_FORE_SCHEMECOLOR_INDEX_3_POS" val="1"/>
  <p:tag name="KSO_WM_UNIT_LINE_FORE_SCHEMECOLOR_INDEX_3_TRANS" val="0"/>
  <p:tag name="KSO_WM_UNIT_LINE_GRADIENT_TYPE" val="0"/>
  <p:tag name="KSO_WM_UNIT_LINE_GRADIENT_ANGLE" val="80"/>
  <p:tag name="KSO_WM_UNIT_LINE_GRADIENT_Direction" val="-2"/>
  <p:tag name="KSO_WM_UNIT_LINE_FILL_TYPE" val="5"/>
  <p:tag name="KSO_WM_UNIT_USESOURCEFORMAT_APPLY" val="1"/>
  <p:tag name="KSO_WM_DIAGRAM_USE_COLOR_VALUE" val="{&quot;color_scheme&quot;:1,&quot;color_type&quot;:1,&quot;theme_color_indexes&quot;:[5,5,5,5,5,5]}"/>
</p:tagLst>
</file>

<file path=ppt/tags/tag26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1660_3*q_i*1_2"/>
  <p:tag name="KSO_WM_TEMPLATE_CATEGORY" val="diagram"/>
  <p:tag name="KSO_WM_TEMPLATE_INDEX" val="20231660"/>
  <p:tag name="KSO_WM_UNIT_LAYERLEVEL" val="1_1"/>
  <p:tag name="KSO_WM_TAG_VERSION" val="3.0"/>
  <p:tag name="KSO_WM_BEAUTIFY_FLAG" val="#wm#"/>
  <p:tag name="KSO_WM_UNIT_TYPE" val="q_i"/>
  <p:tag name="KSO_WM_UNIT_INDEX" val="1_2"/>
  <p:tag name="KSO_WM_DIAGRAM_GROUP_CODE" val="q1-1"/>
  <p:tag name="KSO_WM_DIAGRAM_MAX_ITEMCNT" val="6"/>
  <p:tag name="KSO_WM_DIAGRAM_MIN_ITEMCNT" val="2"/>
  <p:tag name="KSO_WM_DIAGRAM_VIRTUALLY_FRAME" val="{&quot;height&quot;:397.6,&quot;left&quot;:51.85,&quot;top&quot;:100.4,&quot;width&quot;:850.85}"/>
  <p:tag name="KSO_WM_DIAGRAM_COLOR_MATCH_VALUE" val="{&quot;shape&quot;:{&quot;fill&quot;:{&quot;type&quot;:0},&quot;glow&quot;:{&quot;colorType&quot;:0},&quot;line&quot;:{&quot;gradient&quot;:[{&quot;brightness&quot;:0,&quot;colorType&quot;:1,&quot;foreColorIndex&quot;:5,&quot;pos&quot;:0,&quot;transparency&quot;:1},{&quot;brightness&quot;:0,&quot;colorType&quot;:1,&quot;foreColorIndex&quot;:5,&quot;pos&quot;:1,&quot;transparency&quot;:0}],&quot;type&quot;:2},&quot;shadow&quot;:{&quot;colorType&quot;:0},&quot;threeD&quot;:{&quot;curvedSurface&quot;:{&quot;brightness&quot;:0,&quot;colorType&quot;:2,&quot;rgb&quot;:&quot;#000000&quot;},&quot;depth&quot;:{&quot;colorType&quot;:0}}},&quot;text&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
  <p:tag name="KSO_WM_DIAGRAM_VERSION" val="3"/>
  <p:tag name="KSO_WM_DIAGRAM_COLOR_TRICK" val="1"/>
  <p:tag name="KSO_WM_DIAGRAM_COLOR_TEXT_CAN_REMOVE" val="n"/>
  <p:tag name="KSO_WM_UNIT_LINE_FORE_SCHEMECOLOR_INDEX_1_BRIGHTNESS" val="0"/>
  <p:tag name="KSO_WM_UNIT_LINE_FORE_SCHEMECOLOR_INDEX_1" val="5"/>
  <p:tag name="KSO_WM_UNIT_LINE_FORE_SCHEMECOLOR_INDEX_1_POS" val="0"/>
  <p:tag name="KSO_WM_UNIT_LINE_FORE_SCHEMECOLOR_INDEX_1_TRANS" val="1"/>
  <p:tag name="KSO_WM_UNIT_LINE_FORE_SCHEMECOLOR_INDEX_2_BRIGHTNESS" val="0"/>
  <p:tag name="KSO_WM_UNIT_LINE_FORE_SCHEMECOLOR_INDEX_2" val="5"/>
  <p:tag name="KSO_WM_UNIT_LINE_FORE_SCHEMECOLOR_INDEX_2_POS" val="1"/>
  <p:tag name="KSO_WM_UNIT_LINE_FORE_SCHEMECOLOR_INDEX_2_TRANS" val="0"/>
  <p:tag name="KSO_WM_UNIT_LINE_GRADIENT_TYPE" val="0"/>
  <p:tag name="KSO_WM_UNIT_LINE_GRADIENT_ANGLE" val="90"/>
  <p:tag name="KSO_WM_UNIT_LINE_GRADIENT_Direction" val="1"/>
  <p:tag name="KSO_WM_UNIT_LINE_FILL_TYPE" val="5"/>
  <p:tag name="KSO_WM_UNIT_USESOURCEFORMAT_APPLY" val="1"/>
  <p:tag name="KSO_WM_DIAGRAM_USE_COLOR_VALUE" val="{&quot;color_scheme&quot;:1,&quot;color_type&quot;:1,&quot;theme_color_indexes&quot;:[5,5,5,5,5,5]}"/>
</p:tagLst>
</file>

<file path=ppt/tags/tag26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1660_3*q_i*1_1"/>
  <p:tag name="KSO_WM_TEMPLATE_CATEGORY" val="diagram"/>
  <p:tag name="KSO_WM_TEMPLATE_INDEX" val="20231660"/>
  <p:tag name="KSO_WM_UNIT_LAYERLEVEL" val="1_1"/>
  <p:tag name="KSO_WM_TAG_VERSION" val="3.0"/>
  <p:tag name="KSO_WM_BEAUTIFY_FLAG" val="#wm#"/>
  <p:tag name="KSO_WM_UNIT_TYPE" val="q_i"/>
  <p:tag name="KSO_WM_UNIT_INDEX" val="1_1"/>
  <p:tag name="KSO_WM_DIAGRAM_GROUP_CODE" val="q1-1"/>
  <p:tag name="KSO_WM_DIAGRAM_MAX_ITEMCNT" val="6"/>
  <p:tag name="KSO_WM_DIAGRAM_MIN_ITEMCNT" val="2"/>
  <p:tag name="KSO_WM_DIAGRAM_VIRTUALLY_FRAME" val="{&quot;height&quot;:397.6,&quot;left&quot;:51.85,&quot;top&quot;:100.4,&quot;width&quot;:850.85}"/>
  <p:tag name="KSO_WM_DIAGRAM_COLOR_MATCH_VALUE" val="{&quot;shape&quot;:{&quot;fill&quot;:{&quot;type&quot;:0},&quot;glow&quot;:{&quot;colorType&quot;:0},&quot;line&quot;:{&quot;gradient&quot;:[{&quot;brightness&quot;:0,&quot;colorType&quot;:1,&quot;foreColorIndex&quot;:5,&quot;pos&quot;:0,&quot;transparency&quot;:0},{&quot;brightness&quot;:0,&quot;colorType&quot;:1,&quot;foreColorIndex&quot;:5,&quot;pos&quot;:0.4659999907016754,&quot;transparency&quot;:0.7200000286102295},{&quot;brightness&quot;:0,&quot;colorType&quot;:1,&quot;foreColorIndex&quot;:5,&quot;pos&quot;:1,&quot;transparency&quot;:1}],&quot;type&quot;:2},&quot;shadow&quot;:{&quot;colorType&quot;:0},&quot;threeD&quot;:{&quot;curvedSurface&quot;:{&quot;brightness&quot;:0,&quot;colorType&quot;:2,&quot;rgb&quot;:&quot;#000000&quot;},&quot;depth&quot;:{&quot;colorType&quot;:0}}},&quot;text&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
  <p:tag name="KSO_WM_DIAGRAM_VERSION" val="3"/>
  <p:tag name="KSO_WM_DIAGRAM_COLOR_TRICK" val="1"/>
  <p:tag name="KSO_WM_DIAGRAM_COLOR_TEXT_CAN_REMOVE" val="n"/>
  <p:tag name="KSO_WM_UNIT_LINE_FORE_SCHEMECOLOR_INDEX_1_BRIGHTNESS" val="0"/>
  <p:tag name="KSO_WM_UNIT_LINE_FORE_SCHEMECOLOR_INDEX_1" val="5"/>
  <p:tag name="KSO_WM_UNIT_LINE_FORE_SCHEMECOLOR_INDEX_1_POS" val="0"/>
  <p:tag name="KSO_WM_UNIT_LINE_FORE_SCHEMECOLOR_INDEX_1_TRANS" val="0"/>
  <p:tag name="KSO_WM_UNIT_LINE_FORE_SCHEMECOLOR_INDEX_2_BRIGHTNESS" val="0"/>
  <p:tag name="KSO_WM_UNIT_LINE_FORE_SCHEMECOLOR_INDEX_2" val="5"/>
  <p:tag name="KSO_WM_UNIT_LINE_FORE_SCHEMECOLOR_INDEX_2_POS" val="0.466"/>
  <p:tag name="KSO_WM_UNIT_LINE_FORE_SCHEMECOLOR_INDEX_2_TRANS" val="0.72"/>
  <p:tag name="KSO_WM_UNIT_LINE_FORE_SCHEMECOLOR_INDEX_3_BRIGHTNESS" val="0"/>
  <p:tag name="KSO_WM_UNIT_LINE_FORE_SCHEMECOLOR_INDEX_3" val="5"/>
  <p:tag name="KSO_WM_UNIT_LINE_FORE_SCHEMECOLOR_INDEX_3_POS" val="1"/>
  <p:tag name="KSO_WM_UNIT_LINE_FORE_SCHEMECOLOR_INDEX_3_TRANS" val="1"/>
  <p:tag name="KSO_WM_UNIT_LINE_GRADIENT_TYPE" val="0"/>
  <p:tag name="KSO_WM_UNIT_LINE_GRADIENT_ANGLE" val="90"/>
  <p:tag name="KSO_WM_UNIT_LINE_GRADIENT_Direction" val="1"/>
  <p:tag name="KSO_WM_UNIT_LINE_FILL_TYPE" val="5"/>
  <p:tag name="KSO_WM_UNIT_USESOURCEFORMAT_APPLY" val="1"/>
  <p:tag name="KSO_WM_DIAGRAM_USE_COLOR_VALUE" val="{&quot;color_scheme&quot;:1,&quot;color_type&quot;:1,&quot;theme_color_indexes&quot;:[5,5,5,5,5,5]}"/>
</p:tagLst>
</file>

<file path=ppt/tags/tag27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1660_3*q_h_i*1_2_1"/>
  <p:tag name="KSO_WM_TEMPLATE_CATEGORY" val="diagram"/>
  <p:tag name="KSO_WM_TEMPLATE_INDEX" val="20231660"/>
  <p:tag name="KSO_WM_UNIT_LAYERLEVEL" val="1_1_1"/>
  <p:tag name="KSO_WM_TAG_VERSION" val="3.0"/>
  <p:tag name="KSO_WM_BEAUTIFY_FLAG" val="#wm#"/>
  <p:tag name="KSO_WM_UNIT_TYPE" val="q_h_i"/>
  <p:tag name="KSO_WM_UNIT_INDEX" val="1_2_1"/>
  <p:tag name="KSO_WM_DIAGRAM_GROUP_CODE" val="q1-1"/>
  <p:tag name="KSO_WM_DIAGRAM_MAX_ITEMCNT" val="6"/>
  <p:tag name="KSO_WM_DIAGRAM_MIN_ITEMCNT" val="2"/>
  <p:tag name="KSO_WM_DIAGRAM_VIRTUALLY_FRAME" val="{&quot;height&quot;:397.6,&quot;left&quot;:51.85,&quot;top&quot;:100.4,&quot;width&quot;:850.85}"/>
  <p:tag name="KSO_WM_DIAGRAM_COLOR_MATCH_VALUE" val="{&quot;shape&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1,&quot;transparency&quot;:0},&quot;type&quot;:1},&quot;glow&quot;:{&quot;colorType&quot;:0},&quot;line&quot;:{&quot;type&quot;:0},&quot;shadow&quot;:{&quot;colorType&quot;:0},&quot;threeD&quot;:{&quot;curvedSurface&quot;:{&quot;brightness&quot;:0,&quot;colorType&quot;:2,&quot;rgb&quot;:&quot;#000000&quot;},&quot;depth&quot;:{&quot;colorType&quot;:0}}}}"/>
  <p:tag name="KSO_WM_DIAGRAM_VERSION" val="3"/>
  <p:tag name="KSO_WM_DIAGRAM_COLOR_TRICK" val="1"/>
  <p:tag name="KSO_WM_DIAGRAM_COLOR_TEXT_CAN_REMOVE" val="n"/>
  <p:tag name="KSO_WM_UNIT_FILL_TYPE" val="1"/>
  <p:tag name="KSO_WM_UNIT_FILL_FORE_SCHEMECOLOR_INDEX" val="5"/>
  <p:tag name="KSO_WM_UNIT_FILL_FORE_SCHEMECOLOR_INDEX_BRIGHTNESS" val="0"/>
  <p:tag name="KSO_WM_UNIT_TEXT_FILL_FORE_SCHEMECOLOR_INDEX_BRIGHTNESS" val="0"/>
  <p:tag name="KSO_WM_UNIT_TEXT_FILL_FORE_SCHEMECOLOR_INDEX" val="1"/>
  <p:tag name="KSO_WM_UNIT_TEXT_FILL_TYPE" val="1"/>
  <p:tag name="KSO_WM_UNIT_USESOURCEFORMAT_APPLY" val="1"/>
  <p:tag name="KSO_WM_DIAGRAM_USE_COLOR_VALUE" val="{&quot;color_scheme&quot;:1,&quot;color_type&quot;:1,&quot;theme_color_indexes&quot;:[5,5,5,5,5,5]}"/>
</p:tagLst>
</file>

<file path=ppt/tags/tag27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1660_3*q_h_i*1_3_1"/>
  <p:tag name="KSO_WM_TEMPLATE_CATEGORY" val="diagram"/>
  <p:tag name="KSO_WM_TEMPLATE_INDEX" val="20231660"/>
  <p:tag name="KSO_WM_UNIT_LAYERLEVEL" val="1_1_1"/>
  <p:tag name="KSO_WM_TAG_VERSION" val="3.0"/>
  <p:tag name="KSO_WM_BEAUTIFY_FLAG" val="#wm#"/>
  <p:tag name="KSO_WM_UNIT_TYPE" val="q_h_i"/>
  <p:tag name="KSO_WM_UNIT_INDEX" val="1_3_1"/>
  <p:tag name="KSO_WM_DIAGRAM_GROUP_CODE" val="q1-1"/>
  <p:tag name="KSO_WM_DIAGRAM_MAX_ITEMCNT" val="6"/>
  <p:tag name="KSO_WM_DIAGRAM_MIN_ITEMCNT" val="2"/>
  <p:tag name="KSO_WM_DIAGRAM_VIRTUALLY_FRAME" val="{&quot;height&quot;:397.6,&quot;left&quot;:51.85,&quot;top&quot;:100.4,&quot;width&quot;:850.85}"/>
  <p:tag name="KSO_WM_DIAGRAM_COLOR_MATCH_VALUE" val="{&quot;shape&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1,&quot;transparency&quot;:0},&quot;type&quot;:1},&quot;glow&quot;:{&quot;colorType&quot;:0},&quot;line&quot;:{&quot;type&quot;:0},&quot;shadow&quot;:{&quot;colorType&quot;:0},&quot;threeD&quot;:{&quot;curvedSurface&quot;:{&quot;brightness&quot;:0,&quot;colorType&quot;:2,&quot;rgb&quot;:&quot;#000000&quot;},&quot;depth&quot;:{&quot;colorType&quot;:0}}}}"/>
  <p:tag name="KSO_WM_DIAGRAM_VERSION" val="3"/>
  <p:tag name="KSO_WM_DIAGRAM_COLOR_TRICK" val="1"/>
  <p:tag name="KSO_WM_DIAGRAM_COLOR_TEXT_CAN_REMOVE" val="n"/>
  <p:tag name="KSO_WM_UNIT_FILL_TYPE" val="1"/>
  <p:tag name="KSO_WM_UNIT_FILL_FORE_SCHEMECOLOR_INDEX" val="5"/>
  <p:tag name="KSO_WM_UNIT_FILL_FORE_SCHEMECOLOR_INDEX_BRIGHTNESS" val="0"/>
  <p:tag name="KSO_WM_UNIT_TEXT_FILL_FORE_SCHEMECOLOR_INDEX_BRIGHTNESS" val="0"/>
  <p:tag name="KSO_WM_UNIT_TEXT_FILL_FORE_SCHEMECOLOR_INDEX" val="1"/>
  <p:tag name="KSO_WM_UNIT_TEXT_FILL_TYPE" val="1"/>
  <p:tag name="KSO_WM_UNIT_USESOURCEFORMAT_APPLY" val="1"/>
  <p:tag name="KSO_WM_DIAGRAM_USE_COLOR_VALUE" val="{&quot;color_scheme&quot;:1,&quot;color_type&quot;:1,&quot;theme_color_indexes&quot;:[5,5,5,5,5,5]}"/>
</p:tagLst>
</file>

<file path=ppt/tags/tag27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1660_3*q_h_i*1_4_1"/>
  <p:tag name="KSO_WM_TEMPLATE_CATEGORY" val="diagram"/>
  <p:tag name="KSO_WM_TEMPLATE_INDEX" val="20231660"/>
  <p:tag name="KSO_WM_UNIT_LAYERLEVEL" val="1_1_1"/>
  <p:tag name="KSO_WM_TAG_VERSION" val="3.0"/>
  <p:tag name="KSO_WM_BEAUTIFY_FLAG" val="#wm#"/>
  <p:tag name="KSO_WM_UNIT_TYPE" val="q_h_i"/>
  <p:tag name="KSO_WM_UNIT_INDEX" val="1_4_1"/>
  <p:tag name="KSO_WM_DIAGRAM_GROUP_CODE" val="q1-1"/>
  <p:tag name="KSO_WM_DIAGRAM_MAX_ITEMCNT" val="6"/>
  <p:tag name="KSO_WM_DIAGRAM_MIN_ITEMCNT" val="2"/>
  <p:tag name="KSO_WM_DIAGRAM_VIRTUALLY_FRAME" val="{&quot;height&quot;:397.6,&quot;left&quot;:51.85,&quot;top&quot;:100.4,&quot;width&quot;:850.85}"/>
  <p:tag name="KSO_WM_DIAGRAM_COLOR_MATCH_VALUE" val="{&quot;shape&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1,&quot;transparency&quot;:0},&quot;type&quot;:1},&quot;glow&quot;:{&quot;colorType&quot;:0},&quot;line&quot;:{&quot;type&quot;:0},&quot;shadow&quot;:{&quot;colorType&quot;:0},&quot;threeD&quot;:{&quot;curvedSurface&quot;:{&quot;brightness&quot;:0,&quot;colorType&quot;:2,&quot;rgb&quot;:&quot;#000000&quot;},&quot;depth&quot;:{&quot;colorType&quot;:0}}}}"/>
  <p:tag name="KSO_WM_DIAGRAM_VERSION" val="3"/>
  <p:tag name="KSO_WM_DIAGRAM_COLOR_TRICK" val="1"/>
  <p:tag name="KSO_WM_DIAGRAM_COLOR_TEXT_CAN_REMOVE" val="n"/>
  <p:tag name="KSO_WM_UNIT_FILL_TYPE" val="1"/>
  <p:tag name="KSO_WM_UNIT_FILL_FORE_SCHEMECOLOR_INDEX" val="5"/>
  <p:tag name="KSO_WM_UNIT_FILL_FORE_SCHEMECOLOR_INDEX_BRIGHTNESS" val="0"/>
  <p:tag name="KSO_WM_UNIT_TEXT_FILL_FORE_SCHEMECOLOR_INDEX_BRIGHTNESS" val="0"/>
  <p:tag name="KSO_WM_UNIT_TEXT_FILL_FORE_SCHEMECOLOR_INDEX" val="1"/>
  <p:tag name="KSO_WM_UNIT_TEXT_FILL_TYPE" val="1"/>
  <p:tag name="KSO_WM_UNIT_USESOURCEFORMAT_APPLY" val="1"/>
  <p:tag name="KSO_WM_DIAGRAM_USE_COLOR_VALUE" val="{&quot;color_scheme&quot;:1,&quot;color_type&quot;:1,&quot;theme_color_indexes&quot;:[5,5,5,5,5,5]}"/>
</p:tagLst>
</file>

<file path=ppt/tags/tag273.xml><?xml version="1.0" encoding="utf-8"?>
<p:tagLst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q_h_f"/>
  <p:tag name="KSO_WM_UNIT_INDEX" val="1_2_1"/>
  <p:tag name="KSO_WM_UNIT_ID" val="diagram20231660_3*q_h_f*1_2_1"/>
  <p:tag name="KSO_WM_TEMPLATE_CATEGORY" val="diagram"/>
  <p:tag name="KSO_WM_TEMPLATE_INDEX" val="20231660"/>
  <p:tag name="KSO_WM_UNIT_LAYERLEVEL" val="1_1_1"/>
  <p:tag name="KSO_WM_TAG_VERSION" val="3.0"/>
  <p:tag name="KSO_WM_BEAUTIFY_FLAG" val="#wm#"/>
  <p:tag name="KSO_WM_DIAGRAM_GROUP_CODE" val="q1-1"/>
  <p:tag name="KSO_WM_DIAGRAM_MAX_ITEMCNT" val="6"/>
  <p:tag name="KSO_WM_DIAGRAM_MIN_ITEMCNT" val="2"/>
  <p:tag name="KSO_WM_DIAGRAM_VIRTUALLY_FRAME" val="{&quot;height&quot;:397.6,&quot;left&quot;:51.85,&quot;top&quot;:100.4,&quot;width&quot;:850.8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DIAGRAM_VERSION" val="3"/>
  <p:tag name="KSO_WM_DIAGRAM_COLOR_TRICK" val="1"/>
  <p:tag name="KSO_WM_DIAGRAM_COLOR_TEXT_CAN_REMOVE" val="n"/>
  <p:tag name="KSO_WM_UNIT_TEXT_FILL_FORE_SCHEMECOLOR_INDEX" val="1"/>
  <p:tag name="KSO_WM_UNIT_TEXT_FILL_TYPE" val="1"/>
  <p:tag name="KSO_WM_UNIT_PRESET_TEXT" val="单击此处输入您的项正文文字是您思想的提炼"/>
  <p:tag name="KSO_WM_UNIT_TEXT_TYPE" val="1"/>
  <p:tag name="KSO_WM_UNIT_USESOURCEFORMAT_APPLY" val="1"/>
  <p:tag name="KSO_WM_DIAGRAM_USE_COLOR_VALUE" val="{&quot;color_scheme&quot;:1,&quot;color_type&quot;:1,&quot;theme_color_indexes&quot;:[5,5,5,5,5,5]}"/>
</p:tagLst>
</file>

<file path=ppt/tags/tag274.xml><?xml version="1.0" encoding="utf-8"?>
<p:tagLst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q_h_a"/>
  <p:tag name="KSO_WM_UNIT_INDEX" val="1_2_1"/>
  <p:tag name="KSO_WM_UNIT_ID" val="diagram20231660_3*q_h_a*1_2_1"/>
  <p:tag name="KSO_WM_TEMPLATE_CATEGORY" val="diagram"/>
  <p:tag name="KSO_WM_TEMPLATE_INDEX" val="20231660"/>
  <p:tag name="KSO_WM_UNIT_LAYERLEVEL" val="1_1_1"/>
  <p:tag name="KSO_WM_TAG_VERSION" val="3.0"/>
  <p:tag name="KSO_WM_BEAUTIFY_FLAG" val="#wm#"/>
  <p:tag name="KSO_WM_DIAGRAM_GROUP_CODE" val="q1-1"/>
  <p:tag name="KSO_WM_DIAGRAM_MAX_ITEMCNT" val="6"/>
  <p:tag name="KSO_WM_DIAGRAM_MIN_ITEMCNT" val="2"/>
  <p:tag name="KSO_WM_DIAGRAM_VIRTUALLY_FRAME" val="{&quot;height&quot;:397.6,&quot;left&quot;:51.85,&quot;top&quot;:100.4,&quot;width&quot;:850.8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DIAGRAM_VERSION" val="3"/>
  <p:tag name="KSO_WM_DIAGRAM_COLOR_TRICK" val="1"/>
  <p:tag name="KSO_WM_DIAGRAM_COLOR_TEXT_CAN_REMOVE" val="n"/>
  <p:tag name="KSO_WM_UNIT_TEXT_FILL_FORE_SCHEMECOLOR_INDEX" val="1"/>
  <p:tag name="KSO_WM_UNIT_TEXT_FILL_TYPE" val="1"/>
  <p:tag name="KSO_WM_UNIT_PRESET_TEXT" val="此处添加标题"/>
  <p:tag name="KSO_WM_UNIT_TEXT_TYPE" val="1"/>
  <p:tag name="KSO_WM_UNIT_USESOURCEFORMAT_APPLY" val="1"/>
  <p:tag name="KSO_WM_DIAGRAM_USE_COLOR_VALUE" val="{&quot;color_scheme&quot;:1,&quot;color_type&quot;:1,&quot;theme_color_indexes&quot;:[5,5,5,5,5,5]}"/>
</p:tagLst>
</file>

<file path=ppt/tags/tag275.xml><?xml version="1.0" encoding="utf-8"?>
<p:tagLst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q_h_f"/>
  <p:tag name="KSO_WM_UNIT_INDEX" val="1_4_1"/>
  <p:tag name="KSO_WM_UNIT_ID" val="diagram20231660_3*q_h_f*1_4_1"/>
  <p:tag name="KSO_WM_TEMPLATE_CATEGORY" val="diagram"/>
  <p:tag name="KSO_WM_TEMPLATE_INDEX" val="20231660"/>
  <p:tag name="KSO_WM_UNIT_LAYERLEVEL" val="1_1_1"/>
  <p:tag name="KSO_WM_TAG_VERSION" val="3.0"/>
  <p:tag name="KSO_WM_BEAUTIFY_FLAG" val="#wm#"/>
  <p:tag name="KSO_WM_DIAGRAM_GROUP_CODE" val="q1-1"/>
  <p:tag name="KSO_WM_DIAGRAM_MAX_ITEMCNT" val="6"/>
  <p:tag name="KSO_WM_DIAGRAM_MIN_ITEMCNT" val="2"/>
  <p:tag name="KSO_WM_DIAGRAM_VIRTUALLY_FRAME" val="{&quot;height&quot;:397.6,&quot;left&quot;:51.85,&quot;top&quot;:100.4,&quot;width&quot;:850.8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DIAGRAM_VERSION" val="3"/>
  <p:tag name="KSO_WM_DIAGRAM_COLOR_TRICK" val="1"/>
  <p:tag name="KSO_WM_DIAGRAM_COLOR_TEXT_CAN_REMOVE" val="n"/>
  <p:tag name="KSO_WM_UNIT_TEXT_FILL_FORE_SCHEMECOLOR_INDEX" val="1"/>
  <p:tag name="KSO_WM_UNIT_TEXT_FILL_TYPE" val="1"/>
  <p:tag name="KSO_WM_UNIT_PRESET_TEXT" val="单击此处输入您的项正文文字是您思想的提炼"/>
  <p:tag name="KSO_WM_UNIT_TEXT_TYPE" val="1"/>
  <p:tag name="KSO_WM_UNIT_USESOURCEFORMAT_APPLY" val="1"/>
  <p:tag name="KSO_WM_DIAGRAM_USE_COLOR_VALUE" val="{&quot;color_scheme&quot;:1,&quot;color_type&quot;:1,&quot;theme_color_indexes&quot;:[5,5,5,5,5,5]}"/>
</p:tagLst>
</file>

<file path=ppt/tags/tag276.xml><?xml version="1.0" encoding="utf-8"?>
<p:tagLst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q_h_a"/>
  <p:tag name="KSO_WM_UNIT_INDEX" val="1_4_1"/>
  <p:tag name="KSO_WM_UNIT_ID" val="diagram20231660_3*q_h_a*1_4_1"/>
  <p:tag name="KSO_WM_TEMPLATE_CATEGORY" val="diagram"/>
  <p:tag name="KSO_WM_TEMPLATE_INDEX" val="20231660"/>
  <p:tag name="KSO_WM_UNIT_LAYERLEVEL" val="1_1_1"/>
  <p:tag name="KSO_WM_TAG_VERSION" val="3.0"/>
  <p:tag name="KSO_WM_BEAUTIFY_FLAG" val="#wm#"/>
  <p:tag name="KSO_WM_DIAGRAM_GROUP_CODE" val="q1-1"/>
  <p:tag name="KSO_WM_DIAGRAM_MAX_ITEMCNT" val="6"/>
  <p:tag name="KSO_WM_DIAGRAM_MIN_ITEMCNT" val="2"/>
  <p:tag name="KSO_WM_DIAGRAM_VIRTUALLY_FRAME" val="{&quot;height&quot;:397.6,&quot;left&quot;:51.85,&quot;top&quot;:100.4,&quot;width&quot;:850.8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DIAGRAM_VERSION" val="3"/>
  <p:tag name="KSO_WM_DIAGRAM_COLOR_TRICK" val="1"/>
  <p:tag name="KSO_WM_DIAGRAM_COLOR_TEXT_CAN_REMOVE" val="n"/>
  <p:tag name="KSO_WM_UNIT_TEXT_FILL_FORE_SCHEMECOLOR_INDEX" val="1"/>
  <p:tag name="KSO_WM_UNIT_TEXT_FILL_TYPE" val="1"/>
  <p:tag name="KSO_WM_UNIT_PRESET_TEXT" val="此处添加标题"/>
  <p:tag name="KSO_WM_UNIT_TEXT_TYPE" val="1"/>
  <p:tag name="KSO_WM_UNIT_USESOURCEFORMAT_APPLY" val="1"/>
  <p:tag name="KSO_WM_DIAGRAM_USE_COLOR_VALUE" val="{&quot;color_scheme&quot;:1,&quot;color_type&quot;:1,&quot;theme_color_indexes&quot;:[5,5,5,5,5,5]}"/>
</p:tagLst>
</file>

<file path=ppt/tags/tag277.xml><?xml version="1.0" encoding="utf-8"?>
<p:tagLst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q_h_f"/>
  <p:tag name="KSO_WM_UNIT_INDEX" val="1_3_1"/>
  <p:tag name="KSO_WM_UNIT_ID" val="diagram20231660_3*q_h_f*1_3_1"/>
  <p:tag name="KSO_WM_TEMPLATE_CATEGORY" val="diagram"/>
  <p:tag name="KSO_WM_TEMPLATE_INDEX" val="20231660"/>
  <p:tag name="KSO_WM_UNIT_LAYERLEVEL" val="1_1_1"/>
  <p:tag name="KSO_WM_TAG_VERSION" val="3.0"/>
  <p:tag name="KSO_WM_BEAUTIFY_FLAG" val="#wm#"/>
  <p:tag name="KSO_WM_DIAGRAM_GROUP_CODE" val="q1-1"/>
  <p:tag name="KSO_WM_DIAGRAM_MAX_ITEMCNT" val="6"/>
  <p:tag name="KSO_WM_DIAGRAM_MIN_ITEMCNT" val="2"/>
  <p:tag name="KSO_WM_DIAGRAM_VIRTUALLY_FRAME" val="{&quot;height&quot;:397.6,&quot;left&quot;:51.85,&quot;top&quot;:100.4,&quot;width&quot;:850.8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DIAGRAM_VERSION" val="3"/>
  <p:tag name="KSO_WM_DIAGRAM_COLOR_TRICK" val="1"/>
  <p:tag name="KSO_WM_DIAGRAM_COLOR_TEXT_CAN_REMOVE" val="n"/>
  <p:tag name="KSO_WM_UNIT_TEXT_FILL_FORE_SCHEMECOLOR_INDEX" val="1"/>
  <p:tag name="KSO_WM_UNIT_TEXT_FILL_TYPE" val="1"/>
  <p:tag name="KSO_WM_UNIT_PRESET_TEXT" val="单击此处输入您的项正文文字是您思想的提炼"/>
  <p:tag name="KSO_WM_UNIT_TEXT_TYPE" val="1"/>
  <p:tag name="KSO_WM_UNIT_USESOURCEFORMAT_APPLY" val="1"/>
  <p:tag name="KSO_WM_DIAGRAM_USE_COLOR_VALUE" val="{&quot;color_scheme&quot;:1,&quot;color_type&quot;:1,&quot;theme_color_indexes&quot;:[5,5,5,5,5,5]}"/>
</p:tagLst>
</file>

<file path=ppt/tags/tag278.xml><?xml version="1.0" encoding="utf-8"?>
<p:tagLst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q_h_a"/>
  <p:tag name="KSO_WM_UNIT_INDEX" val="1_3_1"/>
  <p:tag name="KSO_WM_UNIT_ID" val="diagram20231660_3*q_h_a*1_3_1"/>
  <p:tag name="KSO_WM_TEMPLATE_CATEGORY" val="diagram"/>
  <p:tag name="KSO_WM_TEMPLATE_INDEX" val="20231660"/>
  <p:tag name="KSO_WM_UNIT_LAYERLEVEL" val="1_1_1"/>
  <p:tag name="KSO_WM_TAG_VERSION" val="3.0"/>
  <p:tag name="KSO_WM_BEAUTIFY_FLAG" val="#wm#"/>
  <p:tag name="KSO_WM_DIAGRAM_GROUP_CODE" val="q1-1"/>
  <p:tag name="KSO_WM_DIAGRAM_MAX_ITEMCNT" val="6"/>
  <p:tag name="KSO_WM_DIAGRAM_MIN_ITEMCNT" val="2"/>
  <p:tag name="KSO_WM_DIAGRAM_VIRTUALLY_FRAME" val="{&quot;height&quot;:397.6,&quot;left&quot;:51.85,&quot;top&quot;:100.4,&quot;width&quot;:850.8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DIAGRAM_VERSION" val="3"/>
  <p:tag name="KSO_WM_DIAGRAM_COLOR_TRICK" val="1"/>
  <p:tag name="KSO_WM_DIAGRAM_COLOR_TEXT_CAN_REMOVE" val="n"/>
  <p:tag name="KSO_WM_UNIT_TEXT_FILL_FORE_SCHEMECOLOR_INDEX" val="1"/>
  <p:tag name="KSO_WM_UNIT_TEXT_FILL_TYPE" val="1"/>
  <p:tag name="KSO_WM_UNIT_PRESET_TEXT" val="此处添加标题"/>
  <p:tag name="KSO_WM_UNIT_TEXT_TYPE" val="1"/>
  <p:tag name="KSO_WM_UNIT_USESOURCEFORMAT_APPLY" val="1"/>
  <p:tag name="KSO_WM_DIAGRAM_USE_COLOR_VALUE" val="{&quot;color_scheme&quot;:1,&quot;color_type&quot;:1,&quot;theme_color_indexes&quot;:[5,5,5,5,5,5]}"/>
</p:tagLst>
</file>

<file path=ppt/tags/tag27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q_h_i"/>
  <p:tag name="KSO_WM_UNIT_INDEX" val="1_1_1"/>
  <p:tag name="KSO_WM_UNIT_ID" val="diagram20231660_3*q_h_i*1_1_1"/>
  <p:tag name="KSO_WM_TEMPLATE_CATEGORY" val="diagram"/>
  <p:tag name="KSO_WM_TEMPLATE_INDEX" val="20231660"/>
  <p:tag name="KSO_WM_UNIT_LAYERLEVEL" val="1_1_1"/>
  <p:tag name="KSO_WM_TAG_VERSION" val="3.0"/>
  <p:tag name="KSO_WM_BEAUTIFY_FLAG" val="#wm#"/>
  <p:tag name="KSO_WM_DIAGRAM_GROUP_CODE" val="q1-1"/>
  <p:tag name="KSO_WM_DIAGRAM_VERSION" val="3"/>
  <p:tag name="KSO_WM_DIAGRAM_COLOR_TRICK" val="1"/>
  <p:tag name="KSO_WM_DIAGRAM_COLOR_TEXT_CAN_REMOVE" val="n"/>
  <p:tag name="KSO_WM_DIAGRAM_MAX_ITEMCNT" val="6"/>
  <p:tag name="KSO_WM_DIAGRAM_MIN_ITEMCNT" val="2"/>
  <p:tag name="KSO_WM_DIAGRAM_VIRTUALLY_FRAME" val="{&quot;height&quot;:397.6,&quot;left&quot;:51.85,&quot;top&quot;:100.4,&quot;width&quot;:850.85}"/>
  <p:tag name="KSO_WM_DIAGRAM_COLOR_MATCH_VALUE" val="{&quot;shape&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1,&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1"/>
  <p:tag name="KSO_WM_UNIT_FILL_FORE_SCHEMECOLOR_INDEX" val="5"/>
  <p:tag name="KSO_WM_UNIT_FILL_FORE_SCHEMECOLOR_INDEX_BRIGHTNESS" val="0"/>
  <p:tag name="KSO_WM_UNIT_TEXT_FILL_FORE_SCHEMECOLOR_INDEX_BRIGHTNESS" val="0"/>
  <p:tag name="KSO_WM_UNIT_TEXT_FILL_FORE_SCHEMECOLOR_INDEX" val="1"/>
  <p:tag name="KSO_WM_UNIT_TEXT_FILL_TYPE" val="1"/>
  <p:tag name="KSO_WM_UNIT_USESOURCEFORMAT_APPLY" val="1"/>
  <p:tag name="KSO_WM_DIAGRAM_USE_COLOR_VALUE" val="{&quot;color_scheme&quot;:1,&quot;color_type&quot;:1,&quot;theme_color_indexes&quot;:[5,5,5,5,5,5]}"/>
</p:tagLst>
</file>

<file path=ppt/tags/tag280.xml><?xml version="1.0" encoding="utf-8"?>
<p:tagLst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q_h_f"/>
  <p:tag name="KSO_WM_UNIT_INDEX" val="1_1_1"/>
  <p:tag name="KSO_WM_UNIT_ID" val="diagram20231660_3*q_h_f*1_1_1"/>
  <p:tag name="KSO_WM_TEMPLATE_CATEGORY" val="diagram"/>
  <p:tag name="KSO_WM_TEMPLATE_INDEX" val="20231660"/>
  <p:tag name="KSO_WM_UNIT_LAYERLEVEL" val="1_1_1"/>
  <p:tag name="KSO_WM_TAG_VERSION" val="3.0"/>
  <p:tag name="KSO_WM_BEAUTIFY_FLAG" val="#wm#"/>
  <p:tag name="KSO_WM_DIAGRAM_GROUP_CODE" val="q1-1"/>
  <p:tag name="KSO_WM_DIAGRAM_VERSION" val="3"/>
  <p:tag name="KSO_WM_DIAGRAM_COLOR_TRICK" val="1"/>
  <p:tag name="KSO_WM_DIAGRAM_COLOR_TEXT_CAN_REMOVE" val="n"/>
  <p:tag name="KSO_WM_DIAGRAM_MAX_ITEMCNT" val="6"/>
  <p:tag name="KSO_WM_DIAGRAM_MIN_ITEMCNT" val="2"/>
  <p:tag name="KSO_WM_DIAGRAM_VIRTUALLY_FRAME" val="{&quot;height&quot;:397.6,&quot;left&quot;:51.85,&quot;top&quot;:100.4,&quot;width&quot;:850.8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TEXT_FILL_FORE_SCHEMECOLOR_INDEX" val="1"/>
  <p:tag name="KSO_WM_UNIT_TEXT_FILL_TYPE" val="1"/>
  <p:tag name="KSO_WM_UNIT_PRESET_TEXT" val="单击此处输入您的项正文文字是您思想的提炼"/>
  <p:tag name="KSO_WM_UNIT_TEXT_TYPE" val="1"/>
  <p:tag name="KSO_WM_UNIT_USESOURCEFORMAT_APPLY" val="1"/>
  <p:tag name="KSO_WM_DIAGRAM_USE_COLOR_VALUE" val="{&quot;color_scheme&quot;:1,&quot;color_type&quot;:1,&quot;theme_color_indexes&quot;:[5,5,5,5,5,5]}"/>
</p:tagLst>
</file>

<file path=ppt/tags/tag281.xml><?xml version="1.0" encoding="utf-8"?>
<p:tagLst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q_h_a"/>
  <p:tag name="KSO_WM_UNIT_INDEX" val="1_1_1"/>
  <p:tag name="KSO_WM_UNIT_ID" val="diagram20231660_3*q_h_a*1_1_1"/>
  <p:tag name="KSO_WM_TEMPLATE_CATEGORY" val="diagram"/>
  <p:tag name="KSO_WM_TEMPLATE_INDEX" val="20231660"/>
  <p:tag name="KSO_WM_UNIT_LAYERLEVEL" val="1_1_1"/>
  <p:tag name="KSO_WM_TAG_VERSION" val="3.0"/>
  <p:tag name="KSO_WM_BEAUTIFY_FLAG" val="#wm#"/>
  <p:tag name="KSO_WM_DIAGRAM_GROUP_CODE" val="q1-1"/>
  <p:tag name="KSO_WM_DIAGRAM_VERSION" val="3"/>
  <p:tag name="KSO_WM_DIAGRAM_COLOR_TRICK" val="1"/>
  <p:tag name="KSO_WM_DIAGRAM_COLOR_TEXT_CAN_REMOVE" val="n"/>
  <p:tag name="KSO_WM_DIAGRAM_MAX_ITEMCNT" val="6"/>
  <p:tag name="KSO_WM_DIAGRAM_MIN_ITEMCNT" val="2"/>
  <p:tag name="KSO_WM_DIAGRAM_VIRTUALLY_FRAME" val="{&quot;height&quot;:397.6,&quot;left&quot;:51.85,&quot;top&quot;:100.4,&quot;width&quot;:850.8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UNIT_TEXT_FILL_FORE_SCHEMECOLOR_INDEX" val="1"/>
  <p:tag name="KSO_WM_UNIT_TEXT_FILL_TYPE" val="1"/>
  <p:tag name="KSO_WM_UNIT_PRESET_TEXT" val="此处添加标题"/>
  <p:tag name="KSO_WM_UNIT_TEXT_TYPE" val="1"/>
  <p:tag name="KSO_WM_UNIT_USESOURCEFORMAT_APPLY" val="1"/>
  <p:tag name="KSO_WM_DIAGRAM_USE_COLOR_VALUE" val="{&quot;color_scheme&quot;:1,&quot;color_type&quot;:1,&quot;theme_color_indexes&quot;:[5,5,5,5,5,5]}"/>
</p:tagLst>
</file>

<file path=ppt/tags/tag282.xml><?xml version="1.0" encoding="utf-8"?>
<p:tagLst xmlns:p="http://schemas.openxmlformats.org/presentationml/2006/main">
  <p:tag name="KSO_WM_BEAUTIFY_FLAG" val="#wm#"/>
  <p:tag name="KSO_WM_TEMPLATE_CATEGORY" val="custom"/>
  <p:tag name="KSO_WM_TEMPLATE_INDEX" val="20205176"/>
  <p:tag name="KSO_WM_SPECIAL_SOURCE" val="bdnull"/>
  <p:tag name="KSO_WM_SLIDE_ITEM_CNT" val="4"/>
  <p:tag name="resource_record_key" val="{&quot;10&quot;:[19966243,19510712,50039579],&quot;65&quot;:[20205176]}"/>
</p:tagLst>
</file>

<file path=ppt/tags/tag28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284.xml><?xml version="1.0" encoding="utf-8"?>
<p:tagLst xmlns:p="http://schemas.openxmlformats.org/presentationml/2006/main">
  <p:tag name="KSO_WM_BEAUTIFY_FLAG" val=""/>
</p:tagLst>
</file>

<file path=ppt/tags/tag285.xml><?xml version="1.0" encoding="utf-8"?>
<p:tagLst xmlns:p="http://schemas.openxmlformats.org/presentationml/2006/main">
  <p:tag name="KSO_WM_BEAUTIFY_FLAG" val=""/>
</p:tagLst>
</file>

<file path=ppt/tags/tag286.xml><?xml version="1.0" encoding="utf-8"?>
<p:tagLst xmlns:p="http://schemas.openxmlformats.org/presentationml/2006/main">
  <p:tag name="KSO_WM_BEAUTIFY_FLAG" val=""/>
</p:tagLst>
</file>

<file path=ppt/tags/tag287.xml><?xml version="1.0" encoding="utf-8"?>
<p:tagLst xmlns:p="http://schemas.openxmlformats.org/presentationml/2006/main">
  <p:tag name="KSO_WM_BEAUTIFY_FLAG" val=""/>
</p:tagLst>
</file>

<file path=ppt/tags/tag288.xml><?xml version="1.0" encoding="utf-8"?>
<p:tagLst xmlns:p="http://schemas.openxmlformats.org/presentationml/2006/main">
  <p:tag name="KSO_WM_BEAUTIFY_FLAG" val=""/>
</p:tagLst>
</file>

<file path=ppt/tags/tag289.xml><?xml version="1.0" encoding="utf-8"?>
<p:tagLst xmlns:p="http://schemas.openxmlformats.org/presentationml/2006/main">
  <p:tag name="KSO_WM_BEAUTIFY_FLAG" val=""/>
</p:tagLst>
</file>

<file path=ppt/tags/tag290.xml><?xml version="1.0" encoding="utf-8"?>
<p:tagLst xmlns:p="http://schemas.openxmlformats.org/presentationml/2006/main">
  <p:tag name="KSO_WM_BEAUTIFY_FLAG" val=""/>
</p:tagLst>
</file>

<file path=ppt/tags/tag291.xml><?xml version="1.0" encoding="utf-8"?>
<p:tagLst xmlns:p="http://schemas.openxmlformats.org/presentationml/2006/main">
  <p:tag name="KSO_WM_BEAUTIFY_FLAG" val=""/>
</p:tagLst>
</file>

<file path=ppt/tags/tag292.xml><?xml version="1.0" encoding="utf-8"?>
<p:tagLst xmlns:p="http://schemas.openxmlformats.org/presentationml/2006/main">
  <p:tag name="KSO_WM_BEAUTIFY_FLAG" val=""/>
</p:tagLst>
</file>

<file path=ppt/tags/tag293.xml><?xml version="1.0" encoding="utf-8"?>
<p:tagLst xmlns:p="http://schemas.openxmlformats.org/presentationml/2006/main">
  <p:tag name="KSO_WM_BEAUTIFY_FLAG" val=""/>
</p:tagLst>
</file>

<file path=ppt/tags/tag294.xml><?xml version="1.0" encoding="utf-8"?>
<p:tagLst xmlns:p="http://schemas.openxmlformats.org/presentationml/2006/main">
  <p:tag name="KSO_WM_DIAGRAM_VIRTUALLY_FRAME" val="{&quot;height&quot;:155,&quot;left&quot;:0,&quot;top&quot;:217.65,&quot;width&quot;:899.45}"/>
</p:tagLst>
</file>

<file path=ppt/tags/tag295.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i"/>
  <p:tag name="KSO_WM_UNIT_INDEX" val="1_1"/>
  <p:tag name="KSO_WM_UNIT_ID" val="diagram20233243_1*m_i*1_1"/>
  <p:tag name="KSO_WM_TEMPLATE_CATEGORY" val="diagram"/>
  <p:tag name="KSO_WM_TEMPLATE_INDEX" val="20233243"/>
  <p:tag name="KSO_WM_UNIT_LAYERLEVEL" val="1_1"/>
  <p:tag name="KSO_WM_TAG_VERSION" val="3.0"/>
  <p:tag name="KSO_WM_DIAGRAM_VERSION" val="3"/>
  <p:tag name="KSO_WM_DIAGRAM_COLOR_TRICK" val="1"/>
  <p:tag name="KSO_WM_DIAGRAM_COLOR_TEXT_CAN_REMOVE" val="n"/>
  <p:tag name="KSO_WM_DIAGRAM_MAX_ITEMCNT" val="6"/>
  <p:tag name="KSO_WM_DIAGRAM_MIN_ITEMCNT" val="4"/>
  <p:tag name="KSO_WM_DIAGRAM_VIRTUALLY_FRAME" val="{&quot;height&quot;:155,&quot;left&quot;:0,&quot;top&quot;:217.65,&quot;width&quot;:899.45}"/>
  <p:tag name="KSO_WM_DIAGRAM_COLOR_MATCH_VALUE" val="{&quot;shape&quot;:{&quot;fill&quot;:{&quot;type&quot;:0},&quot;glow&quot;:{&quot;colorType&quot;:0},&quot;line&quot;:{&quot;solidLine&quot;:{&quot;brightness&quot;:0,&quot;colorType&quot;:1,&quot;foreColorIndex&quot;:5,&quot;transparency&quot;:0.6499999761581421},&quot;type&quot;:1},&quot;shadow&quot;:{&quot;colorType&quot;:0},&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LINE_FORE_SCHEMECOLOR_INDEX" val="5"/>
  <p:tag name="KSO_WM_DIAGRAM_USE_COLOR_VALUE" val="{&quot;color_scheme&quot;:1,&quot;color_type&quot;:1,&quot;theme_color_indexes&quot;:[5,5,5,5,5,5]}"/>
</p:tagLst>
</file>

<file path=ppt/tags/tag296.xml><?xml version="1.0" encoding="utf-8"?>
<p:tagLst xmlns:p="http://schemas.openxmlformats.org/presentationml/2006/main">
  <p:tag name="KSO_WM_DIAGRAM_VIRTUALLY_FRAME" val="{&quot;height&quot;:177.0054321289068,&quot;left&quot;:0,&quot;top&quot;:203.92228393554632,&quot;width&quot;:929.5944881889764}"/>
</p:tagLst>
</file>

<file path=ppt/tags/tag297.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i"/>
  <p:tag name="KSO_WM_UNIT_INDEX" val="1_2"/>
  <p:tag name="KSO_WM_UNIT_ID" val="diagram20233243_1*m_i*1_2"/>
  <p:tag name="KSO_WM_TEMPLATE_CATEGORY" val="diagram"/>
  <p:tag name="KSO_WM_TEMPLATE_INDEX" val="20233243"/>
  <p:tag name="KSO_WM_UNIT_LAYERLEVEL" val="1_1"/>
  <p:tag name="KSO_WM_TAG_VERSION" val="3.0"/>
  <p:tag name="KSO_WM_DIAGRAM_VERSION" val="3"/>
  <p:tag name="KSO_WM_DIAGRAM_COLOR_TRICK" val="1"/>
  <p:tag name="KSO_WM_DIAGRAM_COLOR_TEXT_CAN_REMOVE" val="n"/>
  <p:tag name="KSO_WM_DIAGRAM_MAX_ITEMCNT" val="6"/>
  <p:tag name="KSO_WM_DIAGRAM_MIN_ITEMCNT" val="4"/>
  <p:tag name="KSO_WM_DIAGRAM_VIRTUALLY_FRAME" val="{&quot;height&quot;:155,&quot;left&quot;:0,&quot;top&quot;:217.65,&quot;width&quot;:899.45}"/>
  <p:tag name="KSO_WM_DIAGRAM_COLOR_MATCH_VALUE" val="{&quot;shape&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FILL_TYPE" val="1"/>
  <p:tag name="KSO_WM_UNIT_FILL_FORE_SCHEMECOLOR_INDEX" val="5"/>
  <p:tag name="KSO_WM_UNIT_FILL_FORE_SCHEMECOLOR_INDEX_BRIGHTNESS" val="0"/>
  <p:tag name="KSO_WM_DIAGRAM_USE_COLOR_VALUE" val="{&quot;color_scheme&quot;:1,&quot;color_type&quot;:1,&quot;theme_color_indexes&quot;:[5,5,5,5,5,5]}"/>
</p:tagLst>
</file>

<file path=ppt/tags/tag298.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i"/>
  <p:tag name="KSO_WM_UNIT_INDEX" val="1_3"/>
  <p:tag name="KSO_WM_UNIT_ID" val="diagram20233243_1*m_i*1_3"/>
  <p:tag name="KSO_WM_TEMPLATE_CATEGORY" val="diagram"/>
  <p:tag name="KSO_WM_TEMPLATE_INDEX" val="20233243"/>
  <p:tag name="KSO_WM_UNIT_LAYERLEVEL" val="1_1"/>
  <p:tag name="KSO_WM_TAG_VERSION" val="3.0"/>
  <p:tag name="KSO_WM_DIAGRAM_VERSION" val="3"/>
  <p:tag name="KSO_WM_DIAGRAM_COLOR_TRICK" val="1"/>
  <p:tag name="KSO_WM_DIAGRAM_COLOR_TEXT_CAN_REMOVE" val="n"/>
  <p:tag name="KSO_WM_DIAGRAM_MAX_ITEMCNT" val="6"/>
  <p:tag name="KSO_WM_DIAGRAM_MIN_ITEMCNT" val="4"/>
  <p:tag name="KSO_WM_DIAGRAM_VIRTUALLY_FRAME" val="{&quot;height&quot;:155,&quot;left&quot;:0,&quot;top&quot;:217.65,&quot;width&quot;:899.45}"/>
  <p:tag name="KSO_WM_DIAGRAM_COLOR_MATCH_VALUE" val="{&quot;shape&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FILL_TYPE" val="1"/>
  <p:tag name="KSO_WM_UNIT_FILL_FORE_SCHEMECOLOR_INDEX" val="5"/>
  <p:tag name="KSO_WM_UNIT_FILL_FORE_SCHEMECOLOR_INDEX_BRIGHTNESS" val="0"/>
  <p:tag name="KSO_WM_DIAGRAM_USE_COLOR_VALUE" val="{&quot;color_scheme&quot;:1,&quot;color_type&quot;:1,&quot;theme_color_indexes&quot;:[5,5,5,5,5,5]}"/>
</p:tagLst>
</file>

<file path=ppt/tags/tag299.xml><?xml version="1.0" encoding="utf-8"?>
<p:tagLst xmlns:p="http://schemas.openxmlformats.org/presentationml/2006/main">
  <p:tag name="KSO_WM_DIAGRAM_VIRTUALLY_FRAME" val="{&quot;height&quot;:177.0054321289068,&quot;left&quot;:0,&quot;top&quot;:203.92228393554632,&quot;width&quot;:929.5944881889764}"/>
</p:tagLst>
</file>

<file path=ppt/tags/tag300.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3_1"/>
  <p:tag name="KSO_WM_UNIT_ID" val="diagram20233243_1*m_h_i*1_3_1"/>
  <p:tag name="KSO_WM_TEMPLATE_CATEGORY" val="diagram"/>
  <p:tag name="KSO_WM_TEMPLATE_INDEX" val="20233243"/>
  <p:tag name="KSO_WM_UNIT_LAYERLEVEL" val="1_1_1"/>
  <p:tag name="KSO_WM_TAG_VERSION" val="3.0"/>
  <p:tag name="KSO_WM_DIAGRAM_VERSION" val="3"/>
  <p:tag name="KSO_WM_DIAGRAM_COLOR_TRICK" val="1"/>
  <p:tag name="KSO_WM_DIAGRAM_COLOR_TEXT_CAN_REMOVE" val="n"/>
  <p:tag name="KSO_WM_DIAGRAM_MAX_ITEMCNT" val="6"/>
  <p:tag name="KSO_WM_DIAGRAM_MIN_ITEMCNT" val="4"/>
  <p:tag name="KSO_WM_DIAGRAM_VIRTUALLY_FRAME" val="{&quot;height&quot;:155,&quot;left&quot;:0,&quot;top&quot;:217.65,&quot;width&quot;:899.45}"/>
  <p:tag name="KSO_WM_DIAGRAM_COLOR_MATCH_VALUE" val="{&quot;shape&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FILL_TYPE" val="1"/>
  <p:tag name="KSO_WM_UNIT_FILL_FORE_SCHEMECOLOR_INDEX" val="5"/>
  <p:tag name="KSO_WM_UNIT_FILL_FORE_SCHEMECOLOR_INDEX_BRIGHTNESS" val="0"/>
  <p:tag name="KSO_WM_DIAGRAM_USE_COLOR_VALUE" val="{&quot;color_scheme&quot;:1,&quot;color_type&quot;:1,&quot;theme_color_indexes&quot;:[5,5,5,5,5,5]}"/>
</p:tagLst>
</file>

<file path=ppt/tags/tag301.xml><?xml version="1.0" encoding="utf-8"?>
<p:tagLst xmlns:p="http://schemas.openxmlformats.org/presentationml/2006/main">
  <p:tag name="KSO_WM_UNIT_VALUE" val="62*62"/>
  <p:tag name="KSO_WM_UNIT_HIGHLIGHT" val="0"/>
  <p:tag name="KSO_WM_UNIT_COMPATIBLE" val="0"/>
  <p:tag name="KSO_WM_UNIT_DIAGRAM_ISNUMVISUAL" val="0"/>
  <p:tag name="KSO_WM_UNIT_DIAGRAM_ISREFERUNIT" val="0"/>
  <p:tag name="KSO_WM_DIAGRAM_GROUP_CODE" val="m1-1"/>
  <p:tag name="KSO_WM_UNIT_TYPE" val="m_h_x"/>
  <p:tag name="KSO_WM_UNIT_INDEX" val="1_3_1"/>
  <p:tag name="KSO_WM_UNIT_ID" val="diagram20233243_1*m_h_x*1_3_1"/>
  <p:tag name="KSO_WM_TEMPLATE_CATEGORY" val="diagram"/>
  <p:tag name="KSO_WM_TEMPLATE_INDEX" val="20233243"/>
  <p:tag name="KSO_WM_UNIT_LAYERLEVEL" val="1_1_1"/>
  <p:tag name="KSO_WM_TAG_VERSION" val="3.0"/>
  <p:tag name="KSO_WM_DIAGRAM_VERSION" val="3"/>
  <p:tag name="KSO_WM_DIAGRAM_COLOR_TRICK" val="1"/>
  <p:tag name="KSO_WM_DIAGRAM_COLOR_TEXT_CAN_REMOVE" val="n"/>
  <p:tag name="KSO_WM_DIAGRAM_MAX_ITEMCNT" val="6"/>
  <p:tag name="KSO_WM_DIAGRAM_MIN_ITEMCNT" val="4"/>
  <p:tag name="KSO_WM_DIAGRAM_VIRTUALLY_FRAME" val="{&quot;height&quot;:155,&quot;left&quot;:0,&quot;top&quot;:217.65,&quot;width&quot;:899.45}"/>
  <p:tag name="KSO_WM_DIAGRAM_COLOR_MATCH_VALUE" val="{&quot;shape&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quot;text&quot;:{&quot;fill&quot;:{},&quot;glow&quot;:{},&quot;line&quot;:{},&quot;shadow&quot;:{},&quot;threeD&quot;:{}}}"/>
  <p:tag name="KSO_WM_BEAUTIFY_FLAG" val="#wm#"/>
  <p:tag name="KSO_WM_DIAGRAM_USE_COLOR_VALUE" val="{&quot;color_scheme&quot;:1,&quot;color_type&quot;:1,&quot;theme_color_indexes&quot;:[5,5,5,5,5,5]}"/>
</p:tagLst>
</file>

<file path=ppt/tags/tag302.xml><?xml version="1.0" encoding="utf-8"?>
<p:tagLst xmlns:p="http://schemas.openxmlformats.org/presentationml/2006/main">
  <p:tag name="KSO_WM_DIAGRAM_VIRTUALLY_FRAME" val="{&quot;height&quot;:177.0054321289068,&quot;left&quot;:0,&quot;top&quot;:203.92228393554632,&quot;width&quot;:929.5944881889764}"/>
</p:tagLst>
</file>

<file path=ppt/tags/tag303.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2_1"/>
  <p:tag name="KSO_WM_UNIT_ID" val="diagram20233243_1*m_h_i*1_2_1"/>
  <p:tag name="KSO_WM_TEMPLATE_CATEGORY" val="diagram"/>
  <p:tag name="KSO_WM_TEMPLATE_INDEX" val="20233243"/>
  <p:tag name="KSO_WM_UNIT_LAYERLEVEL" val="1_1_1"/>
  <p:tag name="KSO_WM_TAG_VERSION" val="3.0"/>
  <p:tag name="KSO_WM_DIAGRAM_VERSION" val="3"/>
  <p:tag name="KSO_WM_DIAGRAM_COLOR_TRICK" val="1"/>
  <p:tag name="KSO_WM_DIAGRAM_COLOR_TEXT_CAN_REMOVE" val="n"/>
  <p:tag name="KSO_WM_DIAGRAM_MAX_ITEMCNT" val="6"/>
  <p:tag name="KSO_WM_DIAGRAM_MIN_ITEMCNT" val="4"/>
  <p:tag name="KSO_WM_DIAGRAM_VIRTUALLY_FRAME" val="{&quot;height&quot;:155,&quot;left&quot;:0,&quot;top&quot;:217.65,&quot;width&quot;:899.45}"/>
  <p:tag name="KSO_WM_DIAGRAM_COLOR_MATCH_VALUE" val="{&quot;shape&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FILL_TYPE" val="1"/>
  <p:tag name="KSO_WM_UNIT_FILL_FORE_SCHEMECOLOR_INDEX" val="5"/>
  <p:tag name="KSO_WM_UNIT_FILL_FORE_SCHEMECOLOR_INDEX_BRIGHTNESS" val="0"/>
  <p:tag name="KSO_WM_DIAGRAM_USE_COLOR_VALUE" val="{&quot;color_scheme&quot;:1,&quot;color_type&quot;:1,&quot;theme_color_indexes&quot;:[5,5,5,5,5,5]}"/>
</p:tagLst>
</file>

<file path=ppt/tags/tag304.xml><?xml version="1.0" encoding="utf-8"?>
<p:tagLst xmlns:p="http://schemas.openxmlformats.org/presentationml/2006/main">
  <p:tag name="KSO_WM_UNIT_VALUE" val="62*62"/>
  <p:tag name="KSO_WM_UNIT_HIGHLIGHT" val="0"/>
  <p:tag name="KSO_WM_UNIT_COMPATIBLE" val="0"/>
  <p:tag name="KSO_WM_UNIT_DIAGRAM_ISNUMVISUAL" val="0"/>
  <p:tag name="KSO_WM_UNIT_DIAGRAM_ISREFERUNIT" val="0"/>
  <p:tag name="KSO_WM_DIAGRAM_GROUP_CODE" val="m1-1"/>
  <p:tag name="KSO_WM_UNIT_TYPE" val="m_h_x"/>
  <p:tag name="KSO_WM_UNIT_INDEX" val="1_2_1"/>
  <p:tag name="KSO_WM_UNIT_ID" val="diagram20233243_1*m_h_x*1_2_1"/>
  <p:tag name="KSO_WM_TEMPLATE_CATEGORY" val="diagram"/>
  <p:tag name="KSO_WM_TEMPLATE_INDEX" val="20233243"/>
  <p:tag name="KSO_WM_UNIT_LAYERLEVEL" val="1_1_1"/>
  <p:tag name="KSO_WM_TAG_VERSION" val="3.0"/>
  <p:tag name="KSO_WM_DIAGRAM_VERSION" val="3"/>
  <p:tag name="KSO_WM_DIAGRAM_COLOR_TRICK" val="1"/>
  <p:tag name="KSO_WM_DIAGRAM_COLOR_TEXT_CAN_REMOVE" val="n"/>
  <p:tag name="KSO_WM_DIAGRAM_MAX_ITEMCNT" val="6"/>
  <p:tag name="KSO_WM_DIAGRAM_MIN_ITEMCNT" val="4"/>
  <p:tag name="KSO_WM_DIAGRAM_VIRTUALLY_FRAME" val="{&quot;height&quot;:155,&quot;left&quot;:0,&quot;top&quot;:217.65,&quot;width&quot;:899.45}"/>
  <p:tag name="KSO_WM_DIAGRAM_COLOR_MATCH_VALUE" val="{&quot;shape&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quot;text&quot;:{&quot;fill&quot;:{},&quot;glow&quot;:{},&quot;line&quot;:{},&quot;shadow&quot;:{},&quot;threeD&quot;:{}}}"/>
  <p:tag name="KSO_WM_BEAUTIFY_FLAG" val="#wm#"/>
  <p:tag name="KSO_WM_DIAGRAM_USE_COLOR_VALUE" val="{&quot;color_scheme&quot;:1,&quot;color_type&quot;:1,&quot;theme_color_indexes&quot;:[5,5,5,5,5,5]}"/>
</p:tagLst>
</file>

<file path=ppt/tags/tag305.xml><?xml version="1.0" encoding="utf-8"?>
<p:tagLst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m_h_f"/>
  <p:tag name="KSO_WM_UNIT_INDEX" val="1_4_1"/>
  <p:tag name="KSO_WM_UNIT_ID" val="diagram20233243_1*m_h_f*1_4_1"/>
  <p:tag name="KSO_WM_TEMPLATE_CATEGORY" val="diagram"/>
  <p:tag name="KSO_WM_TEMPLATE_INDEX" val="20233243"/>
  <p:tag name="KSO_WM_UNIT_LAYERLEVEL" val="1_1_1"/>
  <p:tag name="KSO_WM_TAG_VERSION" val="3.0"/>
  <p:tag name="KSO_WM_UNIT_TEXT_FILL_FORE_SCHEMECOLOR_INDEX_BRIGHTNESS" val="0.15"/>
  <p:tag name="KSO_WM_DIAGRAM_GROUP_CODE" val="m1-1"/>
  <p:tag name="KSO_WM_DIAGRAM_VIRTUALLY_FRAME" val="{&quot;height&quot;:155,&quot;left&quot;:0,&quot;top&quot;:217.65,&quot;width&quot;:899.45}"/>
  <p:tag name="KSO_WM_DIAGRAM_VERSION" val="3"/>
  <p:tag name="KSO_WM_DIAGRAM_COLOR_TRICK" val="1"/>
  <p:tag name="KSO_WM_DIAGRAM_COLOR_TEXT_CAN_REMOVE" val="n"/>
  <p:tag name="KSO_WM_DIAGRAM_MAX_ITEMCNT" val="6"/>
  <p:tag name="KSO_WM_DIAGRAM_MIN_ITEMCNT" val="4"/>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UNIT_TEXT_LAYER_COUNT" val="1"/>
  <p:tag name="KSO_WM_BEAUTIFY_FLAG" val="#wm#"/>
  <p:tag name="KSO_WM_UNIT_PRESET_TEXT" val="单击此处添加文本具体内容，简明扼要地阐述您的观点。根可酌情增减文字"/>
  <p:tag name="KSO_WM_UNIT_TEXT_FILL_FORE_SCHEMECOLOR_INDEX" val="1"/>
  <p:tag name="KSO_WM_UNIT_TEXT_FILL_TYPE" val="1"/>
  <p:tag name="KSO_WM_DIAGRAM_USE_COLOR_VALUE" val="{&quot;color_scheme&quot;:1,&quot;color_type&quot;:1,&quot;theme_color_indexes&quot;:[5,5,5,5,5,5]}"/>
</p:tagLst>
</file>

<file path=ppt/tags/tag306.xml><?xml version="1.0" encoding="utf-8"?>
<p:tagLst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m_h_f"/>
  <p:tag name="KSO_WM_UNIT_INDEX" val="1_2_1"/>
  <p:tag name="KSO_WM_UNIT_ID" val="diagram20233243_1*m_h_f*1_2_1"/>
  <p:tag name="KSO_WM_TEMPLATE_CATEGORY" val="diagram"/>
  <p:tag name="KSO_WM_TEMPLATE_INDEX" val="20233243"/>
  <p:tag name="KSO_WM_UNIT_LAYERLEVEL" val="1_1_1"/>
  <p:tag name="KSO_WM_TAG_VERSION" val="3.0"/>
  <p:tag name="KSO_WM_UNIT_TEXT_FILL_FORE_SCHEMECOLOR_INDEX_BRIGHTNESS" val="0.15"/>
  <p:tag name="KSO_WM_DIAGRAM_GROUP_CODE" val="m1-1"/>
  <p:tag name="KSO_WM_DIAGRAM_VIRTUALLY_FRAME" val="{&quot;height&quot;:155,&quot;left&quot;:0,&quot;top&quot;:217.65,&quot;width&quot;:899.45}"/>
  <p:tag name="KSO_WM_DIAGRAM_VERSION" val="3"/>
  <p:tag name="KSO_WM_DIAGRAM_COLOR_TRICK" val="1"/>
  <p:tag name="KSO_WM_DIAGRAM_COLOR_TEXT_CAN_REMOVE" val="n"/>
  <p:tag name="KSO_WM_DIAGRAM_MAX_ITEMCNT" val="6"/>
  <p:tag name="KSO_WM_DIAGRAM_MIN_ITEMCNT" val="4"/>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UNIT_TEXT_LAYER_COUNT" val="1"/>
  <p:tag name="KSO_WM_BEAUTIFY_FLAG" val="#wm#"/>
  <p:tag name="KSO_WM_UNIT_PRESET_TEXT" val="单击此处添加文本具体内容，简明扼要地阐述您的观点。需要可酌情增减文字"/>
  <p:tag name="KSO_WM_UNIT_TEXT_FILL_FORE_SCHEMECOLOR_INDEX" val="1"/>
  <p:tag name="KSO_WM_UNIT_TEXT_FILL_TYPE" val="1"/>
  <p:tag name="KSO_WM_DIAGRAM_USE_COLOR_VALUE" val="{&quot;color_scheme&quot;:1,&quot;color_type&quot;:1,&quot;theme_color_indexes&quot;:[5,5,5,5,5,5]}"/>
</p:tagLst>
</file>

<file path=ppt/tags/tag307.xml><?xml version="1.0" encoding="utf-8"?>
<p:tagLst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m_h_f"/>
  <p:tag name="KSO_WM_UNIT_INDEX" val="1_1_1"/>
  <p:tag name="KSO_WM_UNIT_ID" val="diagram20233243_1*m_h_f*1_1_1"/>
  <p:tag name="KSO_WM_TEMPLATE_CATEGORY" val="diagram"/>
  <p:tag name="KSO_WM_TEMPLATE_INDEX" val="20233243"/>
  <p:tag name="KSO_WM_UNIT_LAYERLEVEL" val="1_1_1"/>
  <p:tag name="KSO_WM_TAG_VERSION" val="3.0"/>
  <p:tag name="KSO_WM_UNIT_TEXT_FILL_FORE_SCHEMECOLOR_INDEX_BRIGHTNESS" val="0.15"/>
  <p:tag name="KSO_WM_DIAGRAM_GROUP_CODE" val="m1-1"/>
  <p:tag name="KSO_WM_DIAGRAM_VIRTUALLY_FRAME" val="{&quot;height&quot;:155,&quot;left&quot;:0,&quot;top&quot;:217.65,&quot;width&quot;:899.45}"/>
  <p:tag name="KSO_WM_DIAGRAM_VERSION" val="3"/>
  <p:tag name="KSO_WM_DIAGRAM_COLOR_TRICK" val="1"/>
  <p:tag name="KSO_WM_DIAGRAM_COLOR_TEXT_CAN_REMOVE" val="n"/>
  <p:tag name="KSO_WM_DIAGRAM_MAX_ITEMCNT" val="6"/>
  <p:tag name="KSO_WM_DIAGRAM_MIN_ITEMCNT" val="4"/>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UNIT_TEXT_LAYER_COUNT" val="1"/>
  <p:tag name="KSO_WM_BEAUTIFY_FLAG" val="#wm#"/>
  <p:tag name="KSO_WM_UNIT_PRESET_TEXT" val="单击此处添加文本，简明扼要地阐述您的观点。根据需要可酌情增减文字"/>
  <p:tag name="KSO_WM_UNIT_TEXT_FILL_FORE_SCHEMECOLOR_INDEX" val="1"/>
  <p:tag name="KSO_WM_UNIT_TEXT_FILL_TYPE" val="1"/>
  <p:tag name="KSO_WM_DIAGRAM_USE_COLOR_VALUE" val="{&quot;color_scheme&quot;:1,&quot;color_type&quot;:1,&quot;theme_color_indexes&quot;:[5,5,5,5,5,5]}"/>
</p:tagLst>
</file>

<file path=ppt/tags/tag308.xml><?xml version="1.0" encoding="utf-8"?>
<p:tagLst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m_h_f"/>
  <p:tag name="KSO_WM_UNIT_INDEX" val="1_3_1"/>
  <p:tag name="KSO_WM_UNIT_ID" val="diagram20233243_1*m_h_f*1_3_1"/>
  <p:tag name="KSO_WM_TEMPLATE_CATEGORY" val="diagram"/>
  <p:tag name="KSO_WM_TEMPLATE_INDEX" val="20233243"/>
  <p:tag name="KSO_WM_UNIT_LAYERLEVEL" val="1_1_1"/>
  <p:tag name="KSO_WM_TAG_VERSION" val="3.0"/>
  <p:tag name="KSO_WM_UNIT_TEXT_FILL_FORE_SCHEMECOLOR_INDEX_BRIGHTNESS" val="0.15"/>
  <p:tag name="KSO_WM_DIAGRAM_GROUP_CODE" val="m1-1"/>
  <p:tag name="KSO_WM_DIAGRAM_VIRTUALLY_FRAME" val="{&quot;height&quot;:155,&quot;left&quot;:0,&quot;top&quot;:217.65,&quot;width&quot;:899.45}"/>
  <p:tag name="KSO_WM_DIAGRAM_VERSION" val="3"/>
  <p:tag name="KSO_WM_DIAGRAM_COLOR_TRICK" val="1"/>
  <p:tag name="KSO_WM_DIAGRAM_COLOR_TEXT_CAN_REMOVE" val="n"/>
  <p:tag name="KSO_WM_DIAGRAM_MAX_ITEMCNT" val="6"/>
  <p:tag name="KSO_WM_DIAGRAM_MIN_ITEMCNT" val="4"/>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UNIT_TEXT_LAYER_COUNT" val="1"/>
  <p:tag name="KSO_WM_BEAUTIFY_FLAG" val="#wm#"/>
  <p:tag name="KSO_WM_UNIT_PRESET_TEXT" val="单击此处添加文本，简明扼要地阐述您的观点。需要可酌情增减文字"/>
  <p:tag name="KSO_WM_UNIT_TEXT_FILL_FORE_SCHEMECOLOR_INDEX" val="1"/>
  <p:tag name="KSO_WM_UNIT_TEXT_FILL_TYPE" val="1"/>
  <p:tag name="KSO_WM_DIAGRAM_USE_COLOR_VALUE" val="{&quot;color_scheme&quot;:1,&quot;color_type&quot;:1,&quot;theme_color_indexes&quot;:[5,5,5,5,5,5]}"/>
</p:tagLst>
</file>

<file path=ppt/tags/tag309.xml><?xml version="1.0" encoding="utf-8"?>
<p:tagLst xmlns:p="http://schemas.openxmlformats.org/presentationml/2006/main">
  <p:tag name="KSO_WM_DIAGRAM_VIRTUALLY_FRAME" val="{&quot;height&quot;:177.0054321289068,&quot;left&quot;:0,&quot;top&quot;:203.92228393554632,&quot;width&quot;:929.5944881889764}"/>
</p:tagLst>
</file>

<file path=ppt/tags/tag310.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1_1"/>
  <p:tag name="KSO_WM_UNIT_ID" val="diagram20233243_1*m_h_i*1_1_1"/>
  <p:tag name="KSO_WM_TEMPLATE_CATEGORY" val="diagram"/>
  <p:tag name="KSO_WM_TEMPLATE_INDEX" val="20233243"/>
  <p:tag name="KSO_WM_UNIT_LAYERLEVEL" val="1_1_1"/>
  <p:tag name="KSO_WM_TAG_VERSION" val="3.0"/>
  <p:tag name="KSO_WM_DIAGRAM_VERSION" val="3"/>
  <p:tag name="KSO_WM_DIAGRAM_COLOR_TRICK" val="1"/>
  <p:tag name="KSO_WM_DIAGRAM_COLOR_TEXT_CAN_REMOVE" val="n"/>
  <p:tag name="KSO_WM_DIAGRAM_MAX_ITEMCNT" val="6"/>
  <p:tag name="KSO_WM_DIAGRAM_MIN_ITEMCNT" val="4"/>
  <p:tag name="KSO_WM_DIAGRAM_VIRTUALLY_FRAME" val="{&quot;height&quot;:155,&quot;left&quot;:0,&quot;top&quot;:217.65,&quot;width&quot;:899.45}"/>
  <p:tag name="KSO_WM_DIAGRAM_COLOR_MATCH_VALUE" val="{&quot;shape&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FILL_TYPE" val="1"/>
  <p:tag name="KSO_WM_UNIT_FILL_FORE_SCHEMECOLOR_INDEX" val="5"/>
  <p:tag name="KSO_WM_UNIT_FILL_FORE_SCHEMECOLOR_INDEX_BRIGHTNESS" val="0"/>
  <p:tag name="KSO_WM_DIAGRAM_USE_COLOR_VALUE" val="{&quot;color_scheme&quot;:1,&quot;color_type&quot;:1,&quot;theme_color_indexes&quot;:[5,5,5,5,5,5]}"/>
</p:tagLst>
</file>

<file path=ppt/tags/tag311.xml><?xml version="1.0" encoding="utf-8"?>
<p:tagLst xmlns:p="http://schemas.openxmlformats.org/presentationml/2006/main">
  <p:tag name="KSO_WM_DIAGRAM_VIRTUALLY_FRAME" val="{&quot;height&quot;:177.0054321289068,&quot;left&quot;:0,&quot;top&quot;:203.92228393554632,&quot;width&quot;:929.5944881889764}"/>
</p:tagLst>
</file>

<file path=ppt/tags/tag312.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4_1"/>
  <p:tag name="KSO_WM_UNIT_ID" val="diagram20233243_1*m_h_i*1_4_1"/>
  <p:tag name="KSO_WM_TEMPLATE_CATEGORY" val="diagram"/>
  <p:tag name="KSO_WM_TEMPLATE_INDEX" val="20233243"/>
  <p:tag name="KSO_WM_UNIT_LAYERLEVEL" val="1_1_1"/>
  <p:tag name="KSO_WM_TAG_VERSION" val="3.0"/>
  <p:tag name="KSO_WM_DIAGRAM_VERSION" val="3"/>
  <p:tag name="KSO_WM_DIAGRAM_COLOR_TRICK" val="1"/>
  <p:tag name="KSO_WM_DIAGRAM_COLOR_TEXT_CAN_REMOVE" val="n"/>
  <p:tag name="KSO_WM_DIAGRAM_MAX_ITEMCNT" val="6"/>
  <p:tag name="KSO_WM_DIAGRAM_MIN_ITEMCNT" val="4"/>
  <p:tag name="KSO_WM_DIAGRAM_VIRTUALLY_FRAME" val="{&quot;height&quot;:155,&quot;left&quot;:0,&quot;top&quot;:217.65,&quot;width&quot;:899.45}"/>
  <p:tag name="KSO_WM_DIAGRAM_COLOR_MATCH_VALUE" val="{&quot;shape&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FILL_TYPE" val="1"/>
  <p:tag name="KSO_WM_UNIT_FILL_FORE_SCHEMECOLOR_INDEX" val="5"/>
  <p:tag name="KSO_WM_UNIT_FILL_FORE_SCHEMECOLOR_INDEX_BRIGHTNESS" val="0"/>
  <p:tag name="KSO_WM_DIAGRAM_USE_COLOR_VALUE" val="{&quot;color_scheme&quot;:1,&quot;color_type&quot;:1,&quot;theme_color_indexes&quot;:[5,5,5,5,5,5]}"/>
</p:tagLst>
</file>

<file path=ppt/tags/tag313.xml><?xml version="1.0" encoding="utf-8"?>
<p:tagLst xmlns:p="http://schemas.openxmlformats.org/presentationml/2006/main">
  <p:tag name="KSO_WM_UNIT_VALUE" val="62*62"/>
  <p:tag name="KSO_WM_UNIT_HIGHLIGHT" val="0"/>
  <p:tag name="KSO_WM_UNIT_COMPATIBLE" val="0"/>
  <p:tag name="KSO_WM_UNIT_DIAGRAM_ISNUMVISUAL" val="0"/>
  <p:tag name="KSO_WM_UNIT_DIAGRAM_ISREFERUNIT" val="0"/>
  <p:tag name="KSO_WM_DIAGRAM_GROUP_CODE" val="m1-1"/>
  <p:tag name="KSO_WM_UNIT_TYPE" val="m_h_x"/>
  <p:tag name="KSO_WM_UNIT_INDEX" val="1_3_1"/>
  <p:tag name="KSO_WM_UNIT_ID" val="diagram20233243_1*m_h_x*1_3_1"/>
  <p:tag name="KSO_WM_TEMPLATE_CATEGORY" val="diagram"/>
  <p:tag name="KSO_WM_TEMPLATE_INDEX" val="20233243"/>
  <p:tag name="KSO_WM_UNIT_LAYERLEVEL" val="1_1_1"/>
  <p:tag name="KSO_WM_TAG_VERSION" val="3.0"/>
  <p:tag name="KSO_WM_DIAGRAM_VERSION" val="3"/>
  <p:tag name="KSO_WM_DIAGRAM_COLOR_TRICK" val="1"/>
  <p:tag name="KSO_WM_DIAGRAM_COLOR_TEXT_CAN_REMOVE" val="n"/>
  <p:tag name="KSO_WM_DIAGRAM_MAX_ITEMCNT" val="6"/>
  <p:tag name="KSO_WM_DIAGRAM_MIN_ITEMCNT" val="4"/>
  <p:tag name="KSO_WM_DIAGRAM_VIRTUALLY_FRAME" val="{&quot;height&quot;:155,&quot;left&quot;:0,&quot;top&quot;:217.65,&quot;width&quot;:899.45}"/>
  <p:tag name="KSO_WM_DIAGRAM_COLOR_MATCH_VALUE" val="{&quot;shape&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quot;text&quot;:{&quot;fill&quot;:{},&quot;glow&quot;:{},&quot;line&quot;:{},&quot;shadow&quot;:{},&quot;threeD&quot;:{}}}"/>
  <p:tag name="KSO_WM_BEAUTIFY_FLAG" val="#wm#"/>
  <p:tag name="KSO_WM_DIAGRAM_USE_COLOR_VALUE" val="{&quot;color_scheme&quot;:1,&quot;color_type&quot;:1,&quot;theme_color_indexes&quot;:[5,5,5,5,5,5]}"/>
</p:tagLst>
</file>

<file path=ppt/tags/tag314.xml><?xml version="1.0" encoding="utf-8"?>
<p:tagLst xmlns:p="http://schemas.openxmlformats.org/presentationml/2006/main">
  <p:tag name="KSO_WM_BEAUTIFY_FLAG" val=""/>
</p:tagLst>
</file>

<file path=ppt/tags/tag315.xml><?xml version="1.0" encoding="utf-8"?>
<p:tagLst xmlns:p="http://schemas.openxmlformats.org/presentationml/2006/main">
  <p:tag name="KSO_WM_BEAUTIFY_FLAG" val=""/>
</p:tagLst>
</file>

<file path=ppt/tags/tag316.xml><?xml version="1.0" encoding="utf-8"?>
<p:tagLst xmlns:p="http://schemas.openxmlformats.org/presentationml/2006/main">
  <p:tag name="KSO_WM_DIAGRAM_VIRTUALLY_FRAME" val="{&quot;height&quot;:323.65,&quot;left&quot;:-0.85,&quot;top&quot;:216.35,&quot;width&quot;:961}"/>
</p:tagLst>
</file>

<file path=ppt/tags/tag317.xml><?xml version="1.0" encoding="utf-8"?>
<p:tagLst xmlns:p="http://schemas.openxmlformats.org/presentationml/2006/main">
  <p:tag name="KSO_WM_DIAGRAM_VIRTUALLY_FRAME" val="{&quot;height&quot;:323.65,&quot;left&quot;:-0.85,&quot;top&quot;:216.35,&quot;width&quot;:961}"/>
  <p:tag name="KSO_WM_UNIT_HIGHLIGHT" val="0"/>
  <p:tag name="KSO_WM_UNIT_COMPATIBLE" val="0"/>
  <p:tag name="KSO_WM_UNIT_DIAGRAM_ISNUMVISUAL" val="0"/>
  <p:tag name="KSO_WM_UNIT_DIAGRAM_ISREFERUNIT" val="0"/>
  <p:tag name="KSO_WM_UNIT_ID" val="diagram20236927_1*m_h_i*1_1_1"/>
  <p:tag name="KSO_WM_TEMPLATE_CATEGORY" val="diagram"/>
  <p:tag name="KSO_WM_TEMPLATE_INDEX" val="20236927"/>
  <p:tag name="KSO_WM_UNIT_LAYERLEVEL" val="1_1_1"/>
  <p:tag name="KSO_WM_TAG_VERSION" val="3.0"/>
  <p:tag name="KSO_WM_BEAUTIFY_FLAG" val="#wm#"/>
  <p:tag name="KSO_WM_DIAGRAM_GROUP_CODE" val="m1-1"/>
  <p:tag name="KSO_WM_UNIT_TYPE" val="m_h_i"/>
  <p:tag name="KSO_WM_UNIT_INDEX" val="1_1_1"/>
  <p:tag name="KSO_WM_DIAGRAM_VERSION" val="3"/>
  <p:tag name="KSO_WM_DIAGRAM_COLOR_TRICK" val="1"/>
  <p:tag name="KSO_WM_DIAGRAM_COLOR_TEXT_CAN_REMOVE" val="n"/>
  <p:tag name="KSO_WM_UNIT_LINE_FORE_SCHEMECOLOR_INDEX" val="13"/>
  <p:tag name="KSO_WM_DIAGRAM_MAX_ITEMCNT" val="6"/>
  <p:tag name="KSO_WM_DIAGRAM_MIN_ITEMCNT" val="3"/>
  <p:tag name="KSO_WM_DIAGRAM_COLOR_MATCH_VALUE" val="{&quot;shape&quot;:{&quot;fill&quot;:{&quot;type&quot;:0},&quot;glow&quot;:{&quot;colorType&quot;:0},&quot;line&quot;:{&quot;solidLine&quot;:{&quot;brightness&quot;:0.5,&quot;colorType&quot;:1,&quot;foreColorIndex&quot;:13,&quot;transparency&quot;:0.6000000238418579},&quot;type&quot;:1},&quot;shadow&quot;:{&quot;colorType&quot;:0},&quot;threeD&quot;:{&quot;curvedSurface&quot;:{&quot;brightness&quot;:0,&quot;colorType&quot;:2,&quot;rgb&quot;:&quot;#000000&quot;},&quot;depth&quot;:{&quot;colorType&quot;:0}}},&quot;text&quot;:{&quot;fill&quot;:{},&quot;glow&quot;:{},&quot;line&quot;:{},&quot;shadow&quot;:{},&quot;threeD&quot;:{}}}"/>
  <p:tag name="KSO_WM_DIAGRAM_USE_COLOR_VALUE" val="{&quot;color_scheme&quot;:1,&quot;color_type&quot;:1,&quot;theme_color_indexes&quot;:[5,5,5,5,5,5]}"/>
</p:tagLst>
</file>

<file path=ppt/tags/tag318.xml><?xml version="1.0" encoding="utf-8"?>
<p:tagLst xmlns:p="http://schemas.openxmlformats.org/presentationml/2006/main">
  <p:tag name="KSO_WM_DIAGRAM_VIRTUALLY_FRAME" val="{&quot;height&quot;:323.65,&quot;left&quot;:-0.85,&quot;top&quot;:216.35,&quot;width&quot;:961}"/>
  <p:tag name="KSO_WM_UNIT_HIGHLIGHT" val="0"/>
  <p:tag name="KSO_WM_UNIT_COMPATIBLE" val="0"/>
  <p:tag name="KSO_WM_UNIT_DIAGRAM_ISNUMVISUAL" val="0"/>
  <p:tag name="KSO_WM_UNIT_DIAGRAM_ISREFERUNIT" val="0"/>
  <p:tag name="KSO_WM_UNIT_ID" val="diagram20236927_1*m_h_i*1_1_1"/>
  <p:tag name="KSO_WM_TEMPLATE_CATEGORY" val="diagram"/>
  <p:tag name="KSO_WM_TEMPLATE_INDEX" val="20236927"/>
  <p:tag name="KSO_WM_UNIT_LAYERLEVEL" val="1_1_1"/>
  <p:tag name="KSO_WM_TAG_VERSION" val="3.0"/>
  <p:tag name="KSO_WM_BEAUTIFY_FLAG" val="#wm#"/>
  <p:tag name="KSO_WM_DIAGRAM_GROUP_CODE" val="m1-1"/>
  <p:tag name="KSO_WM_UNIT_TYPE" val="m_h_i"/>
  <p:tag name="KSO_WM_UNIT_INDEX" val="1_1_1"/>
  <p:tag name="KSO_WM_DIAGRAM_VERSION" val="3"/>
  <p:tag name="KSO_WM_DIAGRAM_COLOR_TRICK" val="1"/>
  <p:tag name="KSO_WM_DIAGRAM_COLOR_TEXT_CAN_REMOVE" val="n"/>
  <p:tag name="KSO_WM_UNIT_LINE_FORE_SCHEMECOLOR_INDEX" val="13"/>
  <p:tag name="KSO_WM_DIAGRAM_MAX_ITEMCNT" val="6"/>
  <p:tag name="KSO_WM_DIAGRAM_MIN_ITEMCNT" val="3"/>
  <p:tag name="KSO_WM_DIAGRAM_COLOR_MATCH_VALUE" val="{&quot;shape&quot;:{&quot;fill&quot;:{&quot;type&quot;:0},&quot;glow&quot;:{&quot;colorType&quot;:0},&quot;line&quot;:{&quot;solidLine&quot;:{&quot;brightness&quot;:0.5,&quot;colorType&quot;:1,&quot;foreColorIndex&quot;:13,&quot;transparency&quot;:0.6000000238418579},&quot;type&quot;:1},&quot;shadow&quot;:{&quot;colorType&quot;:0},&quot;threeD&quot;:{&quot;curvedSurface&quot;:{&quot;brightness&quot;:0,&quot;colorType&quot;:2,&quot;rgb&quot;:&quot;#000000&quot;},&quot;depth&quot;:{&quot;colorType&quot;:0}}},&quot;text&quot;:{&quot;fill&quot;:{},&quot;glow&quot;:{},&quot;line&quot;:{},&quot;shadow&quot;:{},&quot;threeD&quot;:{}}}"/>
  <p:tag name="KSO_WM_DIAGRAM_USE_COLOR_VALUE" val="{&quot;color_scheme&quot;:1,&quot;color_type&quot;:1,&quot;theme_color_indexes&quot;:[5,5,5,5,5,5]}"/>
</p:tagLst>
</file>

<file path=ppt/tags/tag319.xml><?xml version="1.0" encoding="utf-8"?>
<p:tagLst xmlns:p="http://schemas.openxmlformats.org/presentationml/2006/main">
  <p:tag name="KSO_WM_DIAGRAM_VIRTUALLY_FRAME" val="{&quot;height&quot;:323.65,&quot;left&quot;:-0.85,&quot;top&quot;:216.35,&quot;width&quot;:961}"/>
  <p:tag name="KSO_WM_UNIT_HIGHLIGHT" val="0"/>
  <p:tag name="KSO_WM_UNIT_COMPATIBLE" val="0"/>
  <p:tag name="KSO_WM_UNIT_DIAGRAM_ISNUMVISUAL" val="0"/>
  <p:tag name="KSO_WM_UNIT_DIAGRAM_ISREFERUNIT" val="0"/>
  <p:tag name="KSO_WM_UNIT_ID" val="diagram20236927_1*m_h_i*1_1_1"/>
  <p:tag name="KSO_WM_TEMPLATE_CATEGORY" val="diagram"/>
  <p:tag name="KSO_WM_TEMPLATE_INDEX" val="20236927"/>
  <p:tag name="KSO_WM_UNIT_LAYERLEVEL" val="1_1_1"/>
  <p:tag name="KSO_WM_TAG_VERSION" val="3.0"/>
  <p:tag name="KSO_WM_BEAUTIFY_FLAG" val="#wm#"/>
  <p:tag name="KSO_WM_DIAGRAM_GROUP_CODE" val="m1-1"/>
  <p:tag name="KSO_WM_UNIT_TYPE" val="m_h_i"/>
  <p:tag name="KSO_WM_UNIT_INDEX" val="1_1_1"/>
  <p:tag name="KSO_WM_DIAGRAM_VERSION" val="3"/>
  <p:tag name="KSO_WM_DIAGRAM_COLOR_TRICK" val="1"/>
  <p:tag name="KSO_WM_DIAGRAM_COLOR_TEXT_CAN_REMOVE" val="n"/>
  <p:tag name="KSO_WM_UNIT_LINE_FORE_SCHEMECOLOR_INDEX" val="13"/>
  <p:tag name="KSO_WM_DIAGRAM_MAX_ITEMCNT" val="6"/>
  <p:tag name="KSO_WM_DIAGRAM_MIN_ITEMCNT" val="3"/>
  <p:tag name="KSO_WM_DIAGRAM_COLOR_MATCH_VALUE" val="{&quot;shape&quot;:{&quot;fill&quot;:{&quot;type&quot;:0},&quot;glow&quot;:{&quot;colorType&quot;:0},&quot;line&quot;:{&quot;solidLine&quot;:{&quot;brightness&quot;:0.5,&quot;colorType&quot;:1,&quot;foreColorIndex&quot;:13,&quot;transparency&quot;:0.6000000238418579},&quot;type&quot;:1},&quot;shadow&quot;:{&quot;colorType&quot;:0},&quot;threeD&quot;:{&quot;curvedSurface&quot;:{&quot;brightness&quot;:0,&quot;colorType&quot;:2,&quot;rgb&quot;:&quot;#000000&quot;},&quot;depth&quot;:{&quot;colorType&quot;:0}}},&quot;text&quot;:{&quot;fill&quot;:{},&quot;glow&quot;:{},&quot;line&quot;:{},&quot;shadow&quot;:{},&quot;threeD&quot;:{}}}"/>
  <p:tag name="KSO_WM_DIAGRAM_USE_COLOR_VALUE" val="{&quot;color_scheme&quot;:1,&quot;color_type&quot;:1,&quot;theme_color_indexes&quot;:[5,5,5,5,5,5]}"/>
</p:tagLst>
</file>

<file path=ppt/tags/tag32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6927_1*m_i*1_1"/>
  <p:tag name="KSO_WM_TEMPLATE_CATEGORY" val="diagram"/>
  <p:tag name="KSO_WM_TEMPLATE_INDEX" val="20236927"/>
  <p:tag name="KSO_WM_UNIT_LAYERLEVEL" val="1_1"/>
  <p:tag name="KSO_WM_TAG_VERSION" val="3.0"/>
  <p:tag name="KSO_WM_BEAUTIFY_FLAG" val="#wm#"/>
  <p:tag name="KSO_WM_DIAGRAM_GROUP_CODE" val="m1-1"/>
  <p:tag name="KSO_WM_UNIT_TYPE" val="m_i"/>
  <p:tag name="KSO_WM_UNIT_INDEX" val="1_1"/>
  <p:tag name="KSO_WM_DIAGRAM_VERSION" val="3"/>
  <p:tag name="KSO_WM_DIAGRAM_COLOR_TRICK" val="1"/>
  <p:tag name="KSO_WM_DIAGRAM_COLOR_TEXT_CAN_REMOVE" val="n"/>
  <p:tag name="KSO_WM_UNIT_LINE_FORE_SCHEMECOLOR_INDEX" val="13"/>
  <p:tag name="KSO_WM_DIAGRAM_MAX_ITEMCNT" val="6"/>
  <p:tag name="KSO_WM_DIAGRAM_MIN_ITEMCNT" val="3"/>
  <p:tag name="KSO_WM_DIAGRAM_VIRTUALLY_FRAME" val="{&quot;height&quot;:323.65,&quot;left&quot;:-0.85,&quot;top&quot;:216.35,&quot;width&quot;:961}"/>
  <p:tag name="KSO_WM_DIAGRAM_COLOR_MATCH_VALUE" val="{&quot;shape&quot;:{&quot;fill&quot;:{&quot;type&quot;:0},&quot;glow&quot;:{&quot;colorType&quot;:0},&quot;line&quot;:{&quot;solidLine&quot;:{&quot;brightness&quot;:0.5,&quot;colorType&quot;:1,&quot;foreColorIndex&quot;:13,&quot;transparency&quot;:0.6000000238418579},&quot;type&quot;:1},&quot;shadow&quot;:{&quot;colorType&quot;:0},&quot;threeD&quot;:{&quot;curvedSurface&quot;:{&quot;brightness&quot;:0,&quot;colorType&quot;:2,&quot;rgb&quot;:&quot;#000000&quot;},&quot;depth&quot;:{&quot;colorType&quot;:0}}},&quot;text&quot;:{&quot;fill&quot;:{},&quot;glow&quot;:{},&quot;line&quot;:{},&quot;shadow&quot;:{},&quot;threeD&quot;:{}}}"/>
  <p:tag name="KSO_WM_DIAGRAM_USE_COLOR_VALUE" val="{&quot;color_scheme&quot;:1,&quot;color_type&quot;:1,&quot;theme_color_indexes&quot;:[5,5,5,5,5,5]}"/>
</p:tagLst>
</file>

<file path=ppt/tags/tag321.xml><?xml version="1.0" encoding="utf-8"?>
<p:tagLst xmlns:p="http://schemas.openxmlformats.org/presentationml/2006/main">
  <p:tag name="KSO_WM_DIAGRAM_VIRTUALLY_FRAME" val="{&quot;height&quot;:323.65,&quot;left&quot;:-0.85,&quot;top&quot;:216.35,&quot;width&quot;:961}"/>
  <p:tag name="KSO_WM_UNIT_HIGHLIGHT" val="0"/>
  <p:tag name="KSO_WM_UNIT_COMPATIBLE" val="0"/>
  <p:tag name="KSO_WM_UNIT_DIAGRAM_ISNUMVISUAL" val="0"/>
  <p:tag name="KSO_WM_UNIT_DIAGRAM_ISREFERUNIT" val="0"/>
  <p:tag name="KSO_WM_UNIT_ID" val="diagram20236927_1*m_h_f*1_1_1"/>
  <p:tag name="KSO_WM_TEMPLATE_CATEGORY" val="diagram"/>
  <p:tag name="KSO_WM_TEMPLATE_INDEX" val="20236927"/>
  <p:tag name="KSO_WM_UNIT_LAYERLEVEL" val="1_1_1"/>
  <p:tag name="KSO_WM_TAG_VERSION" val="3.0"/>
  <p:tag name="KSO_WM_BEAUTIFY_FLAG" val="#wm#"/>
  <p:tag name="KSO_WM_UNIT_SUBTYPE" val="a"/>
  <p:tag name="KSO_WM_UNIT_NOCLEAR" val="0"/>
  <p:tag name="KSO_WM_DIAGRAM_GROUP_CODE" val="m1-1"/>
  <p:tag name="KSO_WM_UNIT_TYPE" val="m_h_f"/>
  <p:tag name="KSO_WM_UNIT_INDEX" val="1_1_1"/>
  <p:tag name="KSO_WM_DIAGRAM_VERSION" val="3"/>
  <p:tag name="KSO_WM_DIAGRAM_COLOR_TRICK" val="1"/>
  <p:tag name="KSO_WM_DIAGRAM_COLOR_TEXT_CAN_REMOVE" val="n"/>
  <p:tag name="KSO_WM_UNIT_PRESET_TEXT" val="单击此处输入正文，文字是您思想的提炼。&#10;"/>
  <p:tag name="KSO_WM_UNIT_TEXT_FILL_FORE_SCHEMECOLOR_INDEX" val="1"/>
  <p:tag name="KSO_WM_UNIT_TEXT_FILL_TYPE" val="1"/>
  <p:tag name="KSO_WM_DIAGRAM_MAX_ITEMCNT" val="6"/>
  <p:tag name="KSO_WM_DIAGRAM_MIN_ITEMCNT" val="3"/>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DIAGRAM_USE_COLOR_VALUE" val="{&quot;color_scheme&quot;:1,&quot;color_type&quot;:1,&quot;theme_color_indexes&quot;:[5,5,5,5,5,5]}"/>
</p:tagLst>
</file>

<file path=ppt/tags/tag32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6927_1*m_h_i*1_1_3"/>
  <p:tag name="KSO_WM_TEMPLATE_CATEGORY" val="diagram"/>
  <p:tag name="KSO_WM_TEMPLATE_INDEX" val="20236927"/>
  <p:tag name="KSO_WM_UNIT_LAYERLEVEL" val="1_1_1"/>
  <p:tag name="KSO_WM_TAG_VERSION" val="3.0"/>
  <p:tag name="KSO_WM_BEAUTIFY_FLAG" val="#wm#"/>
  <p:tag name="KSO_WM_DIAGRAM_GROUP_CODE" val="m1-1"/>
  <p:tag name="KSO_WM_UNIT_SUBTYPE" val="nb"/>
  <p:tag name="KSO_WM_UNIT_TYPE" val="m_h_i"/>
  <p:tag name="KSO_WM_UNIT_INDEX" val="1_1_3"/>
  <p:tag name="KSO_WM_DIAGRAM_VERSION" val="3"/>
  <p:tag name="KSO_WM_DIAGRAM_COLOR_TRICK" val="1"/>
  <p:tag name="KSO_WM_DIAGRAM_COLOR_TEXT_CAN_REMOVE" val="n"/>
  <p:tag name="KSO_WM_UNIT_TEXT_FILL_FORE_SCHEMECOLOR_INDEX" val="1"/>
  <p:tag name="KSO_WM_UNIT_TEXT_FILL_TYPE" val="1"/>
  <p:tag name="KSO_WM_DIAGRAM_MAX_ITEMCNT" val="6"/>
  <p:tag name="KSO_WM_DIAGRAM_MIN_ITEMCNT" val="3"/>
  <p:tag name="KSO_WM_DIAGRAM_VIRTUALLY_FRAME" val="{&quot;height&quot;:323.65,&quot;left&quot;:-0.85,&quot;top&quot;:216.35,&quot;width&quot;:961}"/>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DIAGRAM_USE_COLOR_VALUE" val="{&quot;color_scheme&quot;:1,&quot;color_type&quot;:1,&quot;theme_color_indexes&quot;:[5,5,5,5,5,5]}"/>
</p:tagLst>
</file>

<file path=ppt/tags/tag32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6927_1*m_h_i*1_2_3"/>
  <p:tag name="KSO_WM_TEMPLATE_CATEGORY" val="diagram"/>
  <p:tag name="KSO_WM_TEMPLATE_INDEX" val="20236927"/>
  <p:tag name="KSO_WM_UNIT_LAYERLEVEL" val="1_1_1"/>
  <p:tag name="KSO_WM_TAG_VERSION" val="3.0"/>
  <p:tag name="KSO_WM_BEAUTIFY_FLAG" val="#wm#"/>
  <p:tag name="KSO_WM_DIAGRAM_GROUP_CODE" val="m1-1"/>
  <p:tag name="KSO_WM_UNIT_SUBTYPE" val="nb"/>
  <p:tag name="KSO_WM_UNIT_TYPE" val="m_h_i"/>
  <p:tag name="KSO_WM_UNIT_INDEX" val="1_2_3"/>
  <p:tag name="KSO_WM_DIAGRAM_VERSION" val="3"/>
  <p:tag name="KSO_WM_DIAGRAM_COLOR_TRICK" val="1"/>
  <p:tag name="KSO_WM_DIAGRAM_COLOR_TEXT_CAN_REMOVE" val="n"/>
  <p:tag name="KSO_WM_UNIT_TEXT_FILL_FORE_SCHEMECOLOR_INDEX" val="1"/>
  <p:tag name="KSO_WM_UNIT_TEXT_FILL_TYPE" val="1"/>
  <p:tag name="KSO_WM_DIAGRAM_MAX_ITEMCNT" val="6"/>
  <p:tag name="KSO_WM_DIAGRAM_MIN_ITEMCNT" val="3"/>
  <p:tag name="KSO_WM_DIAGRAM_VIRTUALLY_FRAME" val="{&quot;height&quot;:323.65,&quot;left&quot;:-0.85,&quot;top&quot;:216.35,&quot;width&quot;:961}"/>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DIAGRAM_USE_COLOR_VALUE" val="{&quot;color_scheme&quot;:1,&quot;color_type&quot;:1,&quot;theme_color_indexes&quot;:[5,5,5,5,5,5]}"/>
</p:tagLst>
</file>

<file path=ppt/tags/tag32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6927_1*m_h_i*1_1_2"/>
  <p:tag name="KSO_WM_TEMPLATE_CATEGORY" val="diagram"/>
  <p:tag name="KSO_WM_TEMPLATE_INDEX" val="20236927"/>
  <p:tag name="KSO_WM_UNIT_LAYERLEVEL" val="1_1_1"/>
  <p:tag name="KSO_WM_TAG_VERSION" val="3.0"/>
  <p:tag name="KSO_WM_BEAUTIFY_FLAG" val="#wm#"/>
  <p:tag name="KSO_WM_DIAGRAM_GROUP_CODE" val="m1-1"/>
  <p:tag name="KSO_WM_UNIT_TYPE" val="m_h_i"/>
  <p:tag name="KSO_WM_UNIT_INDEX" val="1_1_2"/>
  <p:tag name="KSO_WM_DIAGRAM_VERSION" val="3"/>
  <p:tag name="KSO_WM_DIAGRAM_COLOR_TRICK" val="1"/>
  <p:tag name="KSO_WM_DIAGRAM_COLOR_TEXT_CAN_REMOVE" val="n"/>
  <p:tag name="KSO_WM_UNIT_FILL_TYPE" val="1"/>
  <p:tag name="KSO_WM_UNIT_FILL_FORE_SCHEMECOLOR_INDEX" val="5"/>
  <p:tag name="KSO_WM_UNIT_FILL_FORE_SCHEMECOLOR_INDEX_BRIGHTNESS" val="0"/>
  <p:tag name="KSO_WM_DIAGRAM_MAX_ITEMCNT" val="6"/>
  <p:tag name="KSO_WM_DIAGRAM_MIN_ITEMCNT" val="3"/>
  <p:tag name="KSO_WM_DIAGRAM_VIRTUALLY_FRAME" val="{&quot;height&quot;:323.65,&quot;left&quot;:-0.85,&quot;top&quot;:216.35,&quot;width&quot;:961}"/>
  <p:tag name="KSO_WM_DIAGRAM_COLOR_MATCH_VALUE" val="{&quot;shape&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DIAGRAM_USE_COLOR_VALUE" val="{&quot;color_scheme&quot;:1,&quot;color_type&quot;:1,&quot;theme_color_indexes&quot;:[5,5,5,5,5,5]}"/>
</p:tagLst>
</file>

<file path=ppt/tags/tag32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6927_1*m_h_i*1_2_2"/>
  <p:tag name="KSO_WM_TEMPLATE_CATEGORY" val="diagram"/>
  <p:tag name="KSO_WM_TEMPLATE_INDEX" val="20236927"/>
  <p:tag name="KSO_WM_UNIT_LAYERLEVEL" val="1_1_1"/>
  <p:tag name="KSO_WM_TAG_VERSION" val="3.0"/>
  <p:tag name="KSO_WM_BEAUTIFY_FLAG" val="#wm#"/>
  <p:tag name="KSO_WM_DIAGRAM_GROUP_CODE" val="m1-1"/>
  <p:tag name="KSO_WM_UNIT_TYPE" val="m_h_i"/>
  <p:tag name="KSO_WM_UNIT_INDEX" val="1_2_2"/>
  <p:tag name="KSO_WM_DIAGRAM_VERSION" val="3"/>
  <p:tag name="KSO_WM_DIAGRAM_COLOR_TRICK" val="1"/>
  <p:tag name="KSO_WM_DIAGRAM_COLOR_TEXT_CAN_REMOVE" val="n"/>
  <p:tag name="KSO_WM_UNIT_FILL_TYPE" val="1"/>
  <p:tag name="KSO_WM_UNIT_FILL_FORE_SCHEMECOLOR_INDEX" val="5"/>
  <p:tag name="KSO_WM_UNIT_FILL_FORE_SCHEMECOLOR_INDEX_BRIGHTNESS" val="0"/>
  <p:tag name="KSO_WM_DIAGRAM_MAX_ITEMCNT" val="6"/>
  <p:tag name="KSO_WM_DIAGRAM_MIN_ITEMCNT" val="3"/>
  <p:tag name="KSO_WM_DIAGRAM_VIRTUALLY_FRAME" val="{&quot;height&quot;:323.65,&quot;left&quot;:-0.85,&quot;top&quot;:216.35,&quot;width&quot;:961}"/>
  <p:tag name="KSO_WM_DIAGRAM_COLOR_MATCH_VALUE" val="{&quot;shape&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DIAGRAM_USE_COLOR_VALUE" val="{&quot;color_scheme&quot;:1,&quot;color_type&quot;:1,&quot;theme_color_indexes&quot;:[5,5,5,5,5,5]}"/>
</p:tagLst>
</file>

<file path=ppt/tags/tag32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6927_1*m_h_i*1_3_2"/>
  <p:tag name="KSO_WM_TEMPLATE_CATEGORY" val="diagram"/>
  <p:tag name="KSO_WM_TEMPLATE_INDEX" val="20236927"/>
  <p:tag name="KSO_WM_UNIT_LAYERLEVEL" val="1_1_1"/>
  <p:tag name="KSO_WM_TAG_VERSION" val="3.0"/>
  <p:tag name="KSO_WM_BEAUTIFY_FLAG" val="#wm#"/>
  <p:tag name="KSO_WM_DIAGRAM_GROUP_CODE" val="m1-1"/>
  <p:tag name="KSO_WM_UNIT_TYPE" val="m_h_i"/>
  <p:tag name="KSO_WM_UNIT_INDEX" val="1_3_2"/>
  <p:tag name="KSO_WM_DIAGRAM_VERSION" val="3"/>
  <p:tag name="KSO_WM_DIAGRAM_COLOR_TRICK" val="1"/>
  <p:tag name="KSO_WM_DIAGRAM_COLOR_TEXT_CAN_REMOVE" val="n"/>
  <p:tag name="KSO_WM_UNIT_FILL_TYPE" val="1"/>
  <p:tag name="KSO_WM_UNIT_FILL_FORE_SCHEMECOLOR_INDEX" val="5"/>
  <p:tag name="KSO_WM_UNIT_FILL_FORE_SCHEMECOLOR_INDEX_BRIGHTNESS" val="0"/>
  <p:tag name="KSO_WM_DIAGRAM_MAX_ITEMCNT" val="6"/>
  <p:tag name="KSO_WM_DIAGRAM_MIN_ITEMCNT" val="3"/>
  <p:tag name="KSO_WM_DIAGRAM_VIRTUALLY_FRAME" val="{&quot;height&quot;:323.65,&quot;left&quot;:-0.85,&quot;top&quot;:216.35,&quot;width&quot;:961}"/>
  <p:tag name="KSO_WM_DIAGRAM_COLOR_MATCH_VALUE" val="{&quot;shape&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DIAGRAM_USE_COLOR_VALUE" val="{&quot;color_scheme&quot;:1,&quot;color_type&quot;:1,&quot;theme_color_indexes&quot;:[5,5,5,5,5,5]}"/>
</p:tagLst>
</file>

<file path=ppt/tags/tag327.xml><?xml version="1.0" encoding="utf-8"?>
<p:tagLst xmlns:p="http://schemas.openxmlformats.org/presentationml/2006/main">
  <p:tag name="KSO_WM_DIAGRAM_VIRTUALLY_FRAME" val="{&quot;height&quot;:323.65,&quot;left&quot;:-0.85,&quot;top&quot;:216.35,&quot;width&quot;:961}"/>
  <p:tag name="KSO_WM_UNIT_HIGHLIGHT" val="0"/>
  <p:tag name="KSO_WM_UNIT_COMPATIBLE" val="0"/>
  <p:tag name="KSO_WM_UNIT_DIAGRAM_ISNUMVISUAL" val="0"/>
  <p:tag name="KSO_WM_UNIT_DIAGRAM_ISREFERUNIT" val="0"/>
  <p:tag name="KSO_WM_UNIT_ID" val="diagram20236927_1*m_h_f*1_3_1"/>
  <p:tag name="KSO_WM_TEMPLATE_CATEGORY" val="diagram"/>
  <p:tag name="KSO_WM_TEMPLATE_INDEX" val="20236927"/>
  <p:tag name="KSO_WM_UNIT_LAYERLEVEL" val="1_1_1"/>
  <p:tag name="KSO_WM_TAG_VERSION" val="3.0"/>
  <p:tag name="KSO_WM_BEAUTIFY_FLAG" val="#wm#"/>
  <p:tag name="KSO_WM_UNIT_SUBTYPE" val="a"/>
  <p:tag name="KSO_WM_UNIT_NOCLEAR" val="0"/>
  <p:tag name="KSO_WM_UNIT_VALUE" val="24"/>
  <p:tag name="KSO_WM_DIAGRAM_GROUP_CODE" val="m1-1"/>
  <p:tag name="KSO_WM_UNIT_TYPE" val="m_h_f"/>
  <p:tag name="KSO_WM_UNIT_INDEX" val="1_3_1"/>
  <p:tag name="KSO_WM_DIAGRAM_VERSION" val="3"/>
  <p:tag name="KSO_WM_DIAGRAM_COLOR_TRICK" val="1"/>
  <p:tag name="KSO_WM_DIAGRAM_COLOR_TEXT_CAN_REMOVE" val="n"/>
  <p:tag name="KSO_WM_UNIT_PRESET_TEXT" val="单击此处输入正文，文字是您思想的提炼。&#10;"/>
  <p:tag name="KSO_WM_UNIT_TEXT_FILL_FORE_SCHEMECOLOR_INDEX" val="1"/>
  <p:tag name="KSO_WM_UNIT_TEXT_FILL_TYPE" val="1"/>
  <p:tag name="KSO_WM_DIAGRAM_MAX_ITEMCNT" val="6"/>
  <p:tag name="KSO_WM_DIAGRAM_MIN_ITEMCNT" val="3"/>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DIAGRAM_USE_COLOR_VALUE" val="{&quot;color_scheme&quot;:1,&quot;color_type&quot;:1,&quot;theme_color_indexes&quot;:[5,5,5,5,5,5]}"/>
</p:tagLst>
</file>

<file path=ppt/tags/tag32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6927_1*m_h_i*1_3_3"/>
  <p:tag name="KSO_WM_TEMPLATE_CATEGORY" val="diagram"/>
  <p:tag name="KSO_WM_TEMPLATE_INDEX" val="20236927"/>
  <p:tag name="KSO_WM_UNIT_LAYERLEVEL" val="1_1_1"/>
  <p:tag name="KSO_WM_TAG_VERSION" val="3.0"/>
  <p:tag name="KSO_WM_BEAUTIFY_FLAG" val="#wm#"/>
  <p:tag name="KSO_WM_DIAGRAM_GROUP_CODE" val="m1-1"/>
  <p:tag name="KSO_WM_UNIT_SUBTYPE" val="nb"/>
  <p:tag name="KSO_WM_UNIT_TYPE" val="m_h_i"/>
  <p:tag name="KSO_WM_UNIT_INDEX" val="1_3_3"/>
  <p:tag name="KSO_WM_DIAGRAM_VERSION" val="3"/>
  <p:tag name="KSO_WM_DIAGRAM_COLOR_TRICK" val="1"/>
  <p:tag name="KSO_WM_DIAGRAM_COLOR_TEXT_CAN_REMOVE" val="n"/>
  <p:tag name="KSO_WM_UNIT_TEXT_FILL_FORE_SCHEMECOLOR_INDEX" val="1"/>
  <p:tag name="KSO_WM_UNIT_TEXT_FILL_TYPE" val="1"/>
  <p:tag name="KSO_WM_DIAGRAM_MAX_ITEMCNT" val="6"/>
  <p:tag name="KSO_WM_DIAGRAM_MIN_ITEMCNT" val="3"/>
  <p:tag name="KSO_WM_DIAGRAM_VIRTUALLY_FRAME" val="{&quot;height&quot;:323.65,&quot;left&quot;:-0.85,&quot;top&quot;:216.35,&quot;width&quot;:961}"/>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DIAGRAM_USE_COLOR_VALUE" val="{&quot;color_scheme&quot;:1,&quot;color_type&quot;:1,&quot;theme_color_indexes&quot;:[5,5,5,5,5,5]}"/>
</p:tagLst>
</file>

<file path=ppt/tags/tag329.xml><?xml version="1.0" encoding="utf-8"?>
<p:tagLst xmlns:p="http://schemas.openxmlformats.org/presentationml/2006/main">
  <p:tag name="KSO_WM_DIAGRAM_VIRTUALLY_FRAME" val="{&quot;height&quot;:323.65,&quot;left&quot;:-0.85,&quot;top&quot;:216.35,&quot;width&quot;:961}"/>
  <p:tag name="KSO_WM_UNIT_HIGHLIGHT" val="0"/>
  <p:tag name="KSO_WM_UNIT_COMPATIBLE" val="0"/>
  <p:tag name="KSO_WM_UNIT_DIAGRAM_ISNUMVISUAL" val="0"/>
  <p:tag name="KSO_WM_UNIT_DIAGRAM_ISREFERUNIT" val="0"/>
  <p:tag name="KSO_WM_UNIT_ID" val="diagram20236927_1*m_h_f*1_1_1"/>
  <p:tag name="KSO_WM_TEMPLATE_CATEGORY" val="diagram"/>
  <p:tag name="KSO_WM_TEMPLATE_INDEX" val="20236927"/>
  <p:tag name="KSO_WM_UNIT_LAYERLEVEL" val="1_1_1"/>
  <p:tag name="KSO_WM_TAG_VERSION" val="3.0"/>
  <p:tag name="KSO_WM_BEAUTIFY_FLAG" val="#wm#"/>
  <p:tag name="KSO_WM_UNIT_SUBTYPE" val="a"/>
  <p:tag name="KSO_WM_UNIT_NOCLEAR" val="0"/>
  <p:tag name="KSO_WM_DIAGRAM_GROUP_CODE" val="m1-1"/>
  <p:tag name="KSO_WM_UNIT_TYPE" val="m_h_f"/>
  <p:tag name="KSO_WM_UNIT_INDEX" val="1_1_1"/>
  <p:tag name="KSO_WM_DIAGRAM_VERSION" val="3"/>
  <p:tag name="KSO_WM_DIAGRAM_COLOR_TRICK" val="1"/>
  <p:tag name="KSO_WM_DIAGRAM_COLOR_TEXT_CAN_REMOVE" val="n"/>
  <p:tag name="KSO_WM_UNIT_PRESET_TEXT" val="单击此处输入正文，文字是您思想的提炼。&#10;"/>
  <p:tag name="KSO_WM_UNIT_TEXT_FILL_FORE_SCHEMECOLOR_INDEX" val="1"/>
  <p:tag name="KSO_WM_UNIT_TEXT_FILL_TYPE" val="1"/>
  <p:tag name="KSO_WM_DIAGRAM_MAX_ITEMCNT" val="6"/>
  <p:tag name="KSO_WM_DIAGRAM_MIN_ITEMCNT" val="3"/>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DIAGRAM_USE_COLOR_VALUE" val="{&quot;color_scheme&quot;:1,&quot;color_type&quot;:1,&quot;theme_color_indexes&quot;:[5,5,5,5,5,5]}"/>
</p:tagLst>
</file>

<file path=ppt/tags/tag330.xml><?xml version="1.0" encoding="utf-8"?>
<p:tagLst xmlns:p="http://schemas.openxmlformats.org/presentationml/2006/main">
  <p:tag name="KSO_WM_DIAGRAM_VIRTUALLY_FRAME" val="{&quot;height&quot;:323.65,&quot;left&quot;:-0.85,&quot;top&quot;:216.35,&quot;width&quot;:961}"/>
  <p:tag name="KSO_WM_UNIT_HIGHLIGHT" val="0"/>
  <p:tag name="KSO_WM_UNIT_COMPATIBLE" val="0"/>
  <p:tag name="KSO_WM_UNIT_DIAGRAM_ISNUMVISUAL" val="0"/>
  <p:tag name="KSO_WM_UNIT_DIAGRAM_ISREFERUNIT" val="0"/>
  <p:tag name="KSO_WM_UNIT_ID" val="diagram20236927_1*m_h_f*1_1_1"/>
  <p:tag name="KSO_WM_TEMPLATE_CATEGORY" val="diagram"/>
  <p:tag name="KSO_WM_TEMPLATE_INDEX" val="20236927"/>
  <p:tag name="KSO_WM_UNIT_LAYERLEVEL" val="1_1_1"/>
  <p:tag name="KSO_WM_TAG_VERSION" val="3.0"/>
  <p:tag name="KSO_WM_BEAUTIFY_FLAG" val="#wm#"/>
  <p:tag name="KSO_WM_UNIT_SUBTYPE" val="a"/>
  <p:tag name="KSO_WM_UNIT_NOCLEAR" val="0"/>
  <p:tag name="KSO_WM_DIAGRAM_GROUP_CODE" val="m1-1"/>
  <p:tag name="KSO_WM_UNIT_TYPE" val="m_h_f"/>
  <p:tag name="KSO_WM_UNIT_INDEX" val="1_1_1"/>
  <p:tag name="KSO_WM_DIAGRAM_VERSION" val="3"/>
  <p:tag name="KSO_WM_DIAGRAM_COLOR_TRICK" val="1"/>
  <p:tag name="KSO_WM_DIAGRAM_COLOR_TEXT_CAN_REMOVE" val="n"/>
  <p:tag name="KSO_WM_UNIT_PRESET_TEXT" val="单击此处输入正文，文字是您思想的提炼。&#10;"/>
  <p:tag name="KSO_WM_UNIT_TEXT_FILL_FORE_SCHEMECOLOR_INDEX" val="1"/>
  <p:tag name="KSO_WM_UNIT_TEXT_FILL_TYPE" val="1"/>
  <p:tag name="KSO_WM_DIAGRAM_MAX_ITEMCNT" val="6"/>
  <p:tag name="KSO_WM_DIAGRAM_MIN_ITEMCNT" val="3"/>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DIAGRAM_USE_COLOR_VALUE" val="{&quot;color_scheme&quot;:1,&quot;color_type&quot;:1,&quot;theme_color_indexes&quot;:[5,5,5,5,5,5]}"/>
</p:tagLst>
</file>

<file path=ppt/tags/tag331.xml><?xml version="1.0" encoding="utf-8"?>
<p:tagLst xmlns:p="http://schemas.openxmlformats.org/presentationml/2006/main">
  <p:tag name="KSO_WM_DIAGRAM_VIRTUALLY_FRAME" val="{&quot;height&quot;:323.65,&quot;left&quot;:-0.85,&quot;top&quot;:216.35,&quot;width&quot;:961}"/>
  <p:tag name="KSO_WM_UNIT_HIGHLIGHT" val="0"/>
  <p:tag name="KSO_WM_UNIT_COMPATIBLE" val="0"/>
  <p:tag name="KSO_WM_UNIT_DIAGRAM_ISNUMVISUAL" val="0"/>
  <p:tag name="KSO_WM_UNIT_DIAGRAM_ISREFERUNIT" val="0"/>
  <p:tag name="KSO_WM_UNIT_ID" val="diagram20236927_1*m_h_f*1_1_1"/>
  <p:tag name="KSO_WM_TEMPLATE_CATEGORY" val="diagram"/>
  <p:tag name="KSO_WM_TEMPLATE_INDEX" val="20236927"/>
  <p:tag name="KSO_WM_UNIT_LAYERLEVEL" val="1_1_1"/>
  <p:tag name="KSO_WM_TAG_VERSION" val="3.0"/>
  <p:tag name="KSO_WM_BEAUTIFY_FLAG" val="#wm#"/>
  <p:tag name="KSO_WM_UNIT_SUBTYPE" val="a"/>
  <p:tag name="KSO_WM_UNIT_NOCLEAR" val="0"/>
  <p:tag name="KSO_WM_DIAGRAM_GROUP_CODE" val="m1-1"/>
  <p:tag name="KSO_WM_UNIT_TYPE" val="m_h_f"/>
  <p:tag name="KSO_WM_UNIT_INDEX" val="1_1_1"/>
  <p:tag name="KSO_WM_DIAGRAM_VERSION" val="3"/>
  <p:tag name="KSO_WM_DIAGRAM_COLOR_TRICK" val="1"/>
  <p:tag name="KSO_WM_DIAGRAM_COLOR_TEXT_CAN_REMOVE" val="n"/>
  <p:tag name="KSO_WM_UNIT_PRESET_TEXT" val="单击此处输入正文，文字是您思想的提炼。&#10;"/>
  <p:tag name="KSO_WM_UNIT_TEXT_FILL_FORE_SCHEMECOLOR_INDEX" val="1"/>
  <p:tag name="KSO_WM_UNIT_TEXT_FILL_TYPE" val="1"/>
  <p:tag name="KSO_WM_DIAGRAM_MAX_ITEMCNT" val="6"/>
  <p:tag name="KSO_WM_DIAGRAM_MIN_ITEMCNT" val="3"/>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DIAGRAM_USE_COLOR_VALUE" val="{&quot;color_scheme&quot;:1,&quot;color_type&quot;:1,&quot;theme_color_indexes&quot;:[5,5,5,5,5,5]}"/>
</p:tagLst>
</file>

<file path=ppt/tags/tag332.xml><?xml version="1.0" encoding="utf-8"?>
<p:tagLst xmlns:p="http://schemas.openxmlformats.org/presentationml/2006/main">
  <p:tag name="KSO_WM_DIAGRAM_VIRTUALLY_FRAME" val="{&quot;height&quot;:323.65,&quot;left&quot;:-0.85,&quot;top&quot;:216.35,&quot;width&quot;:961}"/>
  <p:tag name="KSO_WM_UNIT_HIGHLIGHT" val="0"/>
  <p:tag name="KSO_WM_UNIT_COMPATIBLE" val="0"/>
  <p:tag name="KSO_WM_UNIT_DIAGRAM_ISNUMVISUAL" val="0"/>
  <p:tag name="KSO_WM_UNIT_DIAGRAM_ISREFERUNIT" val="0"/>
  <p:tag name="KSO_WM_UNIT_ID" val="diagram20236927_1*m_h_f*1_1_1"/>
  <p:tag name="KSO_WM_TEMPLATE_CATEGORY" val="diagram"/>
  <p:tag name="KSO_WM_TEMPLATE_INDEX" val="20236927"/>
  <p:tag name="KSO_WM_UNIT_LAYERLEVEL" val="1_1_1"/>
  <p:tag name="KSO_WM_TAG_VERSION" val="3.0"/>
  <p:tag name="KSO_WM_BEAUTIFY_FLAG" val="#wm#"/>
  <p:tag name="KSO_WM_UNIT_SUBTYPE" val="a"/>
  <p:tag name="KSO_WM_UNIT_NOCLEAR" val="0"/>
  <p:tag name="KSO_WM_DIAGRAM_GROUP_CODE" val="m1-1"/>
  <p:tag name="KSO_WM_UNIT_TYPE" val="m_h_f"/>
  <p:tag name="KSO_WM_UNIT_INDEX" val="1_1_1"/>
  <p:tag name="KSO_WM_DIAGRAM_VERSION" val="3"/>
  <p:tag name="KSO_WM_DIAGRAM_COLOR_TRICK" val="1"/>
  <p:tag name="KSO_WM_DIAGRAM_COLOR_TEXT_CAN_REMOVE" val="n"/>
  <p:tag name="KSO_WM_UNIT_PRESET_TEXT" val="单击此处输入正文，文字是您思想的提炼。&#10;"/>
  <p:tag name="KSO_WM_UNIT_TEXT_FILL_FORE_SCHEMECOLOR_INDEX" val="1"/>
  <p:tag name="KSO_WM_UNIT_TEXT_FILL_TYPE" val="1"/>
  <p:tag name="KSO_WM_DIAGRAM_MAX_ITEMCNT" val="6"/>
  <p:tag name="KSO_WM_DIAGRAM_MIN_ITEMCNT" val="3"/>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DIAGRAM_USE_COLOR_VALUE" val="{&quot;color_scheme&quot;:1,&quot;color_type&quot;:1,&quot;theme_color_indexes&quot;:[5,5,5,5,5,5]}"/>
</p:tagLst>
</file>

<file path=ppt/tags/tag333.xml><?xml version="1.0" encoding="utf-8"?>
<p:tagLst xmlns:p="http://schemas.openxmlformats.org/presentationml/2006/main">
  <p:tag name="KSO_WM_BEAUTIFY_FLAG" val=""/>
</p:tagLst>
</file>

<file path=ppt/tags/tag334.xml><?xml version="1.0" encoding="utf-8"?>
<p:tagLst xmlns:p="http://schemas.openxmlformats.org/presentationml/2006/main">
  <p:tag name="KSO_WM_BEAUTIFY_FLAG" val="#wm#"/>
  <p:tag name="KSO_WM_TEMPLATE_CATEGORY" val="custom"/>
  <p:tag name="KSO_WM_TEMPLATE_INDEX" val="20205176"/>
  <p:tag name="KSO_WM_SPECIAL_SOURCE" val="bdnull"/>
</p:tagLst>
</file>

<file path=ppt/tags/tag335.xml><?xml version="1.0" encoding="utf-8"?>
<p:tagLst xmlns:p="http://schemas.openxmlformats.org/presentationml/2006/main">
  <p:tag name="KSO_WM_BEAUTIFY_FLAG" val=""/>
</p:tagLst>
</file>

<file path=ppt/tags/tag336.xml><?xml version="1.0" encoding="utf-8"?>
<p:tagLst xmlns:p="http://schemas.openxmlformats.org/presentationml/2006/main">
  <p:tag name="KSO_WM_BEAUTIFY_FLAG" val="#wm#"/>
  <p:tag name="KSO_WM_TEMPLATE_CATEGORY" val="custom"/>
  <p:tag name="KSO_WM_TEMPLATE_INDEX" val="20205176"/>
  <p:tag name="KSO_WM_SPECIAL_SOURCE" val="bdnull"/>
</p:tagLst>
</file>

<file path=ppt/tags/tag337.xml><?xml version="1.0" encoding="utf-8"?>
<p:tagLst xmlns:p="http://schemas.openxmlformats.org/presentationml/2006/main">
  <p:tag name="KSO_WM_BEAUTIFY_FLAG" val=""/>
</p:tagLst>
</file>

<file path=ppt/tags/tag338.xml><?xml version="1.0" encoding="utf-8"?>
<p:tagLst xmlns:p="http://schemas.openxmlformats.org/presentationml/2006/main">
  <p:tag name="KSO_WM_BEAUTIFY_FLAG" val=""/>
</p:tagLst>
</file>

<file path=ppt/tags/tag339.xml><?xml version="1.0" encoding="utf-8"?>
<p:tagLst xmlns:p="http://schemas.openxmlformats.org/presentationml/2006/main">
  <p:tag name="KSO_WM_BEAUTIFY_FLAG" val=""/>
</p:tagLst>
</file>

<file path=ppt/tags/tag340.xml><?xml version="1.0" encoding="utf-8"?>
<p:tagLst xmlns:p="http://schemas.openxmlformats.org/presentationml/2006/main">
  <p:tag name="KSO_WM_UNIT_PLACING_PICTURE_USER_VIEWPORT" val="{&quot;height&quot;:3573,&quot;width&quot;:5610}"/>
  <p:tag name="KSO_WM_BEAUTIFY_FLAG" val=""/>
</p:tagLst>
</file>

<file path=ppt/tags/tag341.xml><?xml version="1.0" encoding="utf-8"?>
<p:tagLst xmlns:p="http://schemas.openxmlformats.org/presentationml/2006/main">
  <p:tag name="KSO_WM_BEAUTIFY_FLAG" val=""/>
</p:tagLst>
</file>

<file path=ppt/tags/tag342.xml><?xml version="1.0" encoding="utf-8"?>
<p:tagLst xmlns:p="http://schemas.openxmlformats.org/presentationml/2006/main">
  <p:tag name="KSO_WM_BEAUTIFY_FLAG" val="#wm#"/>
  <p:tag name="KSO_WM_TEMPLATE_CATEGORY" val="custom"/>
  <p:tag name="KSO_WM_TEMPLATE_INDEX" val="20205176"/>
  <p:tag name="KSO_WM_SPECIAL_SOURCE" val="bdnull"/>
</p:tagLst>
</file>

<file path=ppt/tags/tag34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344.xml><?xml version="1.0" encoding="utf-8"?>
<p:tagLst xmlns:p="http://schemas.openxmlformats.org/presentationml/2006/main">
  <p:tag name="KSO_WM_BEAUTIFY_FLAG" val="#wm#"/>
  <p:tag name="KSO_WM_TEMPLATE_CATEGORY" val="custom"/>
  <p:tag name="KSO_WM_TEMPLATE_INDEX" val="20205176"/>
  <p:tag name="KSO_WM_SPECIAL_SOURCE" val="bdnull"/>
</p:tagLst>
</file>

<file path=ppt/tags/tag34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346.xml><?xml version="1.0" encoding="utf-8"?>
<p:tagLst xmlns:p="http://schemas.openxmlformats.org/presentationml/2006/main">
  <p:tag name="KSO_WM_BEAUTIFY_FLAG" val="#wm#"/>
  <p:tag name="KSO_WM_TEMPLATE_CATEGORY" val="custom"/>
  <p:tag name="KSO_WM_TEMPLATE_INDEX" val="20205176"/>
  <p:tag name="KSO_WM_SPECIAL_SOURCE" val="bdnull"/>
</p:tagLst>
</file>

<file path=ppt/tags/tag34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348.xml><?xml version="1.0" encoding="utf-8"?>
<p:tagLst xmlns:p="http://schemas.openxmlformats.org/presentationml/2006/main">
  <p:tag name="KSO_WM_BEAUTIFY_FLAG" val="#wm#"/>
  <p:tag name="KSO_WM_TEMPLATE_CATEGORY" val="custom"/>
  <p:tag name="KSO_WM_TEMPLATE_INDEX" val="20205176"/>
  <p:tag name="KSO_WM_SPECIAL_SOURCE" val="bdnull"/>
</p:tagLst>
</file>

<file path=ppt/tags/tag34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350.xml><?xml version="1.0" encoding="utf-8"?>
<p:tagLst xmlns:p="http://schemas.openxmlformats.org/presentationml/2006/main">
  <p:tag name="KSO_WM_BEAUTIFY_FLAG" val="#wm#"/>
  <p:tag name="KSO_WM_TEMPLATE_CATEGORY" val="custom"/>
  <p:tag name="KSO_WM_TEMPLATE_INDEX" val="20205176"/>
  <p:tag name="KSO_WM_SPECIAL_SOURCE" val="bdnull"/>
</p:tagLst>
</file>

<file path=ppt/tags/tag351.xml><?xml version="1.0" encoding="utf-8"?>
<p:tagLst xmlns:p="http://schemas.openxmlformats.org/presentationml/2006/main">
  <p:tag name="KSO_WM_BEAUTIFY_FLAG" val=""/>
</p:tagLst>
</file>

<file path=ppt/tags/tag352.xml><?xml version="1.0" encoding="utf-8"?>
<p:tagLst xmlns:p="http://schemas.openxmlformats.org/presentationml/2006/main">
  <p:tag name="KSO_WM_BEAUTIFY_FLAG" val=""/>
</p:tagLst>
</file>

<file path=ppt/tags/tag353.xml><?xml version="1.0" encoding="utf-8"?>
<p:tagLst xmlns:p="http://schemas.openxmlformats.org/presentationml/2006/main">
  <p:tag name="KSO_WM_BEAUTIFY_FLAG" val=""/>
</p:tagLst>
</file>

<file path=ppt/tags/tag354.xml><?xml version="1.0" encoding="utf-8"?>
<p:tagLst xmlns:p="http://schemas.openxmlformats.org/presentationml/2006/main">
  <p:tag name="KSO_WM_BEAUTIFY_FLAG" val=""/>
</p:tagLst>
</file>

<file path=ppt/tags/tag355.xml><?xml version="1.0" encoding="utf-8"?>
<p:tagLst xmlns:p="http://schemas.openxmlformats.org/presentationml/2006/main">
  <p:tag name="KSO_WM_BEAUTIFY_FLAG" val="#wm#"/>
  <p:tag name="KSO_WM_TEMPLATE_CATEGORY" val="custom"/>
  <p:tag name="KSO_WM_TEMPLATE_INDEX" val="20205176"/>
  <p:tag name="KSO_WM_SPECIAL_SOURCE" val="bdnull"/>
</p:tagLst>
</file>

<file path=ppt/tags/tag356.xml><?xml version="1.0" encoding="utf-8"?>
<p:tagLst xmlns:p="http://schemas.openxmlformats.org/presentationml/2006/main">
  <p:tag name="KSO_WPP_MARK_KEY" val="dae73da5-f036-4c7f-8279-4ea2a3e65115"/>
  <p:tag name="COMMONDATA" val="eyJoZGlkIjoiNTYwYWVjMzMzNjE1ZWZhODVjMmZmYTNkNjRlZDZiZjgifQ=="/>
  <p:tag name="commondata" val="eyJoZGlkIjoiNzdmNjRjYzQzNmIxYjdiYWQxMzljNDc0NTMxOTViMDMifQ=="/>
  <p:tag name="resource_record_key" val="{&quot;10&quot;:[50035715,21588176,50011063,50005014,20254706,21589076,3504242,21559404,3504427,3645255,3476666,3632984,3637752,4520922,19966243,19510712,50039579],&quot;29&quot;:[50000077],&quot;65&quot;:[20205176],&quot;70&quot;:[3314398,3314400,3319356,3322261,3315609,3312650,3312487,3321416,3314080,3318865,3328082,3319074,3327915,3312561,3428977,3332601,3318301,3332765,3317094,3321642]}"/>
</p:tagLst>
</file>

<file path=ppt/theme/theme1.xml><?xml version="1.0" encoding="utf-8"?>
<a:theme xmlns:a="http://schemas.openxmlformats.org/drawingml/2006/main" name="Office 主题​​">
  <a:themeElements>
    <a:clrScheme name="新版空白演示配色">
      <a:dk1>
        <a:srgbClr val="000000"/>
      </a:dk1>
      <a:lt1>
        <a:srgbClr val="FFFFFF"/>
      </a:lt1>
      <a:dk2>
        <a:srgbClr val="0F1423"/>
      </a:dk2>
      <a:lt2>
        <a:srgbClr val="FFFFFF"/>
      </a:lt2>
      <a:accent1>
        <a:srgbClr val="6096E6"/>
      </a:accent1>
      <a:accent2>
        <a:srgbClr val="58B6E5"/>
      </a:accent2>
      <a:accent3>
        <a:srgbClr val="56CA95"/>
      </a:accent3>
      <a:accent4>
        <a:srgbClr val="FFBA55"/>
      </a:accent4>
      <a:accent5>
        <a:srgbClr val="F18870"/>
      </a:accent5>
      <a:accent6>
        <a:srgbClr val="EC5F74"/>
      </a:accent6>
      <a:hlink>
        <a:srgbClr val="0563C1"/>
      </a:hlink>
      <a:folHlink>
        <a:srgbClr val="954D72"/>
      </a:folHlink>
    </a:clrScheme>
    <a:fontScheme name="自定义 9">
      <a:majorFont>
        <a:latin typeface="微软雅黑 Light"/>
        <a:ea typeface="微软雅黑"/>
        <a:cs typeface=""/>
      </a:majorFont>
      <a:minorFont>
        <a:latin typeface="微软雅黑 Light"/>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gs>
            <a:gs pos="100000">
              <a:schemeClr val="phClr">
                <a:lumMod val="85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主题​​">
  <a:themeElements>
    <a:clrScheme name="新版空白演示配色">
      <a:dk1>
        <a:srgbClr val="000000"/>
      </a:dk1>
      <a:lt1>
        <a:srgbClr val="FFFFFF"/>
      </a:lt1>
      <a:dk2>
        <a:srgbClr val="0F1423"/>
      </a:dk2>
      <a:lt2>
        <a:srgbClr val="FFFFFF"/>
      </a:lt2>
      <a:accent1>
        <a:srgbClr val="6096E6"/>
      </a:accent1>
      <a:accent2>
        <a:srgbClr val="58B6E5"/>
      </a:accent2>
      <a:accent3>
        <a:srgbClr val="56CA95"/>
      </a:accent3>
      <a:accent4>
        <a:srgbClr val="FFBA55"/>
      </a:accent4>
      <a:accent5>
        <a:srgbClr val="F18870"/>
      </a:accent5>
      <a:accent6>
        <a:srgbClr val="EC5F74"/>
      </a:accent6>
      <a:hlink>
        <a:srgbClr val="0563C1"/>
      </a:hlink>
      <a:folHlink>
        <a:srgbClr val="954D72"/>
      </a:folHlink>
    </a:clrScheme>
    <a:fontScheme name="自定义 9">
      <a:majorFont>
        <a:latin typeface="微软雅黑 Light"/>
        <a:ea typeface="微软雅黑"/>
        <a:cs typeface=""/>
      </a:majorFont>
      <a:minorFont>
        <a:latin typeface="微软雅黑 Light"/>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gs>
            <a:gs pos="100000">
              <a:schemeClr val="phClr">
                <a:lumMod val="85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微软雅黑 Light"/>
        <a:font script="Hebr" typeface="微软雅黑 Light"/>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微软雅黑 Light"/>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微软雅黑 Light"/>
        <a:font script="Hebr" typeface="微软雅黑 Light"/>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微软雅黑 Light"/>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4654</Words>
  <Application>WPS 演示</Application>
  <PresentationFormat>宽屏</PresentationFormat>
  <Paragraphs>698</Paragraphs>
  <Slides>21</Slides>
  <Notes>30</Notes>
  <HiddenSlides>0</HiddenSlides>
  <MMClips>0</MMClips>
  <ScaleCrop>false</ScaleCrop>
  <HeadingPairs>
    <vt:vector size="6" baseType="variant">
      <vt:variant>
        <vt:lpstr>已用的字体</vt:lpstr>
      </vt:variant>
      <vt:variant>
        <vt:i4>12</vt:i4>
      </vt:variant>
      <vt:variant>
        <vt:lpstr>主题</vt:lpstr>
      </vt:variant>
      <vt:variant>
        <vt:i4>2</vt:i4>
      </vt:variant>
      <vt:variant>
        <vt:lpstr>幻灯片标题</vt:lpstr>
      </vt:variant>
      <vt:variant>
        <vt:i4>21</vt:i4>
      </vt:variant>
    </vt:vector>
  </HeadingPairs>
  <TitlesOfParts>
    <vt:vector size="35" baseType="lpstr">
      <vt:lpstr>Arial</vt:lpstr>
      <vt:lpstr>宋体</vt:lpstr>
      <vt:lpstr>Wingdings</vt:lpstr>
      <vt:lpstr>微软雅黑 Light</vt:lpstr>
      <vt:lpstr>Wingdings</vt:lpstr>
      <vt:lpstr>微软雅黑</vt:lpstr>
      <vt:lpstr>MiSans Normal</vt:lpstr>
      <vt:lpstr>Arial</vt:lpstr>
      <vt:lpstr>Arial Unicode MS</vt:lpstr>
      <vt:lpstr>Calibri</vt:lpstr>
      <vt:lpstr>Bahnschrift</vt:lpstr>
      <vt:lpstr>字小魂芯科幻体</vt:lpstr>
      <vt:lpstr>Office 主题​​</vt:lpstr>
      <vt:lpstr>1_Office 主题​​</vt:lpstr>
      <vt:lpstr>课后服务数字化监管 与提质方案</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博思软件集团简介</dc:title>
  <dc:creator>Administrator</dc:creator>
  <cp:lastModifiedBy>واحد بريء</cp:lastModifiedBy>
  <cp:revision>90</cp:revision>
  <dcterms:created xsi:type="dcterms:W3CDTF">2024-11-11T09:04:00Z</dcterms:created>
  <dcterms:modified xsi:type="dcterms:W3CDTF">2025-08-14T03:32:44Z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2052-12.1.0.22215</vt:lpwstr>
  </property>
  <property fmtid="{D5CDD505-2E9C-101B-9397-08002B2CF9AE}" pid="3" name="ICV">
    <vt:lpwstr>AF3E1C1262024901A238E6ED4327971D_13</vt:lpwstr>
  </property>
</Properties>
</file>